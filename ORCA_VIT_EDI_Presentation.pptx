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jpg" ContentType="image/jpg"/>
  <Override PartName="/ppt/media/image10.jpg" ContentType="image/jpg"/>
  <Override PartName="/ppt/media/image11.jpg" ContentType="image/jpg"/>
  <Override PartName="/ppt/media/image12.jpg" ContentType="image/jpg"/>
  <Override PartName="/ppt/media/image13.jpg" ContentType="image/jpg"/>
  <Override PartName="/ppt/media/image21.jpg" ContentType="image/jpg"/>
  <Override PartName="/ppt/media/image22.jpg" ContentType="image/jpg"/>
  <Override PartName="/ppt/media/image26.jpg" ContentType="image/jpg"/>
  <Override PartName="/ppt/media/image27.jpg" ContentType="image/jpg"/>
  <Override PartName="/ppt/media/image28.jpg" ContentType="image/jpg"/>
  <Override PartName="/ppt/media/image29.jpg" ContentType="image/jpg"/>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8" r:id="rId28"/>
    <p:sldId id="275" r:id="rId25"/>
    <p:sldId id="276" r:id="rId26"/>
    <p:sldId id="280" r:id="rId29"/>
    <p:sldId id="279" r:id="rId27"/>
  </p:sldIdLst>
  <p:sldSz cx="12179300" cy="6858000"/>
  <p:notesSz cx="12179300" cy="6858000"/>
  <p:defaultTextStyle>
    <a:defPPr>
      <a:defRPr kern="0"/>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1536" y="-84"/>
      </p:cViewPr>
      <p:guideLst>
        <p:guide orient="horz" pos="2880"/>
        <p:guide pos="216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viewProps" Target="viewProps.xml"/><Relationship Id="rId4" Type="http://schemas.openxmlformats.org/officeDocument/2006/relationships/presProps" Target="presProps.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4.xml"/><Relationship Id="rId28" Type="http://schemas.openxmlformats.org/officeDocument/2006/relationships/slide" Target="slides/slide20.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type="obj">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3447" y="2125980"/>
            <a:ext cx="10352405" cy="1440180"/>
          </a:xfrm>
          <a:prstGeom prst="rect">
            <a:avLst/>
          </a:prstGeom>
        </p:spPr>
        <p:txBody>
          <a:bodyPr wrap="square" lIns="0" tIns="0" rIns="0" bIns="0">
            <a:spAutoFit/>
          </a:bodyPr>
          <a:lstStyle>
            <a:lvl1pPr>
              <a:defRPr sz="2800" b="1" i="0">
                <a:solidFill>
                  <a:srgbClr val="0F172A"/>
                </a:solidFill>
                <a:latin typeface="Calibri"/>
                <a:cs typeface="Calibri"/>
              </a:defRPr>
            </a:lvl1pPr>
          </a:lstStyle>
          <a:p/>
        </p:txBody>
      </p:sp>
      <p:sp>
        <p:nvSpPr>
          <p:cNvPr id="3" name="Holder 3"/>
          <p:cNvSpPr>
            <a:spLocks noGrp="1"/>
          </p:cNvSpPr>
          <p:nvPr>
            <p:ph type="subTitle" idx="4"/>
          </p:nvPr>
        </p:nvSpPr>
        <p:spPr>
          <a:xfrm>
            <a:off x="1826895" y="3840480"/>
            <a:ext cx="8525510" cy="1714500"/>
          </a:xfrm>
          <a:prstGeom prst="rect">
            <a:avLst/>
          </a:prstGeom>
        </p:spPr>
        <p:txBody>
          <a:bodyPr wrap="square" lIns="0" tIns="0" rIns="0" bIns="0">
            <a:spAutoFit/>
          </a:bodyPr>
          <a:lstStyle>
            <a:lvl1pPr>
              <a:defRPr sz="1100" b="0" i="0">
                <a:solidFill>
                  <a:srgbClr val="1E293B"/>
                </a:solidFill>
                <a:latin typeface="Calibri"/>
                <a:cs typeface="Calibri"/>
              </a:defRPr>
            </a:lvl1pPr>
          </a:lstStyle>
          <a:p/>
        </p:txBody>
      </p:sp>
      <p:sp>
        <p:nvSpPr>
          <p:cNvPr id="4" name="Holder 4"/>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6" name="Holder 6"/>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rgbClr val="0F172A"/>
                </a:solidFill>
                <a:latin typeface="Calibri"/>
                <a:cs typeface="Calibri"/>
              </a:defRPr>
            </a:lvl1pPr>
          </a:lstStyle>
          <a:p/>
        </p:txBody>
      </p:sp>
      <p:sp>
        <p:nvSpPr>
          <p:cNvPr id="3" name="Holder 3"/>
          <p:cNvSpPr>
            <a:spLocks noGrp="1"/>
          </p:cNvSpPr>
          <p:nvPr>
            <p:ph type="body" idx="1"/>
          </p:nvPr>
        </p:nvSpPr>
        <p:spPr/>
        <p:txBody>
          <a:bodyPr lIns="0" tIns="0" rIns="0" bIns="0"/>
          <a:lstStyle>
            <a:lvl1pPr>
              <a:defRPr sz="1100" b="0" i="0">
                <a:solidFill>
                  <a:srgbClr val="1E293B"/>
                </a:solidFill>
                <a:latin typeface="Calibri"/>
                <a:cs typeface="Calibri"/>
              </a:defRPr>
            </a:lvl1pPr>
          </a:lstStyle>
          <a:p/>
        </p:txBody>
      </p:sp>
      <p:sp>
        <p:nvSpPr>
          <p:cNvPr id="4" name="Holder 4"/>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6" name="Holder 6"/>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type="obj">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rgbClr val="0F172A"/>
                </a:solidFill>
                <a:latin typeface="Calibri"/>
                <a:cs typeface="Calibri"/>
              </a:defRPr>
            </a:lvl1pPr>
          </a:lstStyle>
          <a:p/>
        </p:txBody>
      </p:sp>
      <p:sp>
        <p:nvSpPr>
          <p:cNvPr id="3" name="Holder 3"/>
          <p:cNvSpPr>
            <a:spLocks noGrp="1"/>
          </p:cNvSpPr>
          <p:nvPr>
            <p:ph idx="2" sz="half"/>
          </p:nvPr>
        </p:nvSpPr>
        <p:spPr>
          <a:xfrm>
            <a:off x="608965" y="1577340"/>
            <a:ext cx="5297995" cy="4526280"/>
          </a:xfrm>
          <a:prstGeom prst="rect">
            <a:avLst/>
          </a:prstGeom>
        </p:spPr>
        <p:txBody>
          <a:bodyPr wrap="square" lIns="0" tIns="0" rIns="0" bIns="0">
            <a:spAutoFit/>
          </a:bodyPr>
          <a:lstStyle>
            <a:lvl1pPr>
              <a:defRPr/>
            </a:lvl1pPr>
          </a:lstStyle>
          <a:p/>
        </p:txBody>
      </p:sp>
      <p:sp>
        <p:nvSpPr>
          <p:cNvPr id="4" name="Holder 4"/>
          <p:cNvSpPr>
            <a:spLocks noGrp="1"/>
          </p:cNvSpPr>
          <p:nvPr>
            <p:ph idx="3" sz="half"/>
          </p:nvPr>
        </p:nvSpPr>
        <p:spPr>
          <a:xfrm>
            <a:off x="6272339" y="1577340"/>
            <a:ext cx="5297995" cy="4526280"/>
          </a:xfrm>
          <a:prstGeom prst="rect">
            <a:avLst/>
          </a:prstGeom>
        </p:spPr>
        <p:txBody>
          <a:bodyPr wrap="square" lIns="0" tIns="0" rIns="0" bIns="0">
            <a:spAutoFit/>
          </a:bodyPr>
          <a:lstStyle>
            <a:lvl1pPr>
              <a:defRPr/>
            </a:lvl1pPr>
          </a:lstStyle>
          <a:p/>
        </p:txBody>
      </p:sp>
      <p:sp>
        <p:nvSpPr>
          <p:cNvPr id="5" name="Holder 5"/>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7" name="Holder 7"/>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type="obj">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800" b="1" i="0">
                <a:solidFill>
                  <a:srgbClr val="0F172A"/>
                </a:solidFill>
                <a:latin typeface="Calibri"/>
                <a:cs typeface="Calibri"/>
              </a:defRPr>
            </a:lvl1pPr>
          </a:lstStyle>
          <a:p/>
        </p:txBody>
      </p:sp>
      <p:sp>
        <p:nvSpPr>
          <p:cNvPr id="3" name="Holder 3"/>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5" name="Holder 5"/>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type="obj">
  <p:cSld name="Blank">
    <p:spTree>
      <p:nvGrpSpPr>
        <p:cNvPr id="1" name=""/>
        <p:cNvGrpSpPr/>
        <p:nvPr/>
      </p:nvGrpSpPr>
      <p:grpSpPr>
        <a:xfrm>
          <a:off x="0" y="0"/>
          <a:ext cx="0" cy="0"/>
          <a:chOff x="0" y="0"/>
          <a:chExt cx="0" cy="0"/>
        </a:xfrm>
      </p:grpSpPr>
      <p:sp>
        <p:nvSpPr>
          <p:cNvPr id="2" name="Holder 2"/>
          <p:cNvSpPr>
            <a:spLocks noGrp="1"/>
          </p:cNvSpPr>
          <p:nvPr>
            <p:ph type="ftr" idx="5" sz="quarter"/>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idx="6" sz="half"/>
          </p:nvPr>
        </p:nvSpPr>
        <p:spPr/>
        <p:txBody>
          <a:bodyPr lIns="0" tIns="0" rIns="0" bIns="0"/>
          <a:lstStyle>
            <a:lvl1pPr algn="l">
              <a:defRPr>
                <a:solidFill>
                  <a:schemeClr val="tx1">
                    <a:tint val="75000"/>
                  </a:schemeClr>
                </a:solidFill>
              </a:defRPr>
            </a:lvl1pPr>
          </a:lstStyle>
          <a:p>
            <a:fld id="{1D8BD707-D9CF-40AE-B4C6-C98DA3205C09}" type="datetimeFigureOut">
              <a:rPr lang="en-US"/>
            </a:fld>
          </a:p>
        </p:txBody>
      </p:sp>
      <p:sp>
        <p:nvSpPr>
          <p:cNvPr id="4" name="Holder 4"/>
          <p:cNvSpPr>
            <a:spLocks noGrp="1"/>
          </p:cNvSpPr>
          <p:nvPr>
            <p:ph type="sldNum" idx="7" sz="quarter"/>
          </p:nvPr>
        </p:nvSpPr>
        <p:spPr/>
        <p:txBody>
          <a:bodyPr lIns="0" tIns="0" rIns="0" bIns="0"/>
          <a:lstStyle>
            <a:lvl1pPr algn="r">
              <a:defRPr>
                <a:solidFill>
                  <a:schemeClr val="tx1">
                    <a:tint val="75000"/>
                  </a:schemeClr>
                </a:solidFill>
              </a:defRPr>
            </a:lvl1pPr>
          </a:lstStyle>
          <a:p>
            <a:fld id="{B6F15528-21DE-4FAA-801E-634DDDAF4B2B}" type="slidenum">
              <a:t>#</a:t>
            </a:fld>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502919" y="320040"/>
            <a:ext cx="777240" cy="960119"/>
          </a:xfrm>
          <a:prstGeom prst="rect">
            <a:avLst/>
          </a:prstGeom>
        </p:spPr>
      </p:pic>
      <p:sp>
        <p:nvSpPr>
          <p:cNvPr id="2" name="Holder 2"/>
          <p:cNvSpPr>
            <a:spLocks noGrp="1"/>
          </p:cNvSpPr>
          <p:nvPr>
            <p:ph type="title"/>
          </p:nvPr>
        </p:nvSpPr>
        <p:spPr>
          <a:xfrm>
            <a:off x="3929945" y="307597"/>
            <a:ext cx="4319409" cy="452120"/>
          </a:xfrm>
          <a:prstGeom prst="rect">
            <a:avLst/>
          </a:prstGeom>
        </p:spPr>
        <p:txBody>
          <a:bodyPr wrap="square" lIns="0" tIns="0" rIns="0" bIns="0">
            <a:spAutoFit/>
          </a:bodyPr>
          <a:lstStyle>
            <a:lvl1pPr>
              <a:defRPr sz="2800" b="1" i="0">
                <a:solidFill>
                  <a:srgbClr val="0F172A"/>
                </a:solidFill>
                <a:latin typeface="Calibri"/>
                <a:cs typeface="Calibri"/>
              </a:defRPr>
            </a:lvl1pPr>
          </a:lstStyle>
          <a:p/>
        </p:txBody>
      </p:sp>
      <p:sp>
        <p:nvSpPr>
          <p:cNvPr id="3" name="Holder 3"/>
          <p:cNvSpPr>
            <a:spLocks noGrp="1"/>
          </p:cNvSpPr>
          <p:nvPr>
            <p:ph type="body" idx="1"/>
          </p:nvPr>
        </p:nvSpPr>
        <p:spPr>
          <a:xfrm>
            <a:off x="809625" y="1382551"/>
            <a:ext cx="10560049" cy="2542540"/>
          </a:xfrm>
          <a:prstGeom prst="rect">
            <a:avLst/>
          </a:prstGeom>
        </p:spPr>
        <p:txBody>
          <a:bodyPr wrap="square" lIns="0" tIns="0" rIns="0" bIns="0">
            <a:spAutoFit/>
          </a:bodyPr>
          <a:lstStyle>
            <a:lvl1pPr>
              <a:defRPr sz="1100" b="0" i="0">
                <a:solidFill>
                  <a:srgbClr val="1E293B"/>
                </a:solidFill>
                <a:latin typeface="Calibri"/>
                <a:cs typeface="Calibri"/>
              </a:defRPr>
            </a:lvl1pPr>
          </a:lstStyle>
          <a:p/>
        </p:txBody>
      </p:sp>
      <p:sp>
        <p:nvSpPr>
          <p:cNvPr id="4" name="Holder 4"/>
          <p:cNvSpPr>
            <a:spLocks noGrp="1"/>
          </p:cNvSpPr>
          <p:nvPr>
            <p:ph type="ftr" idx="5" sz="quarter"/>
          </p:nvPr>
        </p:nvSpPr>
        <p:spPr>
          <a:xfrm>
            <a:off x="4140962" y="6377940"/>
            <a:ext cx="3897376" cy="342900"/>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idx="6" sz="half"/>
          </p:nvPr>
        </p:nvSpPr>
        <p:spPr>
          <a:xfrm>
            <a:off x="608965" y="6377940"/>
            <a:ext cx="2801239"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p>
        </p:txBody>
      </p:sp>
      <p:sp>
        <p:nvSpPr>
          <p:cNvPr id="6" name="Holder 6"/>
          <p:cNvSpPr>
            <a:spLocks noGrp="1"/>
          </p:cNvSpPr>
          <p:nvPr>
            <p:ph type="sldNum" idx="7" sz="quarter"/>
          </p:nvPr>
        </p:nvSpPr>
        <p:spPr>
          <a:xfrm>
            <a:off x="8769096" y="6377940"/>
            <a:ext cx="2801239"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p>
        </p:txBody>
      </p:sp>
    </p:spTree>
  </p:cSld>
  <p:clrMap folHlink="folHlink" hlink="hlink" accent1="accent1" accent2="accent2" accent3="accent3" accent4="accent4" accent5="accent5" accent6="accent6" tx2="dk2" bg2="lt2" tx1="dk1" bg1="lt1"/>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jpg"/><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jpg"/><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jpg"/><Relationship Id="rId3"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jpg"/><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48640" y="365759"/>
            <a:ext cx="868680" cy="1051560"/>
          </a:xfrm>
          <a:prstGeom prst="rect">
            <a:avLst/>
          </a:prstGeom>
        </p:spPr>
      </p:pic>
      <p:sp>
        <p:nvSpPr>
          <p:cNvPr id="3" name="object 3" descr="$PPTXTitle"/>
          <p:cNvSpPr txBox="1">
            <a:spLocks noGrp="1"/>
          </p:cNvSpPr>
          <p:nvPr>
            <p:ph type="title"/>
          </p:nvPr>
        </p:nvSpPr>
        <p:spPr>
          <a:prstGeom prst="rect"/>
        </p:spPr>
        <p:txBody>
          <a:bodyPr wrap="square" lIns="0" tIns="12700" rIns="0" bIns="0" rtlCol="0" vert="horz">
            <a:spAutoFit/>
          </a:bodyPr>
          <a:lstStyle/>
          <a:p>
            <a:pPr marL="24765">
              <a:lnSpc>
                <a:spcPct val="100000"/>
              </a:lnSpc>
              <a:spcBef>
                <a:spcPts val="100"/>
              </a:spcBef>
            </a:pPr>
            <a:r>
              <a:rPr dirty="0" sz="2200" spc="-10"/>
              <a:t>Vishwakarma</a:t>
            </a:r>
            <a:r>
              <a:rPr dirty="0" sz="2200" spc="-65"/>
              <a:t> </a:t>
            </a:r>
            <a:r>
              <a:rPr dirty="0" sz="2200"/>
              <a:t>Institute</a:t>
            </a:r>
            <a:r>
              <a:rPr dirty="0" sz="2200" spc="-55"/>
              <a:t> </a:t>
            </a:r>
            <a:r>
              <a:rPr dirty="0" sz="2200"/>
              <a:t>of</a:t>
            </a:r>
            <a:r>
              <a:rPr dirty="0" sz="2200" spc="-55"/>
              <a:t> </a:t>
            </a:r>
            <a:r>
              <a:rPr dirty="0" sz="2200" spc="-10"/>
              <a:t>Technology</a:t>
            </a:r>
            <a:endParaRPr sz="2200"/>
          </a:p>
        </p:txBody>
      </p:sp>
      <p:sp>
        <p:nvSpPr>
          <p:cNvPr id="4" name="object 4"/>
          <p:cNvSpPr txBox="1"/>
          <p:nvPr/>
        </p:nvSpPr>
        <p:spPr>
          <a:xfrm>
            <a:off x="5132415" y="811876"/>
            <a:ext cx="1927225" cy="299720"/>
          </a:xfrm>
          <a:prstGeom prst="rect">
            <a:avLst/>
          </a:prstGeom>
        </p:spPr>
        <p:txBody>
          <a:bodyPr wrap="square" lIns="0" tIns="12700" rIns="0" bIns="0" rtlCol="0" vert="horz">
            <a:spAutoFit/>
          </a:bodyPr>
          <a:lstStyle/>
          <a:p>
            <a:pPr marL="12700">
              <a:lnSpc>
                <a:spcPct val="100000"/>
              </a:lnSpc>
              <a:spcBef>
                <a:spcPts val="100"/>
              </a:spcBef>
            </a:pPr>
            <a:r>
              <a:rPr dirty="0" sz="1800">
                <a:solidFill>
                  <a:srgbClr val="1E293B"/>
                </a:solidFill>
                <a:latin typeface="Calibri"/>
                <a:cs typeface="Calibri"/>
              </a:rPr>
              <a:t>EDI </a:t>
            </a:r>
            <a:r>
              <a:rPr dirty="0" sz="1800" spc="-10">
                <a:solidFill>
                  <a:srgbClr val="1E293B"/>
                </a:solidFill>
                <a:latin typeface="Calibri"/>
                <a:cs typeface="Calibri"/>
              </a:rPr>
              <a:t>Mid-</a:t>
            </a:r>
            <a:r>
              <a:rPr dirty="0" sz="1800">
                <a:solidFill>
                  <a:srgbClr val="1E293B"/>
                </a:solidFill>
                <a:latin typeface="Calibri"/>
                <a:cs typeface="Calibri"/>
              </a:rPr>
              <a:t>sem </a:t>
            </a:r>
            <a:r>
              <a:rPr dirty="0" sz="1800" spc="-10">
                <a:solidFill>
                  <a:srgbClr val="1E293B"/>
                </a:solidFill>
                <a:latin typeface="Calibri"/>
                <a:cs typeface="Calibri"/>
              </a:rPr>
              <a:t>Review</a:t>
            </a:r>
            <a:endParaRPr sz="1800">
              <a:latin typeface="Calibri"/>
              <a:cs typeface="Calibri"/>
            </a:endParaRPr>
          </a:p>
        </p:txBody>
      </p:sp>
      <p:grpSp>
        <p:nvGrpSpPr>
          <p:cNvPr id="5" name="object 5"/>
          <p:cNvGrpSpPr/>
          <p:nvPr/>
        </p:nvGrpSpPr>
        <p:grpSpPr>
          <a:xfrm>
            <a:off x="777240" y="1714639"/>
            <a:ext cx="10637520" cy="2194560"/>
            <a:chOff x="777240" y="1714639"/>
            <a:chExt cx="10637520" cy="2194560"/>
          </a:xfrm>
        </p:grpSpPr>
        <p:pic>
          <p:nvPicPr>
            <p:cNvPr id="6" name="object 6"/>
            <p:cNvPicPr/>
            <p:nvPr/>
          </p:nvPicPr>
          <p:blipFill>
            <a:blip r:embed="rId3" cstate="print"/>
            <a:stretch>
              <a:fillRect/>
            </a:stretch>
          </p:blipFill>
          <p:spPr>
            <a:xfrm>
              <a:off x="777240" y="1714639"/>
              <a:ext cx="10637215" cy="2194560"/>
            </a:xfrm>
            <a:prstGeom prst="rect">
              <a:avLst/>
            </a:prstGeom>
          </p:spPr>
        </p:pic>
        <p:pic>
          <p:nvPicPr>
            <p:cNvPr id="7" name="object 7"/>
            <p:cNvPicPr/>
            <p:nvPr/>
          </p:nvPicPr>
          <p:blipFill>
            <a:blip r:embed="rId4" cstate="print"/>
            <a:stretch>
              <a:fillRect/>
            </a:stretch>
          </p:blipFill>
          <p:spPr>
            <a:xfrm>
              <a:off x="838200" y="2233370"/>
              <a:ext cx="10515295" cy="1157099"/>
            </a:xfrm>
            <a:prstGeom prst="rect">
              <a:avLst/>
            </a:prstGeom>
          </p:spPr>
        </p:pic>
      </p:grpSp>
      <p:sp>
        <p:nvSpPr>
          <p:cNvPr id="8" name="object 8"/>
          <p:cNvSpPr txBox="1"/>
          <p:nvPr/>
        </p:nvSpPr>
        <p:spPr>
          <a:xfrm>
            <a:off x="822960" y="1737360"/>
            <a:ext cx="10546080" cy="2103120"/>
          </a:xfrm>
          <a:prstGeom prst="rect">
            <a:avLst/>
          </a:prstGeom>
          <a:ln w="15240">
            <a:solidFill>
              <a:srgbClr val="3C3C3C"/>
            </a:solidFill>
          </a:ln>
        </p:spPr>
        <p:txBody>
          <a:bodyPr wrap="square" lIns="0" tIns="0" rIns="0" bIns="0" rtlCol="0" vert="horz">
            <a:spAutoFit/>
          </a:bodyPr>
          <a:lstStyle/>
          <a:p>
            <a:pPr>
              <a:lnSpc>
                <a:spcPct val="100000"/>
              </a:lnSpc>
            </a:pPr>
            <a:endParaRPr sz="1700">
              <a:latin typeface="Times New Roman"/>
              <a:cs typeface="Times New Roman"/>
            </a:endParaRPr>
          </a:p>
          <a:p>
            <a:pPr>
              <a:lnSpc>
                <a:spcPct val="100000"/>
              </a:lnSpc>
              <a:spcBef>
                <a:spcPts val="70"/>
              </a:spcBef>
            </a:pPr>
            <a:endParaRPr sz="1700">
              <a:latin typeface="Times New Roman"/>
              <a:cs typeface="Times New Roman"/>
            </a:endParaRPr>
          </a:p>
          <a:p>
            <a:pPr algn="ctr">
              <a:lnSpc>
                <a:spcPct val="100000"/>
              </a:lnSpc>
              <a:spcBef>
                <a:spcPts val="5"/>
              </a:spcBef>
            </a:pPr>
            <a:r>
              <a:rPr dirty="0" sz="1700" b="1">
                <a:solidFill>
                  <a:srgbClr val="0F172A"/>
                </a:solidFill>
                <a:latin typeface="Calibri"/>
                <a:cs typeface="Calibri"/>
              </a:rPr>
              <a:t>Project</a:t>
            </a:r>
            <a:r>
              <a:rPr dirty="0" sz="1700" spc="-50" b="1">
                <a:solidFill>
                  <a:srgbClr val="0F172A"/>
                </a:solidFill>
                <a:latin typeface="Calibri"/>
                <a:cs typeface="Calibri"/>
              </a:rPr>
              <a:t> </a:t>
            </a:r>
            <a:r>
              <a:rPr dirty="0" sz="1700" spc="-20" b="1">
                <a:solidFill>
                  <a:srgbClr val="0F172A"/>
                </a:solidFill>
                <a:latin typeface="Calibri"/>
                <a:cs typeface="Calibri"/>
              </a:rPr>
              <a:t>Title</a:t>
            </a:r>
            <a:endParaRPr sz="1700">
              <a:latin typeface="Calibri"/>
              <a:cs typeface="Calibri"/>
            </a:endParaRPr>
          </a:p>
          <a:p>
            <a:pPr algn="ctr">
              <a:lnSpc>
                <a:spcPct val="100000"/>
              </a:lnSpc>
              <a:spcBef>
                <a:spcPts val="825"/>
              </a:spcBef>
            </a:pPr>
            <a:r>
              <a:rPr dirty="0" sz="2200" b="1">
                <a:solidFill>
                  <a:srgbClr val="0284C7"/>
                </a:solidFill>
                <a:latin typeface="Calibri"/>
                <a:cs typeface="Calibri"/>
              </a:rPr>
              <a:t>ORCA:</a:t>
            </a:r>
            <a:r>
              <a:rPr dirty="0" sz="2200" spc="-50" b="1">
                <a:solidFill>
                  <a:srgbClr val="0284C7"/>
                </a:solidFill>
                <a:latin typeface="Calibri"/>
                <a:cs typeface="Calibri"/>
              </a:rPr>
              <a:t> </a:t>
            </a:r>
            <a:r>
              <a:rPr dirty="0" sz="2200" b="1">
                <a:solidFill>
                  <a:srgbClr val="0284C7"/>
                </a:solidFill>
                <a:latin typeface="Calibri"/>
                <a:cs typeface="Calibri"/>
              </a:rPr>
              <a:t>Marine</a:t>
            </a:r>
            <a:r>
              <a:rPr dirty="0" sz="2200" spc="-45" b="1">
                <a:solidFill>
                  <a:srgbClr val="0284C7"/>
                </a:solidFill>
                <a:latin typeface="Calibri"/>
                <a:cs typeface="Calibri"/>
              </a:rPr>
              <a:t> </a:t>
            </a:r>
            <a:r>
              <a:rPr dirty="0" sz="2200" spc="-10" b="1">
                <a:solidFill>
                  <a:srgbClr val="0284C7"/>
                </a:solidFill>
                <a:latin typeface="Calibri"/>
                <a:cs typeface="Calibri"/>
              </a:rPr>
              <a:t>EcOsystem</a:t>
            </a:r>
            <a:r>
              <a:rPr dirty="0" sz="2200" spc="-45" b="1">
                <a:solidFill>
                  <a:srgbClr val="0284C7"/>
                </a:solidFill>
                <a:latin typeface="Calibri"/>
                <a:cs typeface="Calibri"/>
              </a:rPr>
              <a:t> </a:t>
            </a:r>
            <a:r>
              <a:rPr dirty="0" sz="2200" b="1">
                <a:solidFill>
                  <a:srgbClr val="0284C7"/>
                </a:solidFill>
                <a:latin typeface="Calibri"/>
                <a:cs typeface="Calibri"/>
              </a:rPr>
              <a:t>Reasoning</a:t>
            </a:r>
            <a:r>
              <a:rPr dirty="0" sz="2200" spc="-45" b="1">
                <a:solidFill>
                  <a:srgbClr val="0284C7"/>
                </a:solidFill>
                <a:latin typeface="Calibri"/>
                <a:cs typeface="Calibri"/>
              </a:rPr>
              <a:t> </a:t>
            </a:r>
            <a:r>
              <a:rPr dirty="0" sz="2200" b="1">
                <a:solidFill>
                  <a:srgbClr val="0284C7"/>
                </a:solidFill>
                <a:latin typeface="Calibri"/>
                <a:cs typeface="Calibri"/>
              </a:rPr>
              <a:t>with</a:t>
            </a:r>
            <a:r>
              <a:rPr dirty="0" sz="2200" spc="-45" b="1">
                <a:solidFill>
                  <a:srgbClr val="0284C7"/>
                </a:solidFill>
                <a:latin typeface="Calibri"/>
                <a:cs typeface="Calibri"/>
              </a:rPr>
              <a:t> </a:t>
            </a:r>
            <a:r>
              <a:rPr dirty="0" sz="2200" spc="-10" b="1">
                <a:solidFill>
                  <a:srgbClr val="0284C7"/>
                </a:solidFill>
                <a:latin typeface="Calibri"/>
                <a:cs typeface="Calibri"/>
              </a:rPr>
              <a:t>Collaborative</a:t>
            </a:r>
            <a:r>
              <a:rPr dirty="0" sz="2200" spc="-45" b="1">
                <a:solidFill>
                  <a:srgbClr val="0284C7"/>
                </a:solidFill>
                <a:latin typeface="Calibri"/>
                <a:cs typeface="Calibri"/>
              </a:rPr>
              <a:t> </a:t>
            </a:r>
            <a:r>
              <a:rPr dirty="0" sz="2200" spc="-10" b="1">
                <a:solidFill>
                  <a:srgbClr val="0284C7"/>
                </a:solidFill>
                <a:latin typeface="Calibri"/>
                <a:cs typeface="Calibri"/>
              </a:rPr>
              <a:t>Agents</a:t>
            </a:r>
            <a:endParaRPr sz="2200">
              <a:latin typeface="Calibri"/>
              <a:cs typeface="Calibri"/>
            </a:endParaRPr>
          </a:p>
          <a:p>
            <a:pPr algn="ctr">
              <a:lnSpc>
                <a:spcPct val="100000"/>
              </a:lnSpc>
              <a:spcBef>
                <a:spcPts val="935"/>
              </a:spcBef>
            </a:pPr>
            <a:r>
              <a:rPr dirty="0" sz="1400">
                <a:solidFill>
                  <a:srgbClr val="1E293B"/>
                </a:solidFill>
                <a:latin typeface="Calibri"/>
                <a:cs typeface="Calibri"/>
              </a:rPr>
              <a:t>A</a:t>
            </a:r>
            <a:r>
              <a:rPr dirty="0" sz="1400" spc="-30">
                <a:solidFill>
                  <a:srgbClr val="1E293B"/>
                </a:solidFill>
                <a:latin typeface="Calibri"/>
                <a:cs typeface="Calibri"/>
              </a:rPr>
              <a:t> </a:t>
            </a:r>
            <a:r>
              <a:rPr dirty="0" sz="1400">
                <a:solidFill>
                  <a:srgbClr val="1E293B"/>
                </a:solidFill>
                <a:latin typeface="Calibri"/>
                <a:cs typeface="Calibri"/>
              </a:rPr>
              <a:t>Grounded</a:t>
            </a:r>
            <a:r>
              <a:rPr dirty="0" sz="1400" spc="-30">
                <a:solidFill>
                  <a:srgbClr val="1E293B"/>
                </a:solidFill>
                <a:latin typeface="Calibri"/>
                <a:cs typeface="Calibri"/>
              </a:rPr>
              <a:t> </a:t>
            </a:r>
            <a:r>
              <a:rPr dirty="0" sz="1400" spc="-10">
                <a:solidFill>
                  <a:srgbClr val="1E293B"/>
                </a:solidFill>
                <a:latin typeface="Calibri"/>
                <a:cs typeface="Calibri"/>
              </a:rPr>
              <a:t>Multi-</a:t>
            </a:r>
            <a:r>
              <a:rPr dirty="0" sz="1400">
                <a:solidFill>
                  <a:srgbClr val="1E293B"/>
                </a:solidFill>
                <a:latin typeface="Calibri"/>
                <a:cs typeface="Calibri"/>
              </a:rPr>
              <a:t>Agent</a:t>
            </a:r>
            <a:r>
              <a:rPr dirty="0" sz="1400" spc="-25">
                <a:solidFill>
                  <a:srgbClr val="1E293B"/>
                </a:solidFill>
                <a:latin typeface="Calibri"/>
                <a:cs typeface="Calibri"/>
              </a:rPr>
              <a:t> </a:t>
            </a:r>
            <a:r>
              <a:rPr dirty="0" sz="1400" spc="-10">
                <a:solidFill>
                  <a:srgbClr val="1E293B"/>
                </a:solidFill>
                <a:latin typeface="Calibri"/>
                <a:cs typeface="Calibri"/>
              </a:rPr>
              <a:t>Decision-</a:t>
            </a:r>
            <a:r>
              <a:rPr dirty="0" sz="1400">
                <a:solidFill>
                  <a:srgbClr val="1E293B"/>
                </a:solidFill>
                <a:latin typeface="Calibri"/>
                <a:cs typeface="Calibri"/>
              </a:rPr>
              <a:t>Support</a:t>
            </a:r>
            <a:r>
              <a:rPr dirty="0" sz="1400" spc="-30">
                <a:solidFill>
                  <a:srgbClr val="1E293B"/>
                </a:solidFill>
                <a:latin typeface="Calibri"/>
                <a:cs typeface="Calibri"/>
              </a:rPr>
              <a:t> </a:t>
            </a:r>
            <a:r>
              <a:rPr dirty="0" sz="1400">
                <a:solidFill>
                  <a:srgbClr val="1E293B"/>
                </a:solidFill>
                <a:latin typeface="Calibri"/>
                <a:cs typeface="Calibri"/>
              </a:rPr>
              <a:t>and</a:t>
            </a:r>
            <a:r>
              <a:rPr dirty="0" sz="1400" spc="-25">
                <a:solidFill>
                  <a:srgbClr val="1E293B"/>
                </a:solidFill>
                <a:latin typeface="Calibri"/>
                <a:cs typeface="Calibri"/>
              </a:rPr>
              <a:t> </a:t>
            </a:r>
            <a:r>
              <a:rPr dirty="0" sz="1400">
                <a:solidFill>
                  <a:srgbClr val="1E293B"/>
                </a:solidFill>
                <a:latin typeface="Calibri"/>
                <a:cs typeface="Calibri"/>
              </a:rPr>
              <a:t>Ocean</a:t>
            </a:r>
            <a:r>
              <a:rPr dirty="0" sz="1400" spc="-30">
                <a:solidFill>
                  <a:srgbClr val="1E293B"/>
                </a:solidFill>
                <a:latin typeface="Calibri"/>
                <a:cs typeface="Calibri"/>
              </a:rPr>
              <a:t> </a:t>
            </a:r>
            <a:r>
              <a:rPr dirty="0" sz="1400" spc="-10">
                <a:solidFill>
                  <a:srgbClr val="1E293B"/>
                </a:solidFill>
                <a:latin typeface="Calibri"/>
                <a:cs typeface="Calibri"/>
              </a:rPr>
              <a:t>Intelligence</a:t>
            </a:r>
            <a:r>
              <a:rPr dirty="0" sz="1400" spc="-25">
                <a:solidFill>
                  <a:srgbClr val="1E293B"/>
                </a:solidFill>
                <a:latin typeface="Calibri"/>
                <a:cs typeface="Calibri"/>
              </a:rPr>
              <a:t> </a:t>
            </a:r>
            <a:r>
              <a:rPr dirty="0" sz="1400" spc="-10">
                <a:solidFill>
                  <a:srgbClr val="1E293B"/>
                </a:solidFill>
                <a:latin typeface="Calibri"/>
                <a:cs typeface="Calibri"/>
              </a:rPr>
              <a:t>System</a:t>
            </a:r>
            <a:r>
              <a:rPr dirty="0" sz="1400" spc="-30">
                <a:solidFill>
                  <a:srgbClr val="1E293B"/>
                </a:solidFill>
                <a:latin typeface="Calibri"/>
                <a:cs typeface="Calibri"/>
              </a:rPr>
              <a:t> </a:t>
            </a:r>
            <a:r>
              <a:rPr dirty="0" sz="1400">
                <a:solidFill>
                  <a:srgbClr val="1E293B"/>
                </a:solidFill>
                <a:latin typeface="Calibri"/>
                <a:cs typeface="Calibri"/>
              </a:rPr>
              <a:t>for</a:t>
            </a:r>
            <a:r>
              <a:rPr dirty="0" sz="1400" spc="-30">
                <a:solidFill>
                  <a:srgbClr val="1E293B"/>
                </a:solidFill>
                <a:latin typeface="Calibri"/>
                <a:cs typeface="Calibri"/>
              </a:rPr>
              <a:t> </a:t>
            </a:r>
            <a:r>
              <a:rPr dirty="0" sz="1400" spc="-10">
                <a:solidFill>
                  <a:srgbClr val="1E293B"/>
                </a:solidFill>
                <a:latin typeface="Calibri"/>
                <a:cs typeface="Calibri"/>
              </a:rPr>
              <a:t>Coastal</a:t>
            </a:r>
            <a:r>
              <a:rPr dirty="0" sz="1400" spc="-25">
                <a:solidFill>
                  <a:srgbClr val="1E293B"/>
                </a:solidFill>
                <a:latin typeface="Calibri"/>
                <a:cs typeface="Calibri"/>
              </a:rPr>
              <a:t> </a:t>
            </a:r>
            <a:r>
              <a:rPr dirty="0" sz="1400" spc="-10">
                <a:solidFill>
                  <a:srgbClr val="1E293B"/>
                </a:solidFill>
                <a:latin typeface="Calibri"/>
                <a:cs typeface="Calibri"/>
              </a:rPr>
              <a:t>Navigation</a:t>
            </a:r>
            <a:r>
              <a:rPr dirty="0" sz="1400" spc="-30">
                <a:solidFill>
                  <a:srgbClr val="1E293B"/>
                </a:solidFill>
                <a:latin typeface="Calibri"/>
                <a:cs typeface="Calibri"/>
              </a:rPr>
              <a:t> </a:t>
            </a:r>
            <a:r>
              <a:rPr dirty="0" sz="1400">
                <a:solidFill>
                  <a:srgbClr val="1E293B"/>
                </a:solidFill>
                <a:latin typeface="Calibri"/>
                <a:cs typeface="Calibri"/>
              </a:rPr>
              <a:t>and</a:t>
            </a:r>
            <a:r>
              <a:rPr dirty="0" sz="1400" spc="-25">
                <a:solidFill>
                  <a:srgbClr val="1E293B"/>
                </a:solidFill>
                <a:latin typeface="Calibri"/>
                <a:cs typeface="Calibri"/>
              </a:rPr>
              <a:t> </a:t>
            </a:r>
            <a:r>
              <a:rPr dirty="0" sz="1400" spc="-10">
                <a:solidFill>
                  <a:srgbClr val="1E293B"/>
                </a:solidFill>
                <a:latin typeface="Calibri"/>
                <a:cs typeface="Calibri"/>
              </a:rPr>
              <a:t>Sustainable</a:t>
            </a:r>
            <a:r>
              <a:rPr dirty="0" sz="1400" spc="-30">
                <a:solidFill>
                  <a:srgbClr val="1E293B"/>
                </a:solidFill>
                <a:latin typeface="Calibri"/>
                <a:cs typeface="Calibri"/>
              </a:rPr>
              <a:t> </a:t>
            </a:r>
            <a:r>
              <a:rPr dirty="0" sz="1400" spc="-10">
                <a:solidFill>
                  <a:srgbClr val="1E293B"/>
                </a:solidFill>
                <a:latin typeface="Calibri"/>
                <a:cs typeface="Calibri"/>
              </a:rPr>
              <a:t>Fisheries</a:t>
            </a:r>
            <a:endParaRPr sz="1400">
              <a:latin typeface="Calibri"/>
              <a:cs typeface="Calibri"/>
            </a:endParaRPr>
          </a:p>
        </p:txBody>
      </p:sp>
      <p:sp>
        <p:nvSpPr>
          <p:cNvPr id="9" name="object 9"/>
          <p:cNvSpPr txBox="1"/>
          <p:nvPr/>
        </p:nvSpPr>
        <p:spPr>
          <a:xfrm>
            <a:off x="901700" y="4056519"/>
            <a:ext cx="2246630" cy="549910"/>
          </a:xfrm>
          <a:prstGeom prst="rect">
            <a:avLst/>
          </a:prstGeom>
        </p:spPr>
        <p:txBody>
          <a:bodyPr wrap="square" lIns="0" tIns="71120" rIns="0" bIns="0" rtlCol="0" vert="horz">
            <a:spAutoFit/>
          </a:bodyPr>
          <a:lstStyle/>
          <a:p>
            <a:pPr marL="12700">
              <a:lnSpc>
                <a:spcPct val="100000"/>
              </a:lnSpc>
              <a:spcBef>
                <a:spcPts val="560"/>
              </a:spcBef>
              <a:tabLst>
                <a:tab pos="844550" algn="l"/>
              </a:tabLst>
            </a:pPr>
            <a:r>
              <a:rPr dirty="0" sz="1400" b="1">
                <a:solidFill>
                  <a:srgbClr val="0F172A"/>
                </a:solidFill>
                <a:latin typeface="Calibri"/>
                <a:cs typeface="Calibri"/>
              </a:rPr>
              <a:t>DIV:-</a:t>
            </a:r>
            <a:r>
              <a:rPr dirty="0" sz="1400" spc="-65" b="1">
                <a:solidFill>
                  <a:srgbClr val="0F172A"/>
                </a:solidFill>
                <a:latin typeface="Calibri"/>
                <a:cs typeface="Calibri"/>
              </a:rPr>
              <a:t> </a:t>
            </a:r>
            <a:r>
              <a:rPr dirty="0" sz="1400" spc="-50" b="1">
                <a:solidFill>
                  <a:srgbClr val="0F172A"/>
                </a:solidFill>
                <a:latin typeface="Calibri"/>
                <a:cs typeface="Calibri"/>
              </a:rPr>
              <a:t>A</a:t>
            </a:r>
            <a:r>
              <a:rPr dirty="0" sz="1400" b="1">
                <a:solidFill>
                  <a:srgbClr val="0F172A"/>
                </a:solidFill>
                <a:latin typeface="Calibri"/>
                <a:cs typeface="Calibri"/>
              </a:rPr>
              <a:t>	EDI_GROUP</a:t>
            </a:r>
            <a:r>
              <a:rPr dirty="0" sz="1400" spc="-40" b="1">
                <a:solidFill>
                  <a:srgbClr val="0F172A"/>
                </a:solidFill>
                <a:latin typeface="Calibri"/>
                <a:cs typeface="Calibri"/>
              </a:rPr>
              <a:t> </a:t>
            </a:r>
            <a:r>
              <a:rPr dirty="0" sz="1400" b="1">
                <a:solidFill>
                  <a:srgbClr val="0F172A"/>
                </a:solidFill>
                <a:latin typeface="Calibri"/>
                <a:cs typeface="Calibri"/>
              </a:rPr>
              <a:t>NO:-</a:t>
            </a:r>
            <a:r>
              <a:rPr dirty="0" sz="1400" spc="-40" b="1">
                <a:solidFill>
                  <a:srgbClr val="0F172A"/>
                </a:solidFill>
                <a:latin typeface="Calibri"/>
                <a:cs typeface="Calibri"/>
              </a:rPr>
              <a:t> </a:t>
            </a:r>
            <a:r>
              <a:rPr dirty="0" sz="1400" spc="-50" b="1">
                <a:solidFill>
                  <a:srgbClr val="0F172A"/>
                </a:solidFill>
                <a:latin typeface="Calibri"/>
                <a:cs typeface="Calibri"/>
              </a:rPr>
              <a:t>1</a:t>
            </a:r>
            <a:endParaRPr sz="1400">
              <a:latin typeface="Calibri"/>
              <a:cs typeface="Calibri"/>
            </a:endParaRPr>
          </a:p>
          <a:p>
            <a:pPr marL="12700">
              <a:lnSpc>
                <a:spcPct val="100000"/>
              </a:lnSpc>
              <a:spcBef>
                <a:spcPts val="425"/>
              </a:spcBef>
            </a:pPr>
            <a:r>
              <a:rPr dirty="0" sz="1300" b="1">
                <a:solidFill>
                  <a:srgbClr val="0F172A"/>
                </a:solidFill>
                <a:latin typeface="Calibri"/>
                <a:cs typeface="Calibri"/>
              </a:rPr>
              <a:t>PRESENTED</a:t>
            </a:r>
            <a:r>
              <a:rPr dirty="0" sz="1300" spc="-60" b="1">
                <a:solidFill>
                  <a:srgbClr val="0F172A"/>
                </a:solidFill>
                <a:latin typeface="Calibri"/>
                <a:cs typeface="Calibri"/>
              </a:rPr>
              <a:t> </a:t>
            </a:r>
            <a:r>
              <a:rPr dirty="0" sz="1300" spc="-20" b="1">
                <a:solidFill>
                  <a:srgbClr val="0F172A"/>
                </a:solidFill>
                <a:latin typeface="Calibri"/>
                <a:cs typeface="Calibri"/>
              </a:rPr>
              <a:t>BY:-</a:t>
            </a:r>
            <a:endParaRPr sz="1300">
              <a:latin typeface="Calibri"/>
              <a:cs typeface="Calibri"/>
            </a:endParaRPr>
          </a:p>
        </p:txBody>
      </p:sp>
      <p:sp>
        <p:nvSpPr>
          <p:cNvPr id="14" name="object 14"/>
          <p:cNvSpPr txBox="1"/>
          <p:nvPr/>
        </p:nvSpPr>
        <p:spPr>
          <a:xfrm>
            <a:off x="7576818" y="4519687"/>
            <a:ext cx="1320165" cy="223520"/>
          </a:xfrm>
          <a:prstGeom prst="rect">
            <a:avLst/>
          </a:prstGeom>
        </p:spPr>
        <p:txBody>
          <a:bodyPr wrap="square" lIns="0" tIns="12700" rIns="0" bIns="0" rtlCol="0" vert="horz">
            <a:spAutoFit/>
          </a:bodyPr>
          <a:lstStyle/>
          <a:p>
            <a:pPr marL="12700">
              <a:lnSpc>
                <a:spcPct val="100000"/>
              </a:lnSpc>
              <a:spcBef>
                <a:spcPts val="100"/>
              </a:spcBef>
            </a:pPr>
            <a:r>
              <a:rPr dirty="0" sz="1300" spc="-25" b="1">
                <a:solidFill>
                  <a:srgbClr val="0F172A"/>
                </a:solidFill>
                <a:latin typeface="Calibri"/>
                <a:cs typeface="Calibri"/>
              </a:rPr>
              <a:t>DATE:-</a:t>
            </a:r>
            <a:r>
              <a:rPr dirty="0" sz="1300" spc="-30" b="1">
                <a:solidFill>
                  <a:srgbClr val="0F172A"/>
                </a:solidFill>
                <a:latin typeface="Calibri"/>
                <a:cs typeface="Calibri"/>
              </a:rPr>
              <a:t> </a:t>
            </a:r>
            <a:r>
              <a:rPr dirty="0" sz="1300" spc="-10" b="1">
                <a:solidFill>
                  <a:srgbClr val="0F172A"/>
                </a:solidFill>
                <a:latin typeface="Calibri"/>
                <a:cs typeface="Calibri"/>
              </a:rPr>
              <a:t>23/09/2026</a:t>
            </a:r>
            <a:endParaRPr sz="1300">
              <a:latin typeface="Calibri"/>
              <a:cs typeface="Calibri"/>
            </a:endParaRPr>
          </a:p>
        </p:txBody>
      </p:sp>
      <p:grpSp>
        <p:nvGrpSpPr>
          <p:cNvPr id="10" name="object 10"/>
          <p:cNvGrpSpPr/>
          <p:nvPr/>
        </p:nvGrpSpPr>
        <p:grpSpPr>
          <a:xfrm>
            <a:off x="777240" y="4713871"/>
            <a:ext cx="4297680" cy="1874520"/>
            <a:chOff x="777240" y="4713871"/>
            <a:chExt cx="4297680" cy="1874520"/>
          </a:xfrm>
        </p:grpSpPr>
        <p:pic>
          <p:nvPicPr>
            <p:cNvPr id="11" name="object 11"/>
            <p:cNvPicPr/>
            <p:nvPr/>
          </p:nvPicPr>
          <p:blipFill>
            <a:blip r:embed="rId5" cstate="print"/>
            <a:stretch>
              <a:fillRect/>
            </a:stretch>
          </p:blipFill>
          <p:spPr>
            <a:xfrm>
              <a:off x="777240" y="4713871"/>
              <a:ext cx="4297680" cy="1874518"/>
            </a:xfrm>
            <a:prstGeom prst="rect">
              <a:avLst/>
            </a:prstGeom>
          </p:spPr>
        </p:pic>
        <p:pic>
          <p:nvPicPr>
            <p:cNvPr id="12" name="object 12"/>
            <p:cNvPicPr/>
            <p:nvPr/>
          </p:nvPicPr>
          <p:blipFill>
            <a:blip r:embed="rId6" cstate="print"/>
            <a:stretch>
              <a:fillRect/>
            </a:stretch>
          </p:blipFill>
          <p:spPr>
            <a:xfrm>
              <a:off x="838200" y="5031678"/>
              <a:ext cx="4175760" cy="1238904"/>
            </a:xfrm>
            <a:prstGeom prst="rect">
              <a:avLst/>
            </a:prstGeom>
          </p:spPr>
        </p:pic>
      </p:grpSp>
      <p:sp>
        <p:nvSpPr>
          <p:cNvPr id="13" name="object 13"/>
          <p:cNvSpPr txBox="1"/>
          <p:nvPr/>
        </p:nvSpPr>
        <p:spPr>
          <a:xfrm>
            <a:off x="822960" y="4736591"/>
            <a:ext cx="4206240" cy="1783080"/>
          </a:xfrm>
          <a:prstGeom prst="rect">
            <a:avLst/>
          </a:prstGeom>
          <a:ln w="15240">
            <a:solidFill>
              <a:srgbClr val="3C3C3C"/>
            </a:solidFill>
          </a:ln>
        </p:spPr>
        <p:txBody>
          <a:bodyPr wrap="square" lIns="0" tIns="146685" rIns="0" bIns="0" rtlCol="0" vert="horz">
            <a:spAutoFit/>
          </a:bodyPr>
          <a:lstStyle/>
          <a:p>
            <a:pPr>
              <a:lnSpc>
                <a:spcPct val="100000"/>
              </a:lnSpc>
              <a:spcBef>
                <a:spcPts val="1155"/>
              </a:spcBef>
            </a:pPr>
            <a:endParaRPr sz="1200">
              <a:latin typeface="Times New Roman"/>
              <a:cs typeface="Times New Roman"/>
            </a:endParaRPr>
          </a:p>
          <a:p>
            <a:pPr marL="250825" indent="-152400">
              <a:lnSpc>
                <a:spcPct val="100000"/>
              </a:lnSpc>
              <a:buAutoNum type="arabicPeriod"/>
              <a:tabLst>
                <a:tab pos="250825" algn="l"/>
              </a:tabLst>
            </a:pPr>
            <a:r>
              <a:rPr dirty="0" sz="1200" b="1">
                <a:solidFill>
                  <a:srgbClr val="1E293B"/>
                </a:solidFill>
                <a:latin typeface="Calibri"/>
                <a:cs typeface="Calibri"/>
              </a:rPr>
              <a:t>Akash</a:t>
            </a:r>
            <a:r>
              <a:rPr dirty="0" sz="1200" spc="-25" b="1">
                <a:solidFill>
                  <a:srgbClr val="1E293B"/>
                </a:solidFill>
                <a:latin typeface="Calibri"/>
                <a:cs typeface="Calibri"/>
              </a:rPr>
              <a:t> </a:t>
            </a:r>
            <a:r>
              <a:rPr dirty="0" sz="1200" spc="-10" b="1">
                <a:solidFill>
                  <a:srgbClr val="1E293B"/>
                </a:solidFill>
                <a:latin typeface="Calibri"/>
                <a:cs typeface="Calibri"/>
              </a:rPr>
              <a:t>Kumar</a:t>
            </a:r>
            <a:endParaRPr sz="1200">
              <a:latin typeface="Calibri"/>
              <a:cs typeface="Calibri"/>
            </a:endParaRPr>
          </a:p>
          <a:p>
            <a:pPr marL="249554" indent="-151130">
              <a:lnSpc>
                <a:spcPct val="100000"/>
              </a:lnSpc>
              <a:spcBef>
                <a:spcPts val="360"/>
              </a:spcBef>
              <a:buAutoNum type="arabicPeriod"/>
              <a:tabLst>
                <a:tab pos="249554" algn="l"/>
              </a:tabLst>
            </a:pPr>
            <a:r>
              <a:rPr dirty="0" sz="1200" b="1">
                <a:solidFill>
                  <a:srgbClr val="1E293B"/>
                </a:solidFill>
                <a:latin typeface="Calibri"/>
                <a:cs typeface="Calibri"/>
              </a:rPr>
              <a:t>Sanskar</a:t>
            </a:r>
            <a:r>
              <a:rPr dirty="0" sz="1200" spc="-40" b="1">
                <a:solidFill>
                  <a:srgbClr val="1E293B"/>
                </a:solidFill>
                <a:latin typeface="Calibri"/>
                <a:cs typeface="Calibri"/>
              </a:rPr>
              <a:t> </a:t>
            </a:r>
            <a:r>
              <a:rPr dirty="0" sz="1200" spc="-10" b="1">
                <a:solidFill>
                  <a:srgbClr val="1E293B"/>
                </a:solidFill>
                <a:latin typeface="Calibri"/>
                <a:cs typeface="Calibri"/>
              </a:rPr>
              <a:t>Bhargude</a:t>
            </a:r>
            <a:endParaRPr sz="1200">
              <a:latin typeface="Calibri"/>
              <a:cs typeface="Calibri"/>
            </a:endParaRPr>
          </a:p>
          <a:p>
            <a:pPr marL="250825" indent="-152400">
              <a:lnSpc>
                <a:spcPct val="100000"/>
              </a:lnSpc>
              <a:spcBef>
                <a:spcPts val="360"/>
              </a:spcBef>
              <a:buAutoNum type="arabicPeriod"/>
              <a:tabLst>
                <a:tab pos="250825" algn="l"/>
              </a:tabLst>
            </a:pPr>
            <a:r>
              <a:rPr dirty="0" sz="1200" b="1">
                <a:solidFill>
                  <a:srgbClr val="1E293B"/>
                </a:solidFill>
                <a:latin typeface="Calibri"/>
                <a:cs typeface="Calibri"/>
              </a:rPr>
              <a:t>Ghansham</a:t>
            </a:r>
            <a:r>
              <a:rPr dirty="0" sz="1200" spc="-20" b="1">
                <a:solidFill>
                  <a:srgbClr val="1E293B"/>
                </a:solidFill>
                <a:latin typeface="Calibri"/>
                <a:cs typeface="Calibri"/>
              </a:rPr>
              <a:t> </a:t>
            </a:r>
            <a:r>
              <a:rPr dirty="0" sz="1200" spc="-10" b="1">
                <a:solidFill>
                  <a:srgbClr val="1E293B"/>
                </a:solidFill>
                <a:latin typeface="Calibri"/>
                <a:cs typeface="Calibri"/>
              </a:rPr>
              <a:t>Agaldare</a:t>
            </a:r>
            <a:endParaRPr sz="1200">
              <a:latin typeface="Calibri"/>
              <a:cs typeface="Calibri"/>
            </a:endParaRPr>
          </a:p>
          <a:p>
            <a:pPr marL="249554" indent="-151130">
              <a:lnSpc>
                <a:spcPct val="100000"/>
              </a:lnSpc>
              <a:spcBef>
                <a:spcPts val="360"/>
              </a:spcBef>
              <a:buAutoNum type="arabicPeriod"/>
              <a:tabLst>
                <a:tab pos="249554" algn="l"/>
              </a:tabLst>
            </a:pPr>
            <a:r>
              <a:rPr dirty="0" sz="1200" b="1">
                <a:solidFill>
                  <a:srgbClr val="1E293B"/>
                </a:solidFill>
                <a:latin typeface="Calibri"/>
                <a:cs typeface="Calibri"/>
              </a:rPr>
              <a:t>Hari</a:t>
            </a:r>
            <a:r>
              <a:rPr dirty="0" sz="1200" spc="-25" b="1">
                <a:solidFill>
                  <a:srgbClr val="1E293B"/>
                </a:solidFill>
                <a:latin typeface="Calibri"/>
                <a:cs typeface="Calibri"/>
              </a:rPr>
              <a:t> </a:t>
            </a:r>
            <a:r>
              <a:rPr dirty="0" sz="1200" spc="-10" b="1">
                <a:solidFill>
                  <a:srgbClr val="1E293B"/>
                </a:solidFill>
                <a:latin typeface="Calibri"/>
                <a:cs typeface="Calibri"/>
              </a:rPr>
              <a:t>Birare</a:t>
            </a:r>
            <a:endParaRPr sz="1200">
              <a:latin typeface="Calibri"/>
              <a:cs typeface="Calibri"/>
            </a:endParaRPr>
          </a:p>
          <a:p>
            <a:pPr marL="250825" indent="-152400">
              <a:lnSpc>
                <a:spcPct val="100000"/>
              </a:lnSpc>
              <a:spcBef>
                <a:spcPts val="360"/>
              </a:spcBef>
              <a:buAutoNum type="arabicPeriod"/>
              <a:tabLst>
                <a:tab pos="250825" algn="l"/>
              </a:tabLst>
            </a:pPr>
            <a:r>
              <a:rPr dirty="0" sz="1200" b="1">
                <a:solidFill>
                  <a:srgbClr val="1E293B"/>
                </a:solidFill>
                <a:latin typeface="Calibri"/>
                <a:cs typeface="Calibri"/>
              </a:rPr>
              <a:t>Krishna</a:t>
            </a:r>
            <a:r>
              <a:rPr dirty="0" sz="1200" spc="-45" b="1">
                <a:solidFill>
                  <a:srgbClr val="1E293B"/>
                </a:solidFill>
                <a:latin typeface="Calibri"/>
                <a:cs typeface="Calibri"/>
              </a:rPr>
              <a:t> </a:t>
            </a:r>
            <a:r>
              <a:rPr dirty="0" sz="1200" spc="-20" b="1">
                <a:solidFill>
                  <a:srgbClr val="1E293B"/>
                </a:solidFill>
                <a:latin typeface="Calibri"/>
                <a:cs typeface="Calibri"/>
              </a:rPr>
              <a:t>Aher</a:t>
            </a:r>
            <a:endParaRPr sz="1200">
              <a:latin typeface="Calibri"/>
              <a:cs typeface="Calibri"/>
            </a:endParaRPr>
          </a:p>
        </p:txBody>
      </p:sp>
      <p:sp>
        <p:nvSpPr>
          <p:cNvPr id="15" name="object 15"/>
          <p:cNvSpPr txBox="1"/>
          <p:nvPr/>
        </p:nvSpPr>
        <p:spPr>
          <a:xfrm>
            <a:off x="7576818" y="5159766"/>
            <a:ext cx="1193165" cy="223520"/>
          </a:xfrm>
          <a:prstGeom prst="rect">
            <a:avLst/>
          </a:prstGeom>
        </p:spPr>
        <p:txBody>
          <a:bodyPr wrap="square" lIns="0" tIns="12700" rIns="0" bIns="0" rtlCol="0" vert="horz">
            <a:spAutoFit/>
          </a:bodyPr>
          <a:lstStyle/>
          <a:p>
            <a:pPr marL="12700">
              <a:lnSpc>
                <a:spcPct val="100000"/>
              </a:lnSpc>
              <a:spcBef>
                <a:spcPts val="100"/>
              </a:spcBef>
            </a:pPr>
            <a:r>
              <a:rPr dirty="0" sz="1300" b="1">
                <a:solidFill>
                  <a:srgbClr val="0F172A"/>
                </a:solidFill>
                <a:latin typeface="Calibri"/>
                <a:cs typeface="Calibri"/>
              </a:rPr>
              <a:t>PROJECT</a:t>
            </a:r>
            <a:r>
              <a:rPr dirty="0" sz="1300" spc="-60" b="1">
                <a:solidFill>
                  <a:srgbClr val="0F172A"/>
                </a:solidFill>
                <a:latin typeface="Calibri"/>
                <a:cs typeface="Calibri"/>
              </a:rPr>
              <a:t> </a:t>
            </a:r>
            <a:r>
              <a:rPr dirty="0" sz="1300" spc="-10" b="1">
                <a:solidFill>
                  <a:srgbClr val="0F172A"/>
                </a:solidFill>
                <a:latin typeface="Calibri"/>
                <a:cs typeface="Calibri"/>
              </a:rPr>
              <a:t>GUIDE:-</a:t>
            </a:r>
            <a:endParaRPr sz="1300">
              <a:latin typeface="Calibri"/>
              <a:cs typeface="Calibri"/>
            </a:endParaRPr>
          </a:p>
        </p:txBody>
      </p:sp>
      <p:grpSp>
        <p:nvGrpSpPr>
          <p:cNvPr id="16" name="object 16"/>
          <p:cNvGrpSpPr/>
          <p:nvPr/>
        </p:nvGrpSpPr>
        <p:grpSpPr>
          <a:xfrm>
            <a:off x="7452359" y="5509400"/>
            <a:ext cx="3931920" cy="640080"/>
            <a:chOff x="7452359" y="5509400"/>
            <a:chExt cx="3931920" cy="640080"/>
          </a:xfrm>
        </p:grpSpPr>
        <p:pic>
          <p:nvPicPr>
            <p:cNvPr id="17" name="object 17"/>
            <p:cNvPicPr/>
            <p:nvPr/>
          </p:nvPicPr>
          <p:blipFill>
            <a:blip r:embed="rId7" cstate="print"/>
            <a:stretch>
              <a:fillRect/>
            </a:stretch>
          </p:blipFill>
          <p:spPr>
            <a:xfrm>
              <a:off x="7452359" y="5509400"/>
              <a:ext cx="3931920" cy="640080"/>
            </a:xfrm>
            <a:prstGeom prst="rect">
              <a:avLst/>
            </a:prstGeom>
          </p:spPr>
        </p:pic>
        <p:pic>
          <p:nvPicPr>
            <p:cNvPr id="18" name="object 18"/>
            <p:cNvPicPr/>
            <p:nvPr/>
          </p:nvPicPr>
          <p:blipFill>
            <a:blip r:embed="rId8" cstate="print"/>
            <a:stretch>
              <a:fillRect/>
            </a:stretch>
          </p:blipFill>
          <p:spPr>
            <a:xfrm>
              <a:off x="7513319" y="5662239"/>
              <a:ext cx="3810000" cy="334401"/>
            </a:xfrm>
            <a:prstGeom prst="rect">
              <a:avLst/>
            </a:prstGeom>
          </p:spPr>
        </p:pic>
      </p:grpSp>
      <p:sp>
        <p:nvSpPr>
          <p:cNvPr id="19" name="object 19"/>
          <p:cNvSpPr txBox="1"/>
          <p:nvPr/>
        </p:nvSpPr>
        <p:spPr>
          <a:xfrm>
            <a:off x="7498078" y="5532120"/>
            <a:ext cx="3840479" cy="548640"/>
          </a:xfrm>
          <a:prstGeom prst="rect">
            <a:avLst/>
          </a:prstGeom>
          <a:ln w="15240">
            <a:solidFill>
              <a:srgbClr val="3C3C3C"/>
            </a:solidFill>
          </a:ln>
        </p:spPr>
        <p:txBody>
          <a:bodyPr wrap="square" lIns="0" tIns="151130" rIns="0" bIns="0" rtlCol="0" vert="horz">
            <a:spAutoFit/>
          </a:bodyPr>
          <a:lstStyle/>
          <a:p>
            <a:pPr marL="98425">
              <a:lnSpc>
                <a:spcPct val="100000"/>
              </a:lnSpc>
              <a:spcBef>
                <a:spcPts val="1190"/>
              </a:spcBef>
            </a:pPr>
            <a:r>
              <a:rPr dirty="0" sz="1300" b="1">
                <a:solidFill>
                  <a:srgbClr val="0F172A"/>
                </a:solidFill>
                <a:latin typeface="Calibri"/>
                <a:cs typeface="Calibri"/>
              </a:rPr>
              <a:t>DR.</a:t>
            </a:r>
            <a:r>
              <a:rPr dirty="0" sz="1300" spc="-35" b="1">
                <a:solidFill>
                  <a:srgbClr val="0F172A"/>
                </a:solidFill>
                <a:latin typeface="Calibri"/>
                <a:cs typeface="Calibri"/>
              </a:rPr>
              <a:t> </a:t>
            </a:r>
            <a:r>
              <a:rPr dirty="0" sz="1300" spc="-10" b="1">
                <a:solidFill>
                  <a:srgbClr val="0F172A"/>
                </a:solidFill>
                <a:latin typeface="Calibri"/>
                <a:cs typeface="Calibri"/>
              </a:rPr>
              <a:t>BHAGWAN</a:t>
            </a:r>
            <a:r>
              <a:rPr dirty="0" sz="1300" spc="-35" b="1">
                <a:solidFill>
                  <a:srgbClr val="0F172A"/>
                </a:solidFill>
                <a:latin typeface="Calibri"/>
                <a:cs typeface="Calibri"/>
              </a:rPr>
              <a:t> </a:t>
            </a:r>
            <a:r>
              <a:rPr dirty="0" sz="1300" spc="-10" b="1">
                <a:solidFill>
                  <a:srgbClr val="0F172A"/>
                </a:solidFill>
                <a:latin typeface="Calibri"/>
                <a:cs typeface="Calibri"/>
              </a:rPr>
              <a:t>THORAT</a:t>
            </a:r>
            <a:endParaRPr sz="130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758950">
              <a:lnSpc>
                <a:spcPct val="100000"/>
              </a:lnSpc>
              <a:spcBef>
                <a:spcPts val="100"/>
              </a:spcBef>
            </a:pPr>
            <a:r>
              <a:rPr dirty="0" spc="-10"/>
              <a:t>Index</a:t>
            </a:r>
          </a:p>
        </p:txBody>
      </p:sp>
      <p:sp>
        <p:nvSpPr>
          <p:cNvPr id="3" name="TextBox 2"/>
          <p:cNvSpPr txBox="1"/>
          <p:nvPr/>
        </p:nvSpPr>
        <p:spPr>
          <a:xfrm>
            <a:off x="2157984" y="1490472"/>
            <a:ext cx="3291840" cy="4114800"/>
          </a:xfrm>
          <a:prstGeom prst="rect">
            <a:avLst/>
          </a:prstGeom>
          <a:noFill/>
        </p:spPr>
        <p:txBody>
          <a:bodyPr wrap="square">
            <a:spAutoFit/>
          </a:bodyPr>
          <a:lstStyle/>
          <a:p>
            <a:pPr>
              <a:spcAft>
                <a:spcPts val="1400"/>
              </a:spcAft>
              <a:defRPr sz="1400">
                <a:solidFill>
                  <a:srgbClr val="1E293B"/>
                </a:solidFill>
                <a:latin typeface="Calibri"/>
              </a:defRPr>
            </a:pPr>
            <a:r>
              <a:t>1. Problem Statement</a:t>
            </a:r>
          </a:p>
          <a:p>
            <a:pPr>
              <a:spcAft>
                <a:spcPts val="1400"/>
              </a:spcAft>
              <a:defRPr sz="1400">
                <a:solidFill>
                  <a:srgbClr val="1E293B"/>
                </a:solidFill>
                <a:latin typeface="Calibri"/>
              </a:defRPr>
            </a:pPr>
            <a:r>
              <a:t>2. Literature survey</a:t>
            </a:r>
          </a:p>
          <a:p>
            <a:pPr>
              <a:spcAft>
                <a:spcPts val="1400"/>
              </a:spcAft>
              <a:defRPr sz="1400">
                <a:solidFill>
                  <a:srgbClr val="1E293B"/>
                </a:solidFill>
                <a:latin typeface="Calibri"/>
              </a:defRPr>
            </a:pPr>
            <a:r>
              <a:t>3. System Overview</a:t>
            </a:r>
          </a:p>
          <a:p>
            <a:pPr>
              <a:spcAft>
                <a:spcPts val="1400"/>
              </a:spcAft>
              <a:defRPr sz="1400">
                <a:solidFill>
                  <a:srgbClr val="1E293B"/>
                </a:solidFill>
                <a:latin typeface="Calibri"/>
              </a:defRPr>
            </a:pPr>
            <a:r>
              <a:t>4. Methodology</a:t>
            </a:r>
          </a:p>
          <a:p>
            <a:pPr>
              <a:spcAft>
                <a:spcPts val="1400"/>
              </a:spcAft>
              <a:defRPr sz="1400">
                <a:solidFill>
                  <a:srgbClr val="1E293B"/>
                </a:solidFill>
                <a:latin typeface="Calibri"/>
              </a:defRPr>
            </a:pPr>
            <a:r>
              <a:t>5. Architecture</a:t>
            </a:r>
          </a:p>
          <a:p>
            <a:pPr>
              <a:spcAft>
                <a:spcPts val="1400"/>
              </a:spcAft>
              <a:defRPr sz="1400">
                <a:solidFill>
                  <a:srgbClr val="1E293B"/>
                </a:solidFill>
                <a:latin typeface="Calibri"/>
              </a:defRPr>
            </a:pPr>
            <a:r>
              <a:t>6. Phases</a:t>
            </a:r>
          </a:p>
        </p:txBody>
      </p:sp>
      <p:sp>
        <p:nvSpPr>
          <p:cNvPr id="4" name="TextBox 3"/>
          <p:cNvSpPr txBox="1"/>
          <p:nvPr/>
        </p:nvSpPr>
        <p:spPr>
          <a:xfrm>
            <a:off x="6089904" y="1490472"/>
            <a:ext cx="3840480" cy="4114800"/>
          </a:xfrm>
          <a:prstGeom prst="rect">
            <a:avLst/>
          </a:prstGeom>
          <a:noFill/>
        </p:spPr>
        <p:txBody>
          <a:bodyPr wrap="square">
            <a:spAutoFit/>
          </a:bodyPr>
          <a:lstStyle/>
          <a:p>
            <a:pPr>
              <a:spcAft>
                <a:spcPts val="1400"/>
              </a:spcAft>
              <a:defRPr sz="1400">
                <a:solidFill>
                  <a:srgbClr val="1E293B"/>
                </a:solidFill>
                <a:latin typeface="Calibri"/>
              </a:defRPr>
            </a:pPr>
            <a:r>
              <a:t>7. Tool and technology</a:t>
            </a:r>
          </a:p>
          <a:p>
            <a:pPr>
              <a:spcAft>
                <a:spcPts val="1400"/>
              </a:spcAft>
              <a:defRPr sz="1400">
                <a:solidFill>
                  <a:srgbClr val="1E293B"/>
                </a:solidFill>
                <a:latin typeface="Calibri"/>
              </a:defRPr>
            </a:pPr>
            <a:r>
              <a:t>8. Screenshots</a:t>
            </a:r>
          </a:p>
          <a:p>
            <a:pPr>
              <a:spcAft>
                <a:spcPts val="1400"/>
              </a:spcAft>
              <a:defRPr sz="1400" b="1">
                <a:solidFill>
                  <a:srgbClr val="0284C7"/>
                </a:solidFill>
                <a:latin typeface="Calibri"/>
              </a:defRPr>
            </a:pPr>
            <a:r>
              <a:t>9. Impacts and benefits</a:t>
            </a:r>
          </a:p>
          <a:p>
            <a:pPr>
              <a:spcAft>
                <a:spcPts val="1400"/>
              </a:spcAft>
              <a:defRPr sz="1400">
                <a:solidFill>
                  <a:srgbClr val="1E293B"/>
                </a:solidFill>
                <a:latin typeface="Calibri"/>
              </a:defRPr>
            </a:pPr>
            <a:r>
              <a:t>10. Future-Scope</a:t>
            </a:r>
          </a:p>
          <a:p>
            <a:pPr>
              <a:spcAft>
                <a:spcPts val="1400"/>
              </a:spcAft>
              <a:defRPr sz="1400">
                <a:solidFill>
                  <a:srgbClr val="1E293B"/>
                </a:solidFill>
                <a:latin typeface="Calibri"/>
              </a:defRPr>
            </a:pPr>
            <a:r>
              <a:t>11. Conclusion</a:t>
            </a:r>
          </a:p>
          <a:p>
            <a:pPr>
              <a:spcAft>
                <a:spcPts val="1400"/>
              </a:spcAft>
              <a:defRPr sz="1400">
                <a:solidFill>
                  <a:srgbClr val="1E293B"/>
                </a:solidFill>
                <a:latin typeface="Calibri"/>
              </a:defRPr>
            </a:pPr>
            <a:r>
              <a:t>12. References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r>
              <a:t>Problem Statement &amp; Introduction</a:t>
            </a:r>
          </a:p>
        </p:txBody>
      </p:sp>
      <p:grpSp>
        <p:nvGrpSpPr>
          <p:cNvPr id="7" name="object 7"/>
          <p:cNvGrpSpPr/>
          <p:nvPr/>
        </p:nvGrpSpPr>
        <p:grpSpPr>
          <a:xfrm>
            <a:off x="8364855" y="1438415"/>
            <a:ext cx="3387090" cy="4758690"/>
            <a:chOff x="8364855" y="1438415"/>
            <a:chExt cx="3387090" cy="4758690"/>
          </a:xfrm>
        </p:grpSpPr>
        <p:pic>
          <p:nvPicPr>
            <p:cNvPr id="8" name="object 8"/>
            <p:cNvPicPr/>
            <p:nvPr/>
          </p:nvPicPr>
          <p:blipFill>
            <a:blip r:embed="rId2" cstate="print"/>
            <a:stretch>
              <a:fillRect/>
            </a:stretch>
          </p:blipFill>
          <p:spPr>
            <a:xfrm>
              <a:off x="8364855" y="1438415"/>
              <a:ext cx="3387089" cy="4758690"/>
            </a:xfrm>
            <a:prstGeom prst="rect">
              <a:avLst/>
            </a:prstGeom>
          </p:spPr>
        </p:pic>
        <p:sp>
          <p:nvSpPr>
            <p:cNvPr id="9" name="object 9"/>
            <p:cNvSpPr/>
            <p:nvPr/>
          </p:nvSpPr>
          <p:spPr>
            <a:xfrm>
              <a:off x="8412480" y="1463040"/>
              <a:ext cx="3291840" cy="4663440"/>
            </a:xfrm>
            <a:custGeom>
              <a:avLst/>
              <a:gdLst/>
              <a:ahLst/>
              <a:cxnLst/>
              <a:rect l="l" t="t" r="r" b="b"/>
              <a:pathLst>
                <a:path w="3291840" h="4663440">
                  <a:moveTo>
                    <a:pt x="2743189" y="0"/>
                  </a:moveTo>
                  <a:lnTo>
                    <a:pt x="548651" y="0"/>
                  </a:lnTo>
                  <a:lnTo>
                    <a:pt x="501311" y="2013"/>
                  </a:lnTo>
                  <a:lnTo>
                    <a:pt x="455090" y="7945"/>
                  </a:lnTo>
                  <a:lnTo>
                    <a:pt x="410151" y="17630"/>
                  </a:lnTo>
                  <a:lnTo>
                    <a:pt x="366660" y="30904"/>
                  </a:lnTo>
                  <a:lnTo>
                    <a:pt x="324782" y="47602"/>
                  </a:lnTo>
                  <a:lnTo>
                    <a:pt x="284680" y="67558"/>
                  </a:lnTo>
                  <a:lnTo>
                    <a:pt x="246520" y="90610"/>
                  </a:lnTo>
                  <a:lnTo>
                    <a:pt x="210466" y="116591"/>
                  </a:lnTo>
                  <a:lnTo>
                    <a:pt x="176684" y="145337"/>
                  </a:lnTo>
                  <a:lnTo>
                    <a:pt x="145337" y="176684"/>
                  </a:lnTo>
                  <a:lnTo>
                    <a:pt x="116591" y="210466"/>
                  </a:lnTo>
                  <a:lnTo>
                    <a:pt x="90610" y="246520"/>
                  </a:lnTo>
                  <a:lnTo>
                    <a:pt x="67558" y="284680"/>
                  </a:lnTo>
                  <a:lnTo>
                    <a:pt x="47602" y="324782"/>
                  </a:lnTo>
                  <a:lnTo>
                    <a:pt x="30904" y="366660"/>
                  </a:lnTo>
                  <a:lnTo>
                    <a:pt x="17630" y="410151"/>
                  </a:lnTo>
                  <a:lnTo>
                    <a:pt x="7945" y="455090"/>
                  </a:lnTo>
                  <a:lnTo>
                    <a:pt x="2013" y="501311"/>
                  </a:lnTo>
                  <a:lnTo>
                    <a:pt x="0" y="548651"/>
                  </a:lnTo>
                  <a:lnTo>
                    <a:pt x="0" y="4114788"/>
                  </a:lnTo>
                  <a:lnTo>
                    <a:pt x="2013" y="4162128"/>
                  </a:lnTo>
                  <a:lnTo>
                    <a:pt x="7945" y="4208349"/>
                  </a:lnTo>
                  <a:lnTo>
                    <a:pt x="17630" y="4253288"/>
                  </a:lnTo>
                  <a:lnTo>
                    <a:pt x="30904" y="4296779"/>
                  </a:lnTo>
                  <a:lnTo>
                    <a:pt x="47602" y="4338658"/>
                  </a:lnTo>
                  <a:lnTo>
                    <a:pt x="67558" y="4378759"/>
                  </a:lnTo>
                  <a:lnTo>
                    <a:pt x="90610" y="4416919"/>
                  </a:lnTo>
                  <a:lnTo>
                    <a:pt x="116591" y="4452973"/>
                  </a:lnTo>
                  <a:lnTo>
                    <a:pt x="145337" y="4486755"/>
                  </a:lnTo>
                  <a:lnTo>
                    <a:pt x="176684" y="4518102"/>
                  </a:lnTo>
                  <a:lnTo>
                    <a:pt x="210466" y="4546848"/>
                  </a:lnTo>
                  <a:lnTo>
                    <a:pt x="246520" y="4572829"/>
                  </a:lnTo>
                  <a:lnTo>
                    <a:pt x="284680" y="4595881"/>
                  </a:lnTo>
                  <a:lnTo>
                    <a:pt x="324782" y="4615838"/>
                  </a:lnTo>
                  <a:lnTo>
                    <a:pt x="366660" y="4632535"/>
                  </a:lnTo>
                  <a:lnTo>
                    <a:pt x="410151" y="4645809"/>
                  </a:lnTo>
                  <a:lnTo>
                    <a:pt x="455090" y="4655494"/>
                  </a:lnTo>
                  <a:lnTo>
                    <a:pt x="501311" y="4661426"/>
                  </a:lnTo>
                  <a:lnTo>
                    <a:pt x="548651" y="4663440"/>
                  </a:lnTo>
                  <a:lnTo>
                    <a:pt x="2743189" y="4663440"/>
                  </a:lnTo>
                  <a:lnTo>
                    <a:pt x="2790529" y="4661426"/>
                  </a:lnTo>
                  <a:lnTo>
                    <a:pt x="2836751" y="4655494"/>
                  </a:lnTo>
                  <a:lnTo>
                    <a:pt x="2881689" y="4645809"/>
                  </a:lnTo>
                  <a:lnTo>
                    <a:pt x="2925180" y="4632535"/>
                  </a:lnTo>
                  <a:lnTo>
                    <a:pt x="2967059" y="4615838"/>
                  </a:lnTo>
                  <a:lnTo>
                    <a:pt x="3007160" y="4595881"/>
                  </a:lnTo>
                  <a:lnTo>
                    <a:pt x="3045320" y="4572829"/>
                  </a:lnTo>
                  <a:lnTo>
                    <a:pt x="3081373" y="4546848"/>
                  </a:lnTo>
                  <a:lnTo>
                    <a:pt x="3115156" y="4518102"/>
                  </a:lnTo>
                  <a:lnTo>
                    <a:pt x="3146502" y="4486755"/>
                  </a:lnTo>
                  <a:lnTo>
                    <a:pt x="3175249" y="4452973"/>
                  </a:lnTo>
                  <a:lnTo>
                    <a:pt x="3201230" y="4416919"/>
                  </a:lnTo>
                  <a:lnTo>
                    <a:pt x="3224281" y="4378759"/>
                  </a:lnTo>
                  <a:lnTo>
                    <a:pt x="3244238" y="4338658"/>
                  </a:lnTo>
                  <a:lnTo>
                    <a:pt x="3260935" y="4296779"/>
                  </a:lnTo>
                  <a:lnTo>
                    <a:pt x="3274209" y="4253288"/>
                  </a:lnTo>
                  <a:lnTo>
                    <a:pt x="3283894" y="4208349"/>
                  </a:lnTo>
                  <a:lnTo>
                    <a:pt x="3289826" y="4162128"/>
                  </a:lnTo>
                  <a:lnTo>
                    <a:pt x="3291840" y="4114788"/>
                  </a:lnTo>
                  <a:lnTo>
                    <a:pt x="3291840" y="548651"/>
                  </a:lnTo>
                  <a:lnTo>
                    <a:pt x="3289826" y="501311"/>
                  </a:lnTo>
                  <a:lnTo>
                    <a:pt x="3283894" y="455090"/>
                  </a:lnTo>
                  <a:lnTo>
                    <a:pt x="3274209" y="410151"/>
                  </a:lnTo>
                  <a:lnTo>
                    <a:pt x="3260935" y="366660"/>
                  </a:lnTo>
                  <a:lnTo>
                    <a:pt x="3244238" y="324782"/>
                  </a:lnTo>
                  <a:lnTo>
                    <a:pt x="3224281" y="284680"/>
                  </a:lnTo>
                  <a:lnTo>
                    <a:pt x="3201230" y="246520"/>
                  </a:lnTo>
                  <a:lnTo>
                    <a:pt x="3175249" y="210466"/>
                  </a:lnTo>
                  <a:lnTo>
                    <a:pt x="3146502" y="176684"/>
                  </a:lnTo>
                  <a:lnTo>
                    <a:pt x="3115156" y="145337"/>
                  </a:lnTo>
                  <a:lnTo>
                    <a:pt x="3081373" y="116591"/>
                  </a:lnTo>
                  <a:lnTo>
                    <a:pt x="3045320" y="90610"/>
                  </a:lnTo>
                  <a:lnTo>
                    <a:pt x="3007160" y="67558"/>
                  </a:lnTo>
                  <a:lnTo>
                    <a:pt x="2967059" y="47602"/>
                  </a:lnTo>
                  <a:lnTo>
                    <a:pt x="2925180" y="30904"/>
                  </a:lnTo>
                  <a:lnTo>
                    <a:pt x="2881689" y="17630"/>
                  </a:lnTo>
                  <a:lnTo>
                    <a:pt x="2836751" y="7945"/>
                  </a:lnTo>
                  <a:lnTo>
                    <a:pt x="2790529" y="2013"/>
                  </a:lnTo>
                  <a:lnTo>
                    <a:pt x="2743189" y="0"/>
                  </a:lnTo>
                  <a:close/>
                </a:path>
              </a:pathLst>
            </a:custGeom>
            <a:solidFill>
              <a:srgbClr val="E0F2FE"/>
            </a:solidFill>
          </p:spPr>
          <p:txBody>
            <a:bodyPr wrap="square" lIns="0" tIns="0" rIns="0" bIns="0" rtlCol="0"/>
            <a:lstStyle/>
            <a:p/>
          </p:txBody>
        </p:sp>
        <p:sp>
          <p:nvSpPr>
            <p:cNvPr id="10" name="object 10"/>
            <p:cNvSpPr/>
            <p:nvPr/>
          </p:nvSpPr>
          <p:spPr>
            <a:xfrm>
              <a:off x="8412480" y="1463040"/>
              <a:ext cx="3291840" cy="4663440"/>
            </a:xfrm>
            <a:custGeom>
              <a:avLst/>
              <a:gdLst/>
              <a:ahLst/>
              <a:cxnLst/>
              <a:rect l="l" t="t" r="r" b="b"/>
              <a:pathLst>
                <a:path w="3291840" h="4663440">
                  <a:moveTo>
                    <a:pt x="548650" y="0"/>
                  </a:moveTo>
                  <a:lnTo>
                    <a:pt x="2743188" y="0"/>
                  </a:lnTo>
                  <a:lnTo>
                    <a:pt x="2790528" y="2013"/>
                  </a:lnTo>
                  <a:lnTo>
                    <a:pt x="2836749" y="7945"/>
                  </a:lnTo>
                  <a:lnTo>
                    <a:pt x="2881688" y="17630"/>
                  </a:lnTo>
                  <a:lnTo>
                    <a:pt x="2925179" y="30904"/>
                  </a:lnTo>
                  <a:lnTo>
                    <a:pt x="2967057" y="47602"/>
                  </a:lnTo>
                  <a:lnTo>
                    <a:pt x="3007159" y="67558"/>
                  </a:lnTo>
                  <a:lnTo>
                    <a:pt x="3045319" y="90610"/>
                  </a:lnTo>
                  <a:lnTo>
                    <a:pt x="3081373" y="116591"/>
                  </a:lnTo>
                  <a:lnTo>
                    <a:pt x="3115155" y="145337"/>
                  </a:lnTo>
                  <a:lnTo>
                    <a:pt x="3146502" y="176684"/>
                  </a:lnTo>
                  <a:lnTo>
                    <a:pt x="3175248" y="210466"/>
                  </a:lnTo>
                  <a:lnTo>
                    <a:pt x="3201229" y="246520"/>
                  </a:lnTo>
                  <a:lnTo>
                    <a:pt x="3224281" y="284680"/>
                  </a:lnTo>
                  <a:lnTo>
                    <a:pt x="3244237" y="324781"/>
                  </a:lnTo>
                  <a:lnTo>
                    <a:pt x="3260935" y="366660"/>
                  </a:lnTo>
                  <a:lnTo>
                    <a:pt x="3274209" y="410151"/>
                  </a:lnTo>
                  <a:lnTo>
                    <a:pt x="3283894" y="455089"/>
                  </a:lnTo>
                  <a:lnTo>
                    <a:pt x="3289826" y="501311"/>
                  </a:lnTo>
                  <a:lnTo>
                    <a:pt x="3291840" y="548650"/>
                  </a:lnTo>
                  <a:lnTo>
                    <a:pt x="3291840" y="4114788"/>
                  </a:lnTo>
                  <a:lnTo>
                    <a:pt x="3289826" y="4162128"/>
                  </a:lnTo>
                  <a:lnTo>
                    <a:pt x="3283894" y="4208349"/>
                  </a:lnTo>
                  <a:lnTo>
                    <a:pt x="3274209" y="4253288"/>
                  </a:lnTo>
                  <a:lnTo>
                    <a:pt x="3260935" y="4296779"/>
                  </a:lnTo>
                  <a:lnTo>
                    <a:pt x="3244237" y="4338657"/>
                  </a:lnTo>
                  <a:lnTo>
                    <a:pt x="3224281" y="4378759"/>
                  </a:lnTo>
                  <a:lnTo>
                    <a:pt x="3201229" y="4416919"/>
                  </a:lnTo>
                  <a:lnTo>
                    <a:pt x="3175248" y="4452973"/>
                  </a:lnTo>
                  <a:lnTo>
                    <a:pt x="3146502" y="4486755"/>
                  </a:lnTo>
                  <a:lnTo>
                    <a:pt x="3115155" y="4518102"/>
                  </a:lnTo>
                  <a:lnTo>
                    <a:pt x="3081373" y="4546848"/>
                  </a:lnTo>
                  <a:lnTo>
                    <a:pt x="3045319" y="4572829"/>
                  </a:lnTo>
                  <a:lnTo>
                    <a:pt x="3007159" y="4595881"/>
                  </a:lnTo>
                  <a:lnTo>
                    <a:pt x="2967057" y="4615837"/>
                  </a:lnTo>
                  <a:lnTo>
                    <a:pt x="2925179" y="4632535"/>
                  </a:lnTo>
                  <a:lnTo>
                    <a:pt x="2881688" y="4645809"/>
                  </a:lnTo>
                  <a:lnTo>
                    <a:pt x="2836749" y="4655494"/>
                  </a:lnTo>
                  <a:lnTo>
                    <a:pt x="2790528" y="4661426"/>
                  </a:lnTo>
                  <a:lnTo>
                    <a:pt x="2743188" y="4663440"/>
                  </a:lnTo>
                  <a:lnTo>
                    <a:pt x="548650" y="4663440"/>
                  </a:lnTo>
                  <a:lnTo>
                    <a:pt x="501311" y="4661426"/>
                  </a:lnTo>
                  <a:lnTo>
                    <a:pt x="455089" y="4655494"/>
                  </a:lnTo>
                  <a:lnTo>
                    <a:pt x="410151" y="4645809"/>
                  </a:lnTo>
                  <a:lnTo>
                    <a:pt x="366660" y="4632535"/>
                  </a:lnTo>
                  <a:lnTo>
                    <a:pt x="324781" y="4615837"/>
                  </a:lnTo>
                  <a:lnTo>
                    <a:pt x="284680" y="4595881"/>
                  </a:lnTo>
                  <a:lnTo>
                    <a:pt x="246520" y="4572829"/>
                  </a:lnTo>
                  <a:lnTo>
                    <a:pt x="210466" y="4546848"/>
                  </a:lnTo>
                  <a:lnTo>
                    <a:pt x="176684" y="4518102"/>
                  </a:lnTo>
                  <a:lnTo>
                    <a:pt x="145337" y="4486755"/>
                  </a:lnTo>
                  <a:lnTo>
                    <a:pt x="116591" y="4452973"/>
                  </a:lnTo>
                  <a:lnTo>
                    <a:pt x="90610" y="4416919"/>
                  </a:lnTo>
                  <a:lnTo>
                    <a:pt x="67558" y="4378759"/>
                  </a:lnTo>
                  <a:lnTo>
                    <a:pt x="47602" y="4338657"/>
                  </a:lnTo>
                  <a:lnTo>
                    <a:pt x="30904" y="4296779"/>
                  </a:lnTo>
                  <a:lnTo>
                    <a:pt x="17630" y="4253288"/>
                  </a:lnTo>
                  <a:lnTo>
                    <a:pt x="7945" y="4208349"/>
                  </a:lnTo>
                  <a:lnTo>
                    <a:pt x="2013" y="4162128"/>
                  </a:lnTo>
                  <a:lnTo>
                    <a:pt x="0" y="4114788"/>
                  </a:lnTo>
                  <a:lnTo>
                    <a:pt x="0" y="548650"/>
                  </a:lnTo>
                  <a:lnTo>
                    <a:pt x="2013" y="501311"/>
                  </a:lnTo>
                  <a:lnTo>
                    <a:pt x="7945" y="455089"/>
                  </a:lnTo>
                  <a:lnTo>
                    <a:pt x="17630" y="410151"/>
                  </a:lnTo>
                  <a:lnTo>
                    <a:pt x="30904" y="366660"/>
                  </a:lnTo>
                  <a:lnTo>
                    <a:pt x="47602" y="324781"/>
                  </a:lnTo>
                  <a:lnTo>
                    <a:pt x="67558" y="284680"/>
                  </a:lnTo>
                  <a:lnTo>
                    <a:pt x="90610" y="246520"/>
                  </a:lnTo>
                  <a:lnTo>
                    <a:pt x="116591" y="210466"/>
                  </a:lnTo>
                  <a:lnTo>
                    <a:pt x="145337" y="176684"/>
                  </a:lnTo>
                  <a:lnTo>
                    <a:pt x="176684" y="145337"/>
                  </a:lnTo>
                  <a:lnTo>
                    <a:pt x="210466" y="116591"/>
                  </a:lnTo>
                  <a:lnTo>
                    <a:pt x="246520" y="90610"/>
                  </a:lnTo>
                  <a:lnTo>
                    <a:pt x="284680" y="67558"/>
                  </a:lnTo>
                  <a:lnTo>
                    <a:pt x="324781" y="47602"/>
                  </a:lnTo>
                  <a:lnTo>
                    <a:pt x="366660" y="30904"/>
                  </a:lnTo>
                  <a:lnTo>
                    <a:pt x="410151" y="17630"/>
                  </a:lnTo>
                  <a:lnTo>
                    <a:pt x="455089" y="7945"/>
                  </a:lnTo>
                  <a:lnTo>
                    <a:pt x="501311" y="2013"/>
                  </a:lnTo>
                  <a:lnTo>
                    <a:pt x="548650" y="0"/>
                  </a:lnTo>
                  <a:close/>
                </a:path>
              </a:pathLst>
            </a:custGeom>
            <a:ln w="19050">
              <a:solidFill>
                <a:srgbClr val="BAE6FD"/>
              </a:solidFill>
            </a:ln>
          </p:spPr>
          <p:txBody>
            <a:bodyPr wrap="square" lIns="0" tIns="0" rIns="0" bIns="0" rtlCol="0"/>
            <a:lstStyle/>
            <a:p/>
          </p:txBody>
        </p:sp>
      </p:grpSp>
      <p:sp>
        <p:nvSpPr>
          <p:cNvPr id="11" name="object 11"/>
          <p:cNvSpPr txBox="1"/>
          <p:nvPr/>
        </p:nvSpPr>
        <p:spPr>
          <a:xfrm>
            <a:off x="8661439" y="2039334"/>
            <a:ext cx="2755900" cy="1485900"/>
          </a:xfrm>
          <a:prstGeom prst="rect">
            <a:avLst/>
          </a:prstGeom>
        </p:spPr>
        <p:txBody>
          <a:bodyPr wrap="square" lIns="0" tIns="144780" rIns="0" bIns="0" rtlCol="0" vert="horz">
            <a:spAutoFit/>
          </a:bodyPr>
          <a:lstStyle/>
          <a:p>
            <a:pPr marL="770890">
              <a:lnSpc>
                <a:spcPct val="100000"/>
              </a:lnSpc>
              <a:spcBef>
                <a:spcPts val="1140"/>
              </a:spcBef>
            </a:pPr>
            <a:r>
              <a:rPr dirty="0" sz="1600" b="1">
                <a:solidFill>
                  <a:srgbClr val="0284C7"/>
                </a:solidFill>
                <a:latin typeface="Calibri"/>
                <a:cs typeface="Calibri"/>
              </a:rPr>
              <a:t>What</a:t>
            </a:r>
            <a:r>
              <a:rPr dirty="0" sz="1600" spc="-30" b="1">
                <a:solidFill>
                  <a:srgbClr val="0284C7"/>
                </a:solidFill>
                <a:latin typeface="Calibri"/>
                <a:cs typeface="Calibri"/>
              </a:rPr>
              <a:t> </a:t>
            </a:r>
            <a:r>
              <a:rPr dirty="0" sz="1600" b="1">
                <a:solidFill>
                  <a:srgbClr val="0284C7"/>
                </a:solidFill>
                <a:latin typeface="Calibri"/>
                <a:cs typeface="Calibri"/>
              </a:rPr>
              <a:t>is</a:t>
            </a:r>
            <a:r>
              <a:rPr dirty="0" sz="1600" spc="-20" b="1">
                <a:solidFill>
                  <a:srgbClr val="0284C7"/>
                </a:solidFill>
                <a:latin typeface="Calibri"/>
                <a:cs typeface="Calibri"/>
              </a:rPr>
              <a:t> </a:t>
            </a:r>
            <a:r>
              <a:rPr dirty="0" sz="1600" spc="-10" b="1">
                <a:solidFill>
                  <a:srgbClr val="0284C7"/>
                </a:solidFill>
                <a:latin typeface="Calibri"/>
                <a:cs typeface="Calibri"/>
              </a:rPr>
              <a:t>ORCA?</a:t>
            </a:r>
            <a:endParaRPr sz="1600">
              <a:latin typeface="Calibri"/>
              <a:cs typeface="Calibri"/>
            </a:endParaRPr>
          </a:p>
          <a:p>
            <a:pPr marL="12700" marR="5080">
              <a:lnSpc>
                <a:spcPts val="1300"/>
              </a:lnSpc>
              <a:spcBef>
                <a:spcPts val="775"/>
              </a:spcBef>
            </a:pPr>
            <a:r>
              <a:rPr dirty="0" sz="1100">
                <a:solidFill>
                  <a:srgbClr val="0F172A"/>
                </a:solidFill>
                <a:latin typeface="Calibri"/>
                <a:cs typeface="Calibri"/>
              </a:rPr>
              <a:t>Marine</a:t>
            </a:r>
            <a:r>
              <a:rPr dirty="0" sz="1100" spc="-15">
                <a:solidFill>
                  <a:srgbClr val="0F172A"/>
                </a:solidFill>
                <a:latin typeface="Calibri"/>
                <a:cs typeface="Calibri"/>
              </a:rPr>
              <a:t> </a:t>
            </a:r>
            <a:r>
              <a:rPr dirty="0" sz="1100" spc="-10">
                <a:solidFill>
                  <a:srgbClr val="0F172A"/>
                </a:solidFill>
                <a:latin typeface="Calibri"/>
                <a:cs typeface="Calibri"/>
              </a:rPr>
              <a:t>EcOsystem </a:t>
            </a:r>
            <a:r>
              <a:rPr dirty="0" sz="1100">
                <a:solidFill>
                  <a:srgbClr val="0F172A"/>
                </a:solidFill>
                <a:latin typeface="Calibri"/>
                <a:cs typeface="Calibri"/>
              </a:rPr>
              <a:t>Reasoning</a:t>
            </a:r>
            <a:r>
              <a:rPr dirty="0" sz="1100" spc="-10">
                <a:solidFill>
                  <a:srgbClr val="0F172A"/>
                </a:solidFill>
                <a:latin typeface="Calibri"/>
                <a:cs typeface="Calibri"/>
              </a:rPr>
              <a:t> </a:t>
            </a:r>
            <a:r>
              <a:rPr dirty="0" sz="1100">
                <a:solidFill>
                  <a:srgbClr val="0F172A"/>
                </a:solidFill>
                <a:latin typeface="Calibri"/>
                <a:cs typeface="Calibri"/>
              </a:rPr>
              <a:t>with</a:t>
            </a:r>
            <a:r>
              <a:rPr dirty="0" sz="1100" spc="-10">
                <a:solidFill>
                  <a:srgbClr val="0F172A"/>
                </a:solidFill>
                <a:latin typeface="Calibri"/>
                <a:cs typeface="Calibri"/>
              </a:rPr>
              <a:t> Collaborative </a:t>
            </a:r>
            <a:r>
              <a:rPr dirty="0" sz="1100">
                <a:solidFill>
                  <a:srgbClr val="0F172A"/>
                </a:solidFill>
                <a:latin typeface="Calibri"/>
                <a:cs typeface="Calibri"/>
              </a:rPr>
              <a:t>Agents</a:t>
            </a:r>
            <a:r>
              <a:rPr dirty="0" sz="1100" spc="-15">
                <a:solidFill>
                  <a:srgbClr val="0F172A"/>
                </a:solidFill>
                <a:latin typeface="Calibri"/>
                <a:cs typeface="Calibri"/>
              </a:rPr>
              <a:t> </a:t>
            </a:r>
            <a:r>
              <a:rPr dirty="0" sz="1100">
                <a:solidFill>
                  <a:srgbClr val="0F172A"/>
                </a:solidFill>
                <a:latin typeface="Calibri"/>
                <a:cs typeface="Calibri"/>
              </a:rPr>
              <a:t>—</a:t>
            </a:r>
            <a:r>
              <a:rPr dirty="0" sz="1100" spc="-15">
                <a:solidFill>
                  <a:srgbClr val="0F172A"/>
                </a:solidFill>
                <a:latin typeface="Calibri"/>
                <a:cs typeface="Calibri"/>
              </a:rPr>
              <a:t> </a:t>
            </a:r>
            <a:r>
              <a:rPr dirty="0" sz="1100">
                <a:solidFill>
                  <a:srgbClr val="0F172A"/>
                </a:solidFill>
                <a:latin typeface="Calibri"/>
                <a:cs typeface="Calibri"/>
              </a:rPr>
              <a:t>an</a:t>
            </a:r>
            <a:r>
              <a:rPr dirty="0" sz="1100" spc="-20">
                <a:solidFill>
                  <a:srgbClr val="0F172A"/>
                </a:solidFill>
                <a:latin typeface="Calibri"/>
                <a:cs typeface="Calibri"/>
              </a:rPr>
              <a:t> </a:t>
            </a:r>
            <a:r>
              <a:rPr dirty="0" sz="1100">
                <a:solidFill>
                  <a:srgbClr val="0F172A"/>
                </a:solidFill>
                <a:latin typeface="Calibri"/>
                <a:cs typeface="Calibri"/>
              </a:rPr>
              <a:t>agentic</a:t>
            </a:r>
            <a:r>
              <a:rPr dirty="0" sz="1100" spc="-15">
                <a:solidFill>
                  <a:srgbClr val="0F172A"/>
                </a:solidFill>
                <a:latin typeface="Calibri"/>
                <a:cs typeface="Calibri"/>
              </a:rPr>
              <a:t> </a:t>
            </a:r>
            <a:r>
              <a:rPr dirty="0" sz="1100">
                <a:solidFill>
                  <a:srgbClr val="0F172A"/>
                </a:solidFill>
                <a:latin typeface="Calibri"/>
                <a:cs typeface="Calibri"/>
              </a:rPr>
              <a:t>AI</a:t>
            </a:r>
            <a:r>
              <a:rPr dirty="0" sz="1100" spc="-15">
                <a:solidFill>
                  <a:srgbClr val="0F172A"/>
                </a:solidFill>
                <a:latin typeface="Calibri"/>
                <a:cs typeface="Calibri"/>
              </a:rPr>
              <a:t> </a:t>
            </a:r>
            <a:r>
              <a:rPr dirty="0" sz="1100">
                <a:solidFill>
                  <a:srgbClr val="0F172A"/>
                </a:solidFill>
                <a:latin typeface="Calibri"/>
                <a:cs typeface="Calibri"/>
              </a:rPr>
              <a:t>ocean</a:t>
            </a:r>
            <a:r>
              <a:rPr dirty="0" sz="1100" spc="-15">
                <a:solidFill>
                  <a:srgbClr val="0F172A"/>
                </a:solidFill>
                <a:latin typeface="Calibri"/>
                <a:cs typeface="Calibri"/>
              </a:rPr>
              <a:t> </a:t>
            </a:r>
            <a:r>
              <a:rPr dirty="0" sz="1100" spc="-10">
                <a:solidFill>
                  <a:srgbClr val="0F172A"/>
                </a:solidFill>
                <a:latin typeface="Calibri"/>
                <a:cs typeface="Calibri"/>
              </a:rPr>
              <a:t>intelligence </a:t>
            </a:r>
            <a:r>
              <a:rPr dirty="0" sz="1100">
                <a:solidFill>
                  <a:srgbClr val="0F172A"/>
                </a:solidFill>
                <a:latin typeface="Calibri"/>
                <a:cs typeface="Calibri"/>
              </a:rPr>
              <a:t>platform</a:t>
            </a:r>
            <a:r>
              <a:rPr dirty="0" sz="1100" spc="-35">
                <a:solidFill>
                  <a:srgbClr val="0F172A"/>
                </a:solidFill>
                <a:latin typeface="Calibri"/>
                <a:cs typeface="Calibri"/>
              </a:rPr>
              <a:t> </a:t>
            </a:r>
            <a:r>
              <a:rPr dirty="0" sz="1100">
                <a:solidFill>
                  <a:srgbClr val="0F172A"/>
                </a:solidFill>
                <a:latin typeface="Calibri"/>
                <a:cs typeface="Calibri"/>
              </a:rPr>
              <a:t>delivering</a:t>
            </a:r>
            <a:r>
              <a:rPr dirty="0" sz="1100" spc="-35">
                <a:solidFill>
                  <a:srgbClr val="0F172A"/>
                </a:solidFill>
                <a:latin typeface="Calibri"/>
                <a:cs typeface="Calibri"/>
              </a:rPr>
              <a:t> </a:t>
            </a:r>
            <a:r>
              <a:rPr dirty="0" sz="1100" spc="-10">
                <a:solidFill>
                  <a:srgbClr val="0F172A"/>
                </a:solidFill>
                <a:latin typeface="Calibri"/>
                <a:cs typeface="Calibri"/>
              </a:rPr>
              <a:t>real-</a:t>
            </a:r>
            <a:r>
              <a:rPr dirty="0" sz="1100">
                <a:solidFill>
                  <a:srgbClr val="0F172A"/>
                </a:solidFill>
                <a:latin typeface="Calibri"/>
                <a:cs typeface="Calibri"/>
              </a:rPr>
              <a:t>time</a:t>
            </a:r>
            <a:r>
              <a:rPr dirty="0" sz="1100" spc="-30">
                <a:solidFill>
                  <a:srgbClr val="0F172A"/>
                </a:solidFill>
                <a:latin typeface="Calibri"/>
                <a:cs typeface="Calibri"/>
              </a:rPr>
              <a:t> </a:t>
            </a:r>
            <a:r>
              <a:rPr dirty="0" sz="1100">
                <a:solidFill>
                  <a:srgbClr val="0F172A"/>
                </a:solidFill>
                <a:latin typeface="Calibri"/>
                <a:cs typeface="Calibri"/>
              </a:rPr>
              <a:t>safety</a:t>
            </a:r>
            <a:r>
              <a:rPr dirty="0" sz="1100" spc="-35">
                <a:solidFill>
                  <a:srgbClr val="0F172A"/>
                </a:solidFill>
                <a:latin typeface="Calibri"/>
                <a:cs typeface="Calibri"/>
              </a:rPr>
              <a:t> </a:t>
            </a:r>
            <a:r>
              <a:rPr dirty="0" sz="1100" spc="-10">
                <a:solidFill>
                  <a:srgbClr val="0F172A"/>
                </a:solidFill>
                <a:latin typeface="Calibri"/>
                <a:cs typeface="Calibri"/>
              </a:rPr>
              <a:t>verdicts, </a:t>
            </a:r>
            <a:r>
              <a:rPr dirty="0" sz="1100">
                <a:solidFill>
                  <a:srgbClr val="0F172A"/>
                </a:solidFill>
                <a:latin typeface="Calibri"/>
                <a:cs typeface="Calibri"/>
              </a:rPr>
              <a:t>optimal</a:t>
            </a:r>
            <a:r>
              <a:rPr dirty="0" sz="1100" spc="-30">
                <a:solidFill>
                  <a:srgbClr val="0F172A"/>
                </a:solidFill>
                <a:latin typeface="Calibri"/>
                <a:cs typeface="Calibri"/>
              </a:rPr>
              <a:t> </a:t>
            </a:r>
            <a:r>
              <a:rPr dirty="0" sz="1100">
                <a:solidFill>
                  <a:srgbClr val="0F172A"/>
                </a:solidFill>
                <a:latin typeface="Calibri"/>
                <a:cs typeface="Calibri"/>
              </a:rPr>
              <a:t>navigable</a:t>
            </a:r>
            <a:r>
              <a:rPr dirty="0" sz="1100" spc="-30">
                <a:solidFill>
                  <a:srgbClr val="0F172A"/>
                </a:solidFill>
                <a:latin typeface="Calibri"/>
                <a:cs typeface="Calibri"/>
              </a:rPr>
              <a:t> </a:t>
            </a:r>
            <a:r>
              <a:rPr dirty="0" sz="1100">
                <a:solidFill>
                  <a:srgbClr val="0F172A"/>
                </a:solidFill>
                <a:latin typeface="Calibri"/>
                <a:cs typeface="Calibri"/>
              </a:rPr>
              <a:t>routes,</a:t>
            </a:r>
            <a:r>
              <a:rPr dirty="0" sz="1100" spc="-30">
                <a:solidFill>
                  <a:srgbClr val="0F172A"/>
                </a:solidFill>
                <a:latin typeface="Calibri"/>
                <a:cs typeface="Calibri"/>
              </a:rPr>
              <a:t> </a:t>
            </a:r>
            <a:r>
              <a:rPr dirty="0" sz="1100">
                <a:solidFill>
                  <a:srgbClr val="0F172A"/>
                </a:solidFill>
                <a:latin typeface="Calibri"/>
                <a:cs typeface="Calibri"/>
              </a:rPr>
              <a:t>and</a:t>
            </a:r>
            <a:r>
              <a:rPr dirty="0" sz="1100" spc="-30">
                <a:solidFill>
                  <a:srgbClr val="0F172A"/>
                </a:solidFill>
                <a:latin typeface="Calibri"/>
                <a:cs typeface="Calibri"/>
              </a:rPr>
              <a:t> </a:t>
            </a:r>
            <a:r>
              <a:rPr dirty="0" sz="1100">
                <a:solidFill>
                  <a:srgbClr val="0F172A"/>
                </a:solidFill>
                <a:latin typeface="Calibri"/>
                <a:cs typeface="Calibri"/>
              </a:rPr>
              <a:t>potential</a:t>
            </a:r>
            <a:r>
              <a:rPr dirty="0" sz="1100" spc="-30">
                <a:solidFill>
                  <a:srgbClr val="0F172A"/>
                </a:solidFill>
                <a:latin typeface="Calibri"/>
                <a:cs typeface="Calibri"/>
              </a:rPr>
              <a:t> </a:t>
            </a:r>
            <a:r>
              <a:rPr dirty="0" sz="1100" spc="-10">
                <a:solidFill>
                  <a:srgbClr val="0F172A"/>
                </a:solidFill>
                <a:latin typeface="Calibri"/>
                <a:cs typeface="Calibri"/>
              </a:rPr>
              <a:t>fishing </a:t>
            </a:r>
            <a:r>
              <a:rPr dirty="0" sz="1100">
                <a:solidFill>
                  <a:srgbClr val="0F172A"/>
                </a:solidFill>
                <a:latin typeface="Calibri"/>
                <a:cs typeface="Calibri"/>
              </a:rPr>
              <a:t>zones</a:t>
            </a:r>
            <a:r>
              <a:rPr dirty="0" sz="1100" spc="-20">
                <a:solidFill>
                  <a:srgbClr val="0F172A"/>
                </a:solidFill>
                <a:latin typeface="Calibri"/>
                <a:cs typeface="Calibri"/>
              </a:rPr>
              <a:t> </a:t>
            </a:r>
            <a:r>
              <a:rPr dirty="0" sz="1100">
                <a:solidFill>
                  <a:srgbClr val="0F172A"/>
                </a:solidFill>
                <a:latin typeface="Calibri"/>
                <a:cs typeface="Calibri"/>
              </a:rPr>
              <a:t>with</a:t>
            </a:r>
            <a:r>
              <a:rPr dirty="0" sz="1100" spc="-20">
                <a:solidFill>
                  <a:srgbClr val="0F172A"/>
                </a:solidFill>
                <a:latin typeface="Calibri"/>
                <a:cs typeface="Calibri"/>
              </a:rPr>
              <a:t> </a:t>
            </a:r>
            <a:r>
              <a:rPr dirty="0" sz="1100" spc="-10">
                <a:solidFill>
                  <a:srgbClr val="0F172A"/>
                </a:solidFill>
                <a:latin typeface="Calibri"/>
                <a:cs typeface="Calibri"/>
              </a:rPr>
              <a:t>zero</a:t>
            </a:r>
            <a:r>
              <a:rPr dirty="0" sz="1100" spc="-15">
                <a:solidFill>
                  <a:srgbClr val="0F172A"/>
                </a:solidFill>
                <a:latin typeface="Calibri"/>
                <a:cs typeface="Calibri"/>
              </a:rPr>
              <a:t> </a:t>
            </a:r>
            <a:r>
              <a:rPr dirty="0" sz="1100">
                <a:solidFill>
                  <a:srgbClr val="0F172A"/>
                </a:solidFill>
                <a:latin typeface="Calibri"/>
                <a:cs typeface="Calibri"/>
              </a:rPr>
              <a:t>hallucination</a:t>
            </a:r>
            <a:r>
              <a:rPr dirty="0" sz="1100" spc="-20">
                <a:solidFill>
                  <a:srgbClr val="0F172A"/>
                </a:solidFill>
                <a:latin typeface="Calibri"/>
                <a:cs typeface="Calibri"/>
              </a:rPr>
              <a:t> </a:t>
            </a:r>
            <a:r>
              <a:rPr dirty="0" sz="1100">
                <a:solidFill>
                  <a:srgbClr val="0F172A"/>
                </a:solidFill>
                <a:latin typeface="Calibri"/>
                <a:cs typeface="Calibri"/>
              </a:rPr>
              <a:t>and</a:t>
            </a:r>
            <a:r>
              <a:rPr dirty="0" sz="1100" spc="-15">
                <a:solidFill>
                  <a:srgbClr val="0F172A"/>
                </a:solidFill>
                <a:latin typeface="Calibri"/>
                <a:cs typeface="Calibri"/>
              </a:rPr>
              <a:t> </a:t>
            </a:r>
            <a:r>
              <a:rPr dirty="0" sz="1100" spc="-10">
                <a:solidFill>
                  <a:srgbClr val="0F172A"/>
                </a:solidFill>
                <a:latin typeface="Calibri"/>
                <a:cs typeface="Calibri"/>
              </a:rPr>
              <a:t>complete </a:t>
            </a:r>
            <a:r>
              <a:rPr dirty="0" sz="1100">
                <a:solidFill>
                  <a:srgbClr val="0F172A"/>
                </a:solidFill>
                <a:latin typeface="Calibri"/>
                <a:cs typeface="Calibri"/>
              </a:rPr>
              <a:t>source</a:t>
            </a:r>
            <a:r>
              <a:rPr dirty="0" sz="1100" spc="-30">
                <a:solidFill>
                  <a:srgbClr val="0F172A"/>
                </a:solidFill>
                <a:latin typeface="Calibri"/>
                <a:cs typeface="Calibri"/>
              </a:rPr>
              <a:t> </a:t>
            </a:r>
            <a:r>
              <a:rPr dirty="0" sz="1100" spc="-10">
                <a:solidFill>
                  <a:srgbClr val="0F172A"/>
                </a:solidFill>
                <a:latin typeface="Calibri"/>
                <a:cs typeface="Calibri"/>
              </a:rPr>
              <a:t>transparency.</a:t>
            </a:r>
            <a:endParaRPr sz="1100">
              <a:latin typeface="Calibri"/>
              <a:cs typeface="Calibri"/>
            </a:endParaRPr>
          </a:p>
        </p:txBody>
      </p:sp>
      <p:sp>
        <p:nvSpPr>
          <p:cNvPr id="12" name="object 12"/>
          <p:cNvSpPr txBox="1"/>
          <p:nvPr/>
        </p:nvSpPr>
        <p:spPr>
          <a:xfrm>
            <a:off x="8661439" y="3559352"/>
            <a:ext cx="2138680" cy="1807210"/>
          </a:xfrm>
          <a:prstGeom prst="rect">
            <a:avLst/>
          </a:prstGeom>
        </p:spPr>
        <p:txBody>
          <a:bodyPr wrap="square" lIns="0" tIns="77470" rIns="0" bIns="0" rtlCol="0" vert="horz">
            <a:spAutoFit/>
          </a:bodyPr>
          <a:lstStyle/>
          <a:p>
            <a:pPr marL="12700">
              <a:lnSpc>
                <a:spcPct val="100000"/>
              </a:lnSpc>
              <a:spcBef>
                <a:spcPts val="610"/>
              </a:spcBef>
            </a:pPr>
            <a:r>
              <a:rPr dirty="0" sz="1300" b="1">
                <a:solidFill>
                  <a:srgbClr val="0284C7"/>
                </a:solidFill>
                <a:latin typeface="Calibri"/>
                <a:cs typeface="Calibri"/>
              </a:rPr>
              <a:t>Key</a:t>
            </a:r>
            <a:r>
              <a:rPr dirty="0" sz="1300" spc="-60" b="1">
                <a:solidFill>
                  <a:srgbClr val="0284C7"/>
                </a:solidFill>
                <a:latin typeface="Calibri"/>
                <a:cs typeface="Calibri"/>
              </a:rPr>
              <a:t> </a:t>
            </a:r>
            <a:r>
              <a:rPr dirty="0" sz="1300" b="1">
                <a:solidFill>
                  <a:srgbClr val="0284C7"/>
                </a:solidFill>
                <a:latin typeface="Calibri"/>
                <a:cs typeface="Calibri"/>
              </a:rPr>
              <a:t>System</a:t>
            </a:r>
            <a:r>
              <a:rPr dirty="0" sz="1300" spc="-60" b="1">
                <a:solidFill>
                  <a:srgbClr val="0284C7"/>
                </a:solidFill>
                <a:latin typeface="Calibri"/>
                <a:cs typeface="Calibri"/>
              </a:rPr>
              <a:t> </a:t>
            </a:r>
            <a:r>
              <a:rPr dirty="0" sz="1300" spc="-10" b="1">
                <a:solidFill>
                  <a:srgbClr val="0284C7"/>
                </a:solidFill>
                <a:latin typeface="Calibri"/>
                <a:cs typeface="Calibri"/>
              </a:rPr>
              <a:t>Capabilities:</a:t>
            </a:r>
            <a:endParaRPr sz="1300">
              <a:latin typeface="Calibri"/>
              <a:cs typeface="Calibri"/>
            </a:endParaRPr>
          </a:p>
          <a:p>
            <a:pPr marL="113664" indent="-100965">
              <a:lnSpc>
                <a:spcPct val="100000"/>
              </a:lnSpc>
              <a:spcBef>
                <a:spcPts val="434"/>
              </a:spcBef>
              <a:buChar char="•"/>
              <a:tabLst>
                <a:tab pos="113664" algn="l"/>
              </a:tabLst>
            </a:pPr>
            <a:r>
              <a:rPr dirty="0" sz="1100">
                <a:solidFill>
                  <a:srgbClr val="1E293B"/>
                </a:solidFill>
                <a:latin typeface="Calibri"/>
                <a:cs typeface="Calibri"/>
              </a:rPr>
              <a:t>8</a:t>
            </a:r>
            <a:r>
              <a:rPr dirty="0" sz="1100" spc="-20">
                <a:solidFill>
                  <a:srgbClr val="1E293B"/>
                </a:solidFill>
                <a:latin typeface="Calibri"/>
                <a:cs typeface="Calibri"/>
              </a:rPr>
              <a:t> </a:t>
            </a:r>
            <a:r>
              <a:rPr dirty="0" sz="1100">
                <a:solidFill>
                  <a:srgbClr val="1E293B"/>
                </a:solidFill>
                <a:latin typeface="Calibri"/>
                <a:cs typeface="Calibri"/>
              </a:rPr>
              <a:t>Specialized</a:t>
            </a:r>
            <a:r>
              <a:rPr dirty="0" sz="1100" spc="-15">
                <a:solidFill>
                  <a:srgbClr val="1E293B"/>
                </a:solidFill>
                <a:latin typeface="Calibri"/>
                <a:cs typeface="Calibri"/>
              </a:rPr>
              <a:t> </a:t>
            </a:r>
            <a:r>
              <a:rPr dirty="0" sz="1100">
                <a:solidFill>
                  <a:srgbClr val="1E293B"/>
                </a:solidFill>
                <a:latin typeface="Calibri"/>
                <a:cs typeface="Calibri"/>
              </a:rPr>
              <a:t>Domain</a:t>
            </a:r>
            <a:r>
              <a:rPr dirty="0" sz="1100" spc="-20">
                <a:solidFill>
                  <a:srgbClr val="1E293B"/>
                </a:solidFill>
                <a:latin typeface="Calibri"/>
                <a:cs typeface="Calibri"/>
              </a:rPr>
              <a:t> </a:t>
            </a:r>
            <a:r>
              <a:rPr dirty="0" sz="1100" spc="-10">
                <a:solidFill>
                  <a:srgbClr val="1E293B"/>
                </a:solidFill>
                <a:latin typeface="Calibri"/>
                <a:cs typeface="Calibri"/>
              </a:rPr>
              <a:t>Agents</a:t>
            </a:r>
            <a:endParaRPr sz="1100">
              <a:latin typeface="Calibri"/>
              <a:cs typeface="Calibri"/>
            </a:endParaRPr>
          </a:p>
          <a:p>
            <a:pPr marL="113664" indent="-100965">
              <a:lnSpc>
                <a:spcPct val="100000"/>
              </a:lnSpc>
              <a:spcBef>
                <a:spcPts val="380"/>
              </a:spcBef>
              <a:buChar char="•"/>
              <a:tabLst>
                <a:tab pos="113664" algn="l"/>
              </a:tabLst>
            </a:pPr>
            <a:r>
              <a:rPr dirty="0" sz="1100" spc="-20">
                <a:solidFill>
                  <a:srgbClr val="1E293B"/>
                </a:solidFill>
                <a:latin typeface="Calibri"/>
                <a:cs typeface="Calibri"/>
              </a:rPr>
              <a:t>Zero-</a:t>
            </a:r>
            <a:r>
              <a:rPr dirty="0" sz="1100">
                <a:solidFill>
                  <a:srgbClr val="1E293B"/>
                </a:solidFill>
                <a:latin typeface="Calibri"/>
                <a:cs typeface="Calibri"/>
              </a:rPr>
              <a:t>Hallucination</a:t>
            </a:r>
            <a:r>
              <a:rPr dirty="0" sz="1100" spc="15">
                <a:solidFill>
                  <a:srgbClr val="1E293B"/>
                </a:solidFill>
                <a:latin typeface="Calibri"/>
                <a:cs typeface="Calibri"/>
              </a:rPr>
              <a:t> </a:t>
            </a:r>
            <a:r>
              <a:rPr dirty="0" sz="1100" spc="-10">
                <a:solidFill>
                  <a:srgbClr val="1E293B"/>
                </a:solidFill>
                <a:latin typeface="Calibri"/>
                <a:cs typeface="Calibri"/>
              </a:rPr>
              <a:t>Grounding</a:t>
            </a:r>
            <a:endParaRPr sz="1100">
              <a:latin typeface="Calibri"/>
              <a:cs typeface="Calibri"/>
            </a:endParaRPr>
          </a:p>
          <a:p>
            <a:pPr marL="113664" indent="-100965">
              <a:lnSpc>
                <a:spcPct val="100000"/>
              </a:lnSpc>
              <a:spcBef>
                <a:spcPts val="380"/>
              </a:spcBef>
              <a:buChar char="•"/>
              <a:tabLst>
                <a:tab pos="113664" algn="l"/>
              </a:tabLst>
            </a:pPr>
            <a:r>
              <a:rPr dirty="0" sz="1100">
                <a:solidFill>
                  <a:srgbClr val="1E293B"/>
                </a:solidFill>
                <a:latin typeface="Calibri"/>
                <a:cs typeface="Calibri"/>
              </a:rPr>
              <a:t>Deterministic</a:t>
            </a:r>
            <a:r>
              <a:rPr dirty="0" sz="1100" spc="-40">
                <a:solidFill>
                  <a:srgbClr val="1E293B"/>
                </a:solidFill>
                <a:latin typeface="Calibri"/>
                <a:cs typeface="Calibri"/>
              </a:rPr>
              <a:t> </a:t>
            </a:r>
            <a:r>
              <a:rPr dirty="0" sz="1100">
                <a:solidFill>
                  <a:srgbClr val="1E293B"/>
                </a:solidFill>
                <a:latin typeface="Calibri"/>
                <a:cs typeface="Calibri"/>
              </a:rPr>
              <a:t>Safety</a:t>
            </a:r>
            <a:r>
              <a:rPr dirty="0" sz="1100" spc="-35">
                <a:solidFill>
                  <a:srgbClr val="1E293B"/>
                </a:solidFill>
                <a:latin typeface="Calibri"/>
                <a:cs typeface="Calibri"/>
              </a:rPr>
              <a:t> </a:t>
            </a:r>
            <a:r>
              <a:rPr dirty="0" sz="1100">
                <a:solidFill>
                  <a:srgbClr val="1E293B"/>
                </a:solidFill>
                <a:latin typeface="Calibri"/>
                <a:cs typeface="Calibri"/>
              </a:rPr>
              <a:t>Matrix</a:t>
            </a:r>
            <a:r>
              <a:rPr dirty="0" sz="1100" spc="-35">
                <a:solidFill>
                  <a:srgbClr val="1E293B"/>
                </a:solidFill>
                <a:latin typeface="Calibri"/>
                <a:cs typeface="Calibri"/>
              </a:rPr>
              <a:t> </a:t>
            </a:r>
            <a:r>
              <a:rPr dirty="0" sz="1100" spc="-10">
                <a:solidFill>
                  <a:srgbClr val="1E293B"/>
                </a:solidFill>
                <a:latin typeface="Calibri"/>
                <a:cs typeface="Calibri"/>
              </a:rPr>
              <a:t>(0–</a:t>
            </a:r>
            <a:r>
              <a:rPr dirty="0" sz="1100" spc="-20">
                <a:solidFill>
                  <a:srgbClr val="1E293B"/>
                </a:solidFill>
                <a:latin typeface="Calibri"/>
                <a:cs typeface="Calibri"/>
              </a:rPr>
              <a:t>100)</a:t>
            </a:r>
            <a:endParaRPr sz="1100">
              <a:latin typeface="Calibri"/>
              <a:cs typeface="Calibri"/>
            </a:endParaRPr>
          </a:p>
          <a:p>
            <a:pPr marL="113664" indent="-100965">
              <a:lnSpc>
                <a:spcPct val="100000"/>
              </a:lnSpc>
              <a:spcBef>
                <a:spcPts val="380"/>
              </a:spcBef>
              <a:buChar char="•"/>
              <a:tabLst>
                <a:tab pos="113664" algn="l"/>
              </a:tabLst>
            </a:pPr>
            <a:r>
              <a:rPr dirty="0" sz="1100">
                <a:solidFill>
                  <a:srgbClr val="1E293B"/>
                </a:solidFill>
                <a:latin typeface="Calibri"/>
                <a:cs typeface="Calibri"/>
              </a:rPr>
              <a:t>Satellite</a:t>
            </a:r>
            <a:r>
              <a:rPr dirty="0" sz="1100" spc="-15">
                <a:solidFill>
                  <a:srgbClr val="1E293B"/>
                </a:solidFill>
                <a:latin typeface="Calibri"/>
                <a:cs typeface="Calibri"/>
              </a:rPr>
              <a:t> </a:t>
            </a:r>
            <a:r>
              <a:rPr dirty="0" sz="1100">
                <a:solidFill>
                  <a:srgbClr val="1E293B"/>
                </a:solidFill>
                <a:latin typeface="Calibri"/>
                <a:cs typeface="Calibri"/>
              </a:rPr>
              <a:t>PFZ</a:t>
            </a:r>
            <a:r>
              <a:rPr dirty="0" sz="1100" spc="-10">
                <a:solidFill>
                  <a:srgbClr val="1E293B"/>
                </a:solidFill>
                <a:latin typeface="Calibri"/>
                <a:cs typeface="Calibri"/>
              </a:rPr>
              <a:t> </a:t>
            </a:r>
            <a:r>
              <a:rPr dirty="0" sz="1100">
                <a:solidFill>
                  <a:srgbClr val="1E293B"/>
                </a:solidFill>
                <a:latin typeface="Calibri"/>
                <a:cs typeface="Calibri"/>
              </a:rPr>
              <a:t>&amp;</a:t>
            </a:r>
            <a:r>
              <a:rPr dirty="0" sz="1100" spc="-15">
                <a:solidFill>
                  <a:srgbClr val="1E293B"/>
                </a:solidFill>
                <a:latin typeface="Calibri"/>
                <a:cs typeface="Calibri"/>
              </a:rPr>
              <a:t> </a:t>
            </a:r>
            <a:r>
              <a:rPr dirty="0" sz="1100">
                <a:solidFill>
                  <a:srgbClr val="1E293B"/>
                </a:solidFill>
                <a:latin typeface="Calibri"/>
                <a:cs typeface="Calibri"/>
              </a:rPr>
              <a:t>Dynamic</a:t>
            </a:r>
            <a:r>
              <a:rPr dirty="0" sz="1100" spc="-10">
                <a:solidFill>
                  <a:srgbClr val="1E293B"/>
                </a:solidFill>
                <a:latin typeface="Calibri"/>
                <a:cs typeface="Calibri"/>
              </a:rPr>
              <a:t> Bearings</a:t>
            </a:r>
            <a:endParaRPr sz="1100">
              <a:latin typeface="Calibri"/>
              <a:cs typeface="Calibri"/>
            </a:endParaRPr>
          </a:p>
          <a:p>
            <a:pPr marL="113664" indent="-100965">
              <a:lnSpc>
                <a:spcPct val="100000"/>
              </a:lnSpc>
              <a:spcBef>
                <a:spcPts val="380"/>
              </a:spcBef>
              <a:buChar char="•"/>
              <a:tabLst>
                <a:tab pos="113664" algn="l"/>
              </a:tabLst>
            </a:pPr>
            <a:r>
              <a:rPr dirty="0" sz="1100">
                <a:solidFill>
                  <a:srgbClr val="1E293B"/>
                </a:solidFill>
                <a:latin typeface="Calibri"/>
                <a:cs typeface="Calibri"/>
              </a:rPr>
              <a:t>Dual</a:t>
            </a:r>
            <a:r>
              <a:rPr dirty="0" sz="1100" spc="-40">
                <a:solidFill>
                  <a:srgbClr val="1E293B"/>
                </a:solidFill>
                <a:latin typeface="Calibri"/>
                <a:cs typeface="Calibri"/>
              </a:rPr>
              <a:t> </a:t>
            </a:r>
            <a:r>
              <a:rPr dirty="0" sz="1100">
                <a:solidFill>
                  <a:srgbClr val="1E293B"/>
                </a:solidFill>
                <a:latin typeface="Calibri"/>
                <a:cs typeface="Calibri"/>
              </a:rPr>
              <a:t>Navigable</a:t>
            </a:r>
            <a:r>
              <a:rPr dirty="0" sz="1100" spc="-40">
                <a:solidFill>
                  <a:srgbClr val="1E293B"/>
                </a:solidFill>
                <a:latin typeface="Calibri"/>
                <a:cs typeface="Calibri"/>
              </a:rPr>
              <a:t> </a:t>
            </a:r>
            <a:r>
              <a:rPr dirty="0" sz="1100">
                <a:solidFill>
                  <a:srgbClr val="1E293B"/>
                </a:solidFill>
                <a:latin typeface="Calibri"/>
                <a:cs typeface="Calibri"/>
              </a:rPr>
              <a:t>Route</a:t>
            </a:r>
            <a:r>
              <a:rPr dirty="0" sz="1100" spc="-40">
                <a:solidFill>
                  <a:srgbClr val="1E293B"/>
                </a:solidFill>
                <a:latin typeface="Calibri"/>
                <a:cs typeface="Calibri"/>
              </a:rPr>
              <a:t> </a:t>
            </a:r>
            <a:r>
              <a:rPr dirty="0" sz="1100" spc="-10">
                <a:solidFill>
                  <a:srgbClr val="1E293B"/>
                </a:solidFill>
                <a:latin typeface="Calibri"/>
                <a:cs typeface="Calibri"/>
              </a:rPr>
              <a:t>Optimization</a:t>
            </a:r>
            <a:endParaRPr sz="1100">
              <a:latin typeface="Calibri"/>
              <a:cs typeface="Calibri"/>
            </a:endParaRPr>
          </a:p>
          <a:p>
            <a:pPr marL="113664" indent="-100965">
              <a:lnSpc>
                <a:spcPct val="100000"/>
              </a:lnSpc>
              <a:spcBef>
                <a:spcPts val="380"/>
              </a:spcBef>
              <a:buChar char="•"/>
              <a:tabLst>
                <a:tab pos="113664" algn="l"/>
              </a:tabLst>
            </a:pPr>
            <a:r>
              <a:rPr dirty="0" sz="1100">
                <a:solidFill>
                  <a:srgbClr val="1E293B"/>
                </a:solidFill>
                <a:latin typeface="Calibri"/>
                <a:cs typeface="Calibri"/>
              </a:rPr>
              <a:t>Multilingual</a:t>
            </a:r>
            <a:r>
              <a:rPr dirty="0" sz="1100" spc="-40">
                <a:solidFill>
                  <a:srgbClr val="1E293B"/>
                </a:solidFill>
                <a:latin typeface="Calibri"/>
                <a:cs typeface="Calibri"/>
              </a:rPr>
              <a:t> </a:t>
            </a:r>
            <a:r>
              <a:rPr dirty="0" sz="1100">
                <a:solidFill>
                  <a:srgbClr val="1E293B"/>
                </a:solidFill>
                <a:latin typeface="Calibri"/>
                <a:cs typeface="Calibri"/>
              </a:rPr>
              <a:t>Voice</a:t>
            </a:r>
            <a:r>
              <a:rPr dirty="0" sz="1100" spc="-40">
                <a:solidFill>
                  <a:srgbClr val="1E293B"/>
                </a:solidFill>
                <a:latin typeface="Calibri"/>
                <a:cs typeface="Calibri"/>
              </a:rPr>
              <a:t> </a:t>
            </a:r>
            <a:r>
              <a:rPr dirty="0" sz="1100">
                <a:solidFill>
                  <a:srgbClr val="1E293B"/>
                </a:solidFill>
                <a:latin typeface="Calibri"/>
                <a:cs typeface="Calibri"/>
              </a:rPr>
              <a:t>(Marathi,</a:t>
            </a:r>
            <a:r>
              <a:rPr dirty="0" sz="1100" spc="-40">
                <a:solidFill>
                  <a:srgbClr val="1E293B"/>
                </a:solidFill>
                <a:latin typeface="Calibri"/>
                <a:cs typeface="Calibri"/>
              </a:rPr>
              <a:t> </a:t>
            </a:r>
            <a:r>
              <a:rPr dirty="0" sz="1100" spc="-10">
                <a:solidFill>
                  <a:srgbClr val="1E293B"/>
                </a:solidFill>
                <a:latin typeface="Calibri"/>
                <a:cs typeface="Calibri"/>
              </a:rPr>
              <a:t>Hindi)</a:t>
            </a:r>
            <a:endParaRPr sz="1100">
              <a:latin typeface="Calibri"/>
              <a:cs typeface="Calibri"/>
            </a:endParaRPr>
          </a:p>
          <a:p>
            <a:pPr marL="113664" indent="-100965">
              <a:lnSpc>
                <a:spcPct val="100000"/>
              </a:lnSpc>
              <a:spcBef>
                <a:spcPts val="380"/>
              </a:spcBef>
              <a:buChar char="•"/>
              <a:tabLst>
                <a:tab pos="113664" algn="l"/>
              </a:tabLst>
            </a:pPr>
            <a:r>
              <a:rPr dirty="0" sz="1100">
                <a:solidFill>
                  <a:srgbClr val="1E293B"/>
                </a:solidFill>
                <a:latin typeface="Calibri"/>
                <a:cs typeface="Calibri"/>
              </a:rPr>
              <a:t>Offshore</a:t>
            </a:r>
            <a:r>
              <a:rPr dirty="0" sz="1100" spc="-35">
                <a:solidFill>
                  <a:srgbClr val="1E293B"/>
                </a:solidFill>
                <a:latin typeface="Calibri"/>
                <a:cs typeface="Calibri"/>
              </a:rPr>
              <a:t> </a:t>
            </a:r>
            <a:r>
              <a:rPr dirty="0" sz="1100">
                <a:solidFill>
                  <a:srgbClr val="1E293B"/>
                </a:solidFill>
                <a:latin typeface="Calibri"/>
                <a:cs typeface="Calibri"/>
              </a:rPr>
              <a:t>PWA</a:t>
            </a:r>
            <a:r>
              <a:rPr dirty="0" sz="1100" spc="-35">
                <a:solidFill>
                  <a:srgbClr val="1E293B"/>
                </a:solidFill>
                <a:latin typeface="Calibri"/>
                <a:cs typeface="Calibri"/>
              </a:rPr>
              <a:t> </a:t>
            </a:r>
            <a:r>
              <a:rPr dirty="0" sz="1100">
                <a:solidFill>
                  <a:srgbClr val="1E293B"/>
                </a:solidFill>
                <a:latin typeface="Calibri"/>
                <a:cs typeface="Calibri"/>
              </a:rPr>
              <a:t>Caching</a:t>
            </a:r>
            <a:r>
              <a:rPr dirty="0" sz="1100" spc="-30">
                <a:solidFill>
                  <a:srgbClr val="1E293B"/>
                </a:solidFill>
                <a:latin typeface="Calibri"/>
                <a:cs typeface="Calibri"/>
              </a:rPr>
              <a:t> </a:t>
            </a:r>
            <a:r>
              <a:rPr dirty="0" sz="1100">
                <a:solidFill>
                  <a:srgbClr val="1E293B"/>
                </a:solidFill>
                <a:latin typeface="Calibri"/>
                <a:cs typeface="Calibri"/>
              </a:rPr>
              <a:t>(50</a:t>
            </a:r>
            <a:r>
              <a:rPr dirty="0" sz="1100" spc="-35">
                <a:solidFill>
                  <a:srgbClr val="1E293B"/>
                </a:solidFill>
                <a:latin typeface="Calibri"/>
                <a:cs typeface="Calibri"/>
              </a:rPr>
              <a:t> </a:t>
            </a:r>
            <a:r>
              <a:rPr dirty="0" sz="1100" spc="-25">
                <a:solidFill>
                  <a:srgbClr val="1E293B"/>
                </a:solidFill>
                <a:latin typeface="Calibri"/>
                <a:cs typeface="Calibri"/>
              </a:rPr>
              <a:t>NM)</a:t>
            </a:r>
            <a:endParaRPr sz="1100">
              <a:latin typeface="Calibri"/>
              <a:cs typeface="Calibri"/>
            </a:endParaRPr>
          </a:p>
        </p:txBody>
      </p:sp>
      <p:sp>
        <p:nvSpPr>
          <p:cNvPr id="13" name="TextBox 12"/>
          <p:cNvSpPr txBox="1"/>
          <p:nvPr/>
        </p:nvSpPr>
        <p:spPr>
          <a:xfrm>
            <a:off x="740664" y="1234440"/>
            <a:ext cx="6675120" cy="4846320"/>
          </a:xfrm>
          <a:prstGeom prst="rect">
            <a:avLst/>
          </a:prstGeom>
          <a:noFill/>
        </p:spPr>
        <p:txBody>
          <a:bodyPr wrap="square" lIns="0" rIns="0" tIns="0" bIns="0">
            <a:spAutoFit/>
          </a:bodyPr>
          <a:lstStyle/>
          <a:p>
            <a:pPr>
              <a:spcAft>
                <a:spcPts val="600"/>
              </a:spcAft>
              <a:defRPr sz="1200" b="1">
                <a:solidFill>
                  <a:srgbClr val="0284C7"/>
                </a:solidFill>
                <a:latin typeface="Calibri"/>
              </a:defRPr>
            </a:pPr>
            <a:r>
              <a:t>Bridging Oceanographic Big Data &amp; Real-Time Seamanship Decisions</a:t>
            </a:r>
          </a:p>
          <a:p>
            <a:pPr>
              <a:spcAft>
                <a:spcPts val="800"/>
              </a:spcAft>
              <a:defRPr sz="919">
                <a:solidFill>
                  <a:srgbClr val="334155"/>
                </a:solidFill>
                <a:latin typeface="Calibri"/>
              </a:defRPr>
            </a:pPr>
            <a:r>
              <a:t>Marine operations and artisanal fisheries operate under high-stakes conditions governed by complex variables (wave swell, wind gusts, thermal fronts, naval exclusion zones, and international boundaries). Timely marine intelligence is directly tied to life safety, fuel efficiency, and sustainable harvest.</a:t>
            </a:r>
          </a:p>
          <a:p>
            <a:pPr>
              <a:spcAft>
                <a:spcPts val="400"/>
              </a:spcAft>
              <a:defRPr sz="1050" b="1">
                <a:solidFill>
                  <a:srgbClr val="0F172A"/>
                </a:solidFill>
                <a:latin typeface="Calibri"/>
              </a:defRPr>
            </a:pPr>
            <a:r>
              <a:t>Problem Statement: Three Critical Maritime Barriers</a:t>
            </a:r>
          </a:p>
          <a:p>
            <a:pPr>
              <a:spcAft>
                <a:spcPts val="400"/>
              </a:spcAft>
            </a:pPr>
            <a:r>
              <a:rPr sz="880" b="1">
                <a:solidFill>
                  <a:srgbClr val="1E293B"/>
                </a:solidFill>
                <a:latin typeface="Calibri"/>
              </a:rPr>
              <a:t>• Crippling Fuel Expenditure: </a:t>
            </a:r>
            <a:r>
              <a:rPr sz="880">
                <a:solidFill>
                  <a:srgbClr val="475569"/>
                </a:solidFill>
                <a:latin typeface="Calibri"/>
              </a:rPr>
              <a:t>Skippers spend up to 60% of trip revenue on diesel, roaming 6–10 hours blindly searching for fish schools without live telemetry.</a:t>
            </a:r>
          </a:p>
          <a:p>
            <a:pPr>
              <a:spcAft>
                <a:spcPts val="400"/>
              </a:spcAft>
            </a:pPr>
            <a:r>
              <a:rPr sz="880" b="1">
                <a:solidFill>
                  <a:srgbClr val="1E293B"/>
                </a:solidFill>
                <a:latin typeface="Calibri"/>
              </a:rPr>
              <a:t>• Language &amp; Literacy Barriers: </a:t>
            </a:r>
            <a:r>
              <a:rPr sz="880">
                <a:solidFill>
                  <a:srgbClr val="475569"/>
                </a:solidFill>
                <a:latin typeface="Calibri"/>
              </a:rPr>
              <a:t>Crucial ocean feeds from INCOIS and IMD are in complex English tables. Touchscreens fail under sea spray; fishers require hands-free spoken voice in their native dialect.</a:t>
            </a:r>
          </a:p>
          <a:p>
            <a:pPr>
              <a:spcAft>
                <a:spcPts val="400"/>
              </a:spcAft>
            </a:pPr>
            <a:r>
              <a:rPr sz="880" b="1">
                <a:solidFill>
                  <a:srgbClr val="1E293B"/>
                </a:solidFill>
                <a:latin typeface="Calibri"/>
              </a:rPr>
              <a:t>• Sea Safety &amp; IMBL Border Hazards: </a:t>
            </a:r>
            <a:r>
              <a:rPr sz="880">
                <a:solidFill>
                  <a:srgbClr val="475569"/>
                </a:solidFill>
                <a:latin typeface="Calibri"/>
              </a:rPr>
              <a:t>Sudden monsoon squalls cause boat capsizing. Offshore drift currents push crafts across the IMBL resulting in foreign arrests, while cellular networks drop 10–15 NM offshore.</a:t>
            </a:r>
          </a:p>
          <a:p>
            <a:pPr>
              <a:spcBef>
                <a:spcPts val="600"/>
              </a:spcBef>
              <a:defRPr sz="900">
                <a:solidFill>
                  <a:srgbClr val="1E293B"/>
                </a:solidFill>
                <a:latin typeface="Calibri"/>
              </a:defRPr>
            </a:pPr>
            <a:r>
              <a:t>ORCA addresses these challenges together: deploying an 8-agent collaborative architecture pairing LLM intent decomposition with strictly grounded deterministic scientific engines (Risk Assessment, Navigable Routing, PFZ Intelligence), backed by an offshore PWA engine and full data provenance.</a:t>
            </a:r>
          </a:p>
        </p:txBody>
      </p:sp>
      <p:sp>
        <p:nvSpPr>
          <p:cNvPr id="14" name="TextBox 13"/>
          <p:cNvSpPr txBox="1"/>
          <p:nvPr/>
        </p:nvSpPr>
        <p:spPr>
          <a:xfrm>
            <a:off x="740664" y="1234440"/>
            <a:ext cx="6675120" cy="4846320"/>
          </a:xfrm>
          <a:prstGeom prst="rect">
            <a:avLst/>
          </a:prstGeom>
          <a:noFill/>
        </p:spPr>
        <p:txBody>
          <a:bodyPr wrap="square" lIns="0" rIns="0" tIns="0" bIns="0">
            <a:spAutoFit/>
          </a:bodyPr>
          <a:lstStyle/>
          <a:p>
            <a:pPr>
              <a:spcAft>
                <a:spcPts val="600"/>
              </a:spcAft>
              <a:defRPr sz="1200" b="1">
                <a:solidFill>
                  <a:srgbClr val="0284C7"/>
                </a:solidFill>
                <a:latin typeface="Calibri"/>
              </a:defRPr>
            </a:pPr>
            <a:r>
              <a:t>Bridging Oceanographic Big Data &amp; Real-Time Seamanship Decisions</a:t>
            </a:r>
          </a:p>
          <a:p>
            <a:pPr>
              <a:spcAft>
                <a:spcPts val="800"/>
              </a:spcAft>
              <a:defRPr sz="919">
                <a:solidFill>
                  <a:srgbClr val="334155"/>
                </a:solidFill>
                <a:latin typeface="Calibri"/>
              </a:defRPr>
            </a:pPr>
            <a:r>
              <a:t>Marine operations and artisanal fisheries operate under high-stakes conditions governed by complex variables (wave swell, wind gusts, thermal fronts, naval exclusion zones, and international boundaries). Timely marine intelligence is directly tied to life safety, fuel efficiency, and sustainable harvest.</a:t>
            </a:r>
          </a:p>
          <a:p>
            <a:pPr>
              <a:spcAft>
                <a:spcPts val="400"/>
              </a:spcAft>
              <a:defRPr sz="1050" b="1">
                <a:solidFill>
                  <a:srgbClr val="0F172A"/>
                </a:solidFill>
                <a:latin typeface="Calibri"/>
              </a:defRPr>
            </a:pPr>
            <a:r>
              <a:t>Problem Statement: Three Critical Maritime Barriers</a:t>
            </a:r>
          </a:p>
          <a:p>
            <a:pPr>
              <a:spcAft>
                <a:spcPts val="400"/>
              </a:spcAft>
            </a:pPr>
            <a:r>
              <a:rPr sz="880" b="1">
                <a:solidFill>
                  <a:srgbClr val="1E293B"/>
                </a:solidFill>
                <a:latin typeface="Calibri"/>
              </a:rPr>
              <a:t>• Crippling Fuel Expenditure: </a:t>
            </a:r>
            <a:r>
              <a:rPr sz="880">
                <a:solidFill>
                  <a:srgbClr val="475569"/>
                </a:solidFill>
                <a:latin typeface="Calibri"/>
              </a:rPr>
              <a:t>Skippers spend up to 60% of trip revenue on diesel, roaming 6–10 hours blindly searching for fish schools without live telemetry.</a:t>
            </a:r>
          </a:p>
          <a:p>
            <a:pPr>
              <a:spcAft>
                <a:spcPts val="400"/>
              </a:spcAft>
            </a:pPr>
            <a:r>
              <a:rPr sz="880" b="1">
                <a:solidFill>
                  <a:srgbClr val="1E293B"/>
                </a:solidFill>
                <a:latin typeface="Calibri"/>
              </a:rPr>
              <a:t>• Language &amp; Literacy Barriers: </a:t>
            </a:r>
            <a:r>
              <a:rPr sz="880">
                <a:solidFill>
                  <a:srgbClr val="475569"/>
                </a:solidFill>
                <a:latin typeface="Calibri"/>
              </a:rPr>
              <a:t>Crucial ocean feeds from INCOIS and IMD are in complex English tables. Touchscreens fail under sea spray; fishers require hands-free spoken voice in their native dialect.</a:t>
            </a:r>
          </a:p>
          <a:p>
            <a:pPr>
              <a:spcAft>
                <a:spcPts val="400"/>
              </a:spcAft>
            </a:pPr>
            <a:r>
              <a:rPr sz="880" b="1">
                <a:solidFill>
                  <a:srgbClr val="1E293B"/>
                </a:solidFill>
                <a:latin typeface="Calibri"/>
              </a:rPr>
              <a:t>• Sea Safety &amp; IMBL Border Hazards: </a:t>
            </a:r>
            <a:r>
              <a:rPr sz="880">
                <a:solidFill>
                  <a:srgbClr val="475569"/>
                </a:solidFill>
                <a:latin typeface="Calibri"/>
              </a:rPr>
              <a:t>Sudden monsoon squalls cause boat capsizing. Offshore drift currents push crafts across the IMBL resulting in foreign arrests, while cellular networks drop 10–15 NM offshore.</a:t>
            </a:r>
          </a:p>
          <a:p>
            <a:pPr>
              <a:spcBef>
                <a:spcPts val="600"/>
              </a:spcBef>
              <a:defRPr sz="900">
                <a:solidFill>
                  <a:srgbClr val="1E293B"/>
                </a:solidFill>
                <a:latin typeface="Calibri"/>
              </a:defRPr>
            </a:pPr>
            <a:r>
              <a:t>ORCA addresses these challenges together: deploying an 8-agent collaborative architecture pairing LLM intent decomposition with strictly grounded deterministic scientific engines (Risk Assessment, Navigable Routing, PFZ Intelligence), backed by an offshore PWA engine and full data provenance.</a:t>
            </a:r>
          </a:p>
        </p:txBody>
      </p:sp>
      <p:sp>
        <p:nvSpPr>
          <p:cNvPr id="15" name="TextBox 14"/>
          <p:cNvSpPr txBox="1"/>
          <p:nvPr/>
        </p:nvSpPr>
        <p:spPr>
          <a:xfrm>
            <a:off x="740664" y="1234440"/>
            <a:ext cx="6675120" cy="4846320"/>
          </a:xfrm>
          <a:prstGeom prst="rect">
            <a:avLst/>
          </a:prstGeom>
          <a:noFill/>
        </p:spPr>
        <p:txBody>
          <a:bodyPr wrap="square" lIns="0" rIns="0" tIns="0" bIns="0">
            <a:spAutoFit/>
          </a:bodyPr>
          <a:lstStyle/>
          <a:p>
            <a:pPr>
              <a:spcAft>
                <a:spcPts val="600"/>
              </a:spcAft>
              <a:defRPr sz="1200" b="1">
                <a:solidFill>
                  <a:srgbClr val="0284C7"/>
                </a:solidFill>
                <a:latin typeface="Calibri"/>
              </a:defRPr>
            </a:pPr>
            <a:r>
              <a:t>Bridging Oceanographic Big Data &amp; Real-Time Seamanship Decisions</a:t>
            </a:r>
          </a:p>
          <a:p>
            <a:pPr>
              <a:spcAft>
                <a:spcPts val="800"/>
              </a:spcAft>
              <a:defRPr sz="919">
                <a:solidFill>
                  <a:srgbClr val="334155"/>
                </a:solidFill>
                <a:latin typeface="Calibri"/>
              </a:defRPr>
            </a:pPr>
            <a:r>
              <a:t>Marine operations and artisanal fisheries operate under high-stakes conditions governed by complex variables (wave swell, wind gusts, thermal fronts, naval exclusion zones, and international boundaries). Timely marine intelligence is directly tied to life safety, fuel efficiency, and sustainable harvest.</a:t>
            </a:r>
          </a:p>
          <a:p>
            <a:pPr>
              <a:spcAft>
                <a:spcPts val="400"/>
              </a:spcAft>
              <a:defRPr sz="1050" b="1">
                <a:solidFill>
                  <a:srgbClr val="0F172A"/>
                </a:solidFill>
                <a:latin typeface="Calibri"/>
              </a:defRPr>
            </a:pPr>
            <a:r>
              <a:t>Problem Statement: Three Critical Maritime Barriers</a:t>
            </a:r>
          </a:p>
          <a:p>
            <a:pPr>
              <a:spcAft>
                <a:spcPts val="400"/>
              </a:spcAft>
            </a:pPr>
            <a:r>
              <a:rPr sz="880" b="1">
                <a:solidFill>
                  <a:srgbClr val="1E293B"/>
                </a:solidFill>
                <a:latin typeface="Calibri"/>
              </a:rPr>
              <a:t>• Crippling Fuel Expenditure: </a:t>
            </a:r>
            <a:r>
              <a:rPr sz="880">
                <a:solidFill>
                  <a:srgbClr val="475569"/>
                </a:solidFill>
                <a:latin typeface="Calibri"/>
              </a:rPr>
              <a:t>Skippers spend up to 60% of trip revenue on diesel, roaming 6–10 hours blindly searching for fish schools without live telemetry.</a:t>
            </a:r>
          </a:p>
          <a:p>
            <a:pPr>
              <a:spcAft>
                <a:spcPts val="400"/>
              </a:spcAft>
            </a:pPr>
            <a:r>
              <a:rPr sz="880" b="1">
                <a:solidFill>
                  <a:srgbClr val="1E293B"/>
                </a:solidFill>
                <a:latin typeface="Calibri"/>
              </a:rPr>
              <a:t>• Language &amp; Literacy Barriers: </a:t>
            </a:r>
            <a:r>
              <a:rPr sz="880">
                <a:solidFill>
                  <a:srgbClr val="475569"/>
                </a:solidFill>
                <a:latin typeface="Calibri"/>
              </a:rPr>
              <a:t>Crucial ocean feeds from INCOIS and IMD are in complex English tables. Touchscreens fail under sea spray; fishers require hands-free spoken voice in their native dialect.</a:t>
            </a:r>
          </a:p>
          <a:p>
            <a:pPr>
              <a:spcAft>
                <a:spcPts val="400"/>
              </a:spcAft>
            </a:pPr>
            <a:r>
              <a:rPr sz="880" b="1">
                <a:solidFill>
                  <a:srgbClr val="1E293B"/>
                </a:solidFill>
                <a:latin typeface="Calibri"/>
              </a:rPr>
              <a:t>• Sea Safety &amp; IMBL Border Hazards: </a:t>
            </a:r>
            <a:r>
              <a:rPr sz="880">
                <a:solidFill>
                  <a:srgbClr val="475569"/>
                </a:solidFill>
                <a:latin typeface="Calibri"/>
              </a:rPr>
              <a:t>Sudden monsoon squalls cause boat capsizing. Offshore drift currents push crafts across the IMBL resulting in foreign arrests, while cellular networks drop 10–15 NM offshore.</a:t>
            </a:r>
          </a:p>
          <a:p>
            <a:pPr>
              <a:spcBef>
                <a:spcPts val="600"/>
              </a:spcBef>
              <a:defRPr sz="900">
                <a:solidFill>
                  <a:srgbClr val="1E293B"/>
                </a:solidFill>
                <a:latin typeface="Calibri"/>
              </a:defRPr>
            </a:pPr>
            <a:r>
              <a:t>ORCA addresses these challenges together: deploying an 8-agent collaborative architecture pairing LLM intent decomposition with strictly grounded deterministic scientific engines (Risk Assessment, Navigable Routing, PFZ Intelligence), backed by an offshore PWA engine and full data provenance.</a:t>
            </a:r>
          </a:p>
        </p:txBody>
      </p:sp>
      <p:sp>
        <p:nvSpPr>
          <p:cNvPr id="16" name="TextBox 15"/>
          <p:cNvSpPr txBox="1"/>
          <p:nvPr/>
        </p:nvSpPr>
        <p:spPr>
          <a:xfrm>
            <a:off x="740664" y="1234440"/>
            <a:ext cx="6675120" cy="4846320"/>
          </a:xfrm>
          <a:prstGeom prst="rect">
            <a:avLst/>
          </a:prstGeom>
          <a:noFill/>
        </p:spPr>
        <p:txBody>
          <a:bodyPr wrap="square" lIns="0" rIns="0" tIns="0" bIns="0">
            <a:spAutoFit/>
          </a:bodyPr>
          <a:lstStyle/>
          <a:p>
            <a:pPr>
              <a:spcAft>
                <a:spcPts val="600"/>
              </a:spcAft>
              <a:defRPr sz="1200" b="1">
                <a:solidFill>
                  <a:srgbClr val="0284C7"/>
                </a:solidFill>
                <a:latin typeface="Calibri"/>
              </a:defRPr>
            </a:pPr>
            <a:r>
              <a:t>Bridging Oceanographic Big Data &amp; Real-Time Seamanship Decisions</a:t>
            </a:r>
          </a:p>
          <a:p>
            <a:pPr>
              <a:spcAft>
                <a:spcPts val="800"/>
              </a:spcAft>
              <a:defRPr sz="919">
                <a:solidFill>
                  <a:srgbClr val="334155"/>
                </a:solidFill>
                <a:latin typeface="Calibri"/>
              </a:defRPr>
            </a:pPr>
            <a:r>
              <a:t>Marine operations and artisanal fisheries operate under high-stakes conditions governed by complex variables (wave swell, wind gusts, thermal fronts, naval exclusion zones, and international boundaries). Timely marine intelligence is directly tied to life safety, fuel efficiency, and sustainable harvest.</a:t>
            </a:r>
          </a:p>
          <a:p>
            <a:pPr>
              <a:spcAft>
                <a:spcPts val="400"/>
              </a:spcAft>
              <a:defRPr sz="1050" b="1">
                <a:solidFill>
                  <a:srgbClr val="0F172A"/>
                </a:solidFill>
                <a:latin typeface="Calibri"/>
              </a:defRPr>
            </a:pPr>
            <a:r>
              <a:t>Problem Statement: Three Critical Maritime Barriers</a:t>
            </a:r>
          </a:p>
          <a:p>
            <a:pPr>
              <a:spcAft>
                <a:spcPts val="400"/>
              </a:spcAft>
            </a:pPr>
            <a:r>
              <a:rPr sz="880" b="1">
                <a:solidFill>
                  <a:srgbClr val="1E293B"/>
                </a:solidFill>
                <a:latin typeface="Calibri"/>
              </a:rPr>
              <a:t>• Crippling Fuel Expenditure: </a:t>
            </a:r>
            <a:r>
              <a:rPr sz="880">
                <a:solidFill>
                  <a:srgbClr val="475569"/>
                </a:solidFill>
                <a:latin typeface="Calibri"/>
              </a:rPr>
              <a:t>Skippers spend up to 60% of trip revenue on diesel, roaming 6–10 hours blindly searching for fish schools without live telemetry.</a:t>
            </a:r>
          </a:p>
          <a:p>
            <a:pPr>
              <a:spcAft>
                <a:spcPts val="400"/>
              </a:spcAft>
            </a:pPr>
            <a:r>
              <a:rPr sz="880" b="1">
                <a:solidFill>
                  <a:srgbClr val="1E293B"/>
                </a:solidFill>
                <a:latin typeface="Calibri"/>
              </a:rPr>
              <a:t>• Language &amp; Literacy Barriers: </a:t>
            </a:r>
            <a:r>
              <a:rPr sz="880">
                <a:solidFill>
                  <a:srgbClr val="475569"/>
                </a:solidFill>
                <a:latin typeface="Calibri"/>
              </a:rPr>
              <a:t>Crucial ocean feeds from INCOIS and IMD are in complex English tables. Touchscreens fail under sea spray; fishers require hands-free spoken voice in their native dialect.</a:t>
            </a:r>
          </a:p>
          <a:p>
            <a:pPr>
              <a:spcAft>
                <a:spcPts val="400"/>
              </a:spcAft>
            </a:pPr>
            <a:r>
              <a:rPr sz="880" b="1">
                <a:solidFill>
                  <a:srgbClr val="1E293B"/>
                </a:solidFill>
                <a:latin typeface="Calibri"/>
              </a:rPr>
              <a:t>• Sea Safety &amp; IMBL Border Hazards: </a:t>
            </a:r>
            <a:r>
              <a:rPr sz="880">
                <a:solidFill>
                  <a:srgbClr val="475569"/>
                </a:solidFill>
                <a:latin typeface="Calibri"/>
              </a:rPr>
              <a:t>Sudden monsoon squalls cause boat capsizing. Offshore drift currents push crafts across the IMBL resulting in foreign arrests, while cellular networks drop 10–15 NM offshore.</a:t>
            </a:r>
          </a:p>
          <a:p>
            <a:pPr>
              <a:spcBef>
                <a:spcPts val="600"/>
              </a:spcBef>
              <a:defRPr sz="900">
                <a:solidFill>
                  <a:srgbClr val="1E293B"/>
                </a:solidFill>
                <a:latin typeface="Calibri"/>
              </a:defRPr>
            </a:pPr>
            <a:r>
              <a:t>ORCA addresses these challenges together: deploying an 8-agent collaborative architecture pairing LLM intent decomposition with strictly grounded deterministic scientific engines (Risk Assessment, Navigable Routing, PFZ Intelligence), backed by an offshore PWA engine and full data provenance.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918844">
              <a:lnSpc>
                <a:spcPct val="100000"/>
              </a:lnSpc>
              <a:spcBef>
                <a:spcPts val="100"/>
              </a:spcBef>
            </a:pPr>
            <a:r>
              <a:rPr dirty="0" spc="-20"/>
              <a:t>Literature</a:t>
            </a:r>
            <a:r>
              <a:rPr dirty="0" spc="-95"/>
              <a:t> </a:t>
            </a:r>
            <a:r>
              <a:rPr dirty="0" spc="-10"/>
              <a:t>survey</a:t>
            </a:r>
          </a:p>
        </p:txBody>
      </p:sp>
      <p:graphicFrame>
        <p:nvGraphicFramePr>
          <p:cNvPr id="3" name="object 3"/>
          <p:cNvGraphicFramePr>
            <a:graphicFrameLocks noGrp="1"/>
          </p:cNvGraphicFramePr>
          <p:nvPr/>
        </p:nvGraphicFramePr>
        <p:xfrm>
          <a:off x="539750" y="1276350"/>
          <a:ext cx="11183620" cy="4956810"/>
        </p:xfrm>
        <a:graphic>
          <a:graphicData uri="http://schemas.openxmlformats.org/drawingml/2006/table">
            <a:tbl>
              <a:tblPr firstRow="1" bandRow="1">
                <a:tableStyleId>{2D5ABB26-0587-4C30-8999-92F81FD0307C}</a:tableStyleId>
              </a:tblPr>
              <a:tblGrid>
                <a:gridCol w="640080"/>
                <a:gridCol w="1828800"/>
                <a:gridCol w="2560320"/>
                <a:gridCol w="3383279"/>
                <a:gridCol w="2682239"/>
              </a:tblGrid>
              <a:tr h="568325">
                <a:tc>
                  <a:txBody>
                    <a:bodyPr/>
                    <a:lstStyle/>
                    <a:p>
                      <a:pPr algn="ctr">
                        <a:lnSpc>
                          <a:spcPts val="1310"/>
                        </a:lnSpc>
                        <a:spcBef>
                          <a:spcPts val="90"/>
                        </a:spcBef>
                      </a:pPr>
                      <a:r>
                        <a:rPr dirty="0" sz="1100" spc="-25" b="1">
                          <a:solidFill>
                            <a:srgbClr val="0F172A"/>
                          </a:solidFill>
                          <a:latin typeface="Calibri"/>
                          <a:cs typeface="Calibri"/>
                        </a:rPr>
                        <a:t>Sr.</a:t>
                      </a:r>
                      <a:endParaRPr sz="1100">
                        <a:latin typeface="Calibri"/>
                        <a:cs typeface="Calibri"/>
                      </a:endParaRPr>
                    </a:p>
                    <a:p>
                      <a:pPr algn="ctr">
                        <a:lnSpc>
                          <a:spcPts val="1310"/>
                        </a:lnSpc>
                      </a:pPr>
                      <a:r>
                        <a:rPr dirty="0" sz="1100" spc="-25" b="1">
                          <a:solidFill>
                            <a:srgbClr val="0F172A"/>
                          </a:solidFill>
                          <a:latin typeface="Calibri"/>
                          <a:cs typeface="Calibri"/>
                        </a:rPr>
                        <a:t>No.</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algn="ctr" marL="553085" marR="545465" indent="-635">
                        <a:lnSpc>
                          <a:spcPts val="1300"/>
                        </a:lnSpc>
                        <a:spcBef>
                          <a:spcPts val="150"/>
                        </a:spcBef>
                      </a:pPr>
                      <a:r>
                        <a:rPr dirty="0" sz="1100" b="1">
                          <a:solidFill>
                            <a:srgbClr val="0F172A"/>
                          </a:solidFill>
                          <a:latin typeface="Calibri"/>
                          <a:cs typeface="Calibri"/>
                        </a:rPr>
                        <a:t>Name</a:t>
                      </a:r>
                      <a:r>
                        <a:rPr dirty="0" sz="1100" spc="-40" b="1">
                          <a:solidFill>
                            <a:srgbClr val="0F172A"/>
                          </a:solidFill>
                          <a:latin typeface="Calibri"/>
                          <a:cs typeface="Calibri"/>
                        </a:rPr>
                        <a:t> </a:t>
                      </a:r>
                      <a:r>
                        <a:rPr dirty="0" sz="1100" spc="-25" b="1">
                          <a:solidFill>
                            <a:srgbClr val="0F172A"/>
                          </a:solidFill>
                          <a:latin typeface="Calibri"/>
                          <a:cs typeface="Calibri"/>
                        </a:rPr>
                        <a:t>of </a:t>
                      </a:r>
                      <a:r>
                        <a:rPr dirty="0" sz="1100" spc="-10" b="1">
                          <a:solidFill>
                            <a:srgbClr val="0F172A"/>
                          </a:solidFill>
                          <a:latin typeface="Calibri"/>
                          <a:cs typeface="Calibri"/>
                        </a:rPr>
                        <a:t>journal/conf erence</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marL="628015">
                        <a:lnSpc>
                          <a:spcPct val="100000"/>
                        </a:lnSpc>
                        <a:spcBef>
                          <a:spcPts val="90"/>
                        </a:spcBef>
                      </a:pPr>
                      <a:r>
                        <a:rPr dirty="0" sz="1100" b="1">
                          <a:solidFill>
                            <a:srgbClr val="0F172A"/>
                          </a:solidFill>
                          <a:latin typeface="Calibri"/>
                          <a:cs typeface="Calibri"/>
                        </a:rPr>
                        <a:t>Title</a:t>
                      </a:r>
                      <a:r>
                        <a:rPr dirty="0" sz="1100" spc="-40" b="1">
                          <a:solidFill>
                            <a:srgbClr val="0F172A"/>
                          </a:solidFill>
                          <a:latin typeface="Calibri"/>
                          <a:cs typeface="Calibri"/>
                        </a:rPr>
                        <a:t> </a:t>
                      </a:r>
                      <a:r>
                        <a:rPr dirty="0" sz="1100" b="1">
                          <a:solidFill>
                            <a:srgbClr val="0F172A"/>
                          </a:solidFill>
                          <a:latin typeface="Calibri"/>
                          <a:cs typeface="Calibri"/>
                        </a:rPr>
                        <a:t>of</a:t>
                      </a:r>
                      <a:r>
                        <a:rPr dirty="0" sz="1100" spc="-40" b="1">
                          <a:solidFill>
                            <a:srgbClr val="0F172A"/>
                          </a:solidFill>
                          <a:latin typeface="Calibri"/>
                          <a:cs typeface="Calibri"/>
                        </a:rPr>
                        <a:t> </a:t>
                      </a:r>
                      <a:r>
                        <a:rPr dirty="0" sz="1100" b="1">
                          <a:solidFill>
                            <a:srgbClr val="0F172A"/>
                          </a:solidFill>
                          <a:latin typeface="Calibri"/>
                          <a:cs typeface="Calibri"/>
                        </a:rPr>
                        <a:t>research</a:t>
                      </a:r>
                      <a:r>
                        <a:rPr dirty="0" sz="1100" spc="-40" b="1">
                          <a:solidFill>
                            <a:srgbClr val="0F172A"/>
                          </a:solidFill>
                          <a:latin typeface="Calibri"/>
                          <a:cs typeface="Calibri"/>
                        </a:rPr>
                        <a:t> </a:t>
                      </a:r>
                      <a:r>
                        <a:rPr dirty="0" sz="1100" spc="-20" b="1">
                          <a:solidFill>
                            <a:srgbClr val="0F172A"/>
                          </a:solidFill>
                          <a:latin typeface="Calibri"/>
                          <a:cs typeface="Calibri"/>
                        </a:rPr>
                        <a:t>paper</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marL="1027430">
                        <a:lnSpc>
                          <a:spcPct val="100000"/>
                        </a:lnSpc>
                        <a:spcBef>
                          <a:spcPts val="90"/>
                        </a:spcBef>
                      </a:pPr>
                      <a:r>
                        <a:rPr dirty="0" sz="1100" b="1">
                          <a:solidFill>
                            <a:srgbClr val="0F172A"/>
                          </a:solidFill>
                          <a:latin typeface="Calibri"/>
                          <a:cs typeface="Calibri"/>
                        </a:rPr>
                        <a:t>Brief</a:t>
                      </a:r>
                      <a:r>
                        <a:rPr dirty="0" sz="1100" spc="-30" b="1">
                          <a:solidFill>
                            <a:srgbClr val="0F172A"/>
                          </a:solidFill>
                          <a:latin typeface="Calibri"/>
                          <a:cs typeface="Calibri"/>
                        </a:rPr>
                        <a:t> </a:t>
                      </a:r>
                      <a:r>
                        <a:rPr dirty="0" sz="1100" b="1">
                          <a:solidFill>
                            <a:srgbClr val="0F172A"/>
                          </a:solidFill>
                          <a:latin typeface="Calibri"/>
                          <a:cs typeface="Calibri"/>
                        </a:rPr>
                        <a:t>summary</a:t>
                      </a:r>
                      <a:r>
                        <a:rPr dirty="0" sz="1100" spc="-30" b="1">
                          <a:solidFill>
                            <a:srgbClr val="0F172A"/>
                          </a:solidFill>
                          <a:latin typeface="Calibri"/>
                          <a:cs typeface="Calibri"/>
                        </a:rPr>
                        <a:t> </a:t>
                      </a:r>
                      <a:r>
                        <a:rPr dirty="0" sz="1100" b="1">
                          <a:solidFill>
                            <a:srgbClr val="0F172A"/>
                          </a:solidFill>
                          <a:latin typeface="Calibri"/>
                          <a:cs typeface="Calibri"/>
                        </a:rPr>
                        <a:t>of</a:t>
                      </a:r>
                      <a:r>
                        <a:rPr dirty="0" sz="1100" spc="-30" b="1">
                          <a:solidFill>
                            <a:srgbClr val="0F172A"/>
                          </a:solidFill>
                          <a:latin typeface="Calibri"/>
                          <a:cs typeface="Calibri"/>
                        </a:rPr>
                        <a:t> </a:t>
                      </a:r>
                      <a:r>
                        <a:rPr dirty="0" sz="1100" spc="-20" b="1">
                          <a:solidFill>
                            <a:srgbClr val="0F172A"/>
                          </a:solidFill>
                          <a:latin typeface="Calibri"/>
                          <a:cs typeface="Calibri"/>
                        </a:rPr>
                        <a:t>work</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algn="ctr">
                        <a:lnSpc>
                          <a:spcPct val="100000"/>
                        </a:lnSpc>
                        <a:spcBef>
                          <a:spcPts val="90"/>
                        </a:spcBef>
                      </a:pPr>
                      <a:r>
                        <a:rPr dirty="0" sz="1100" spc="-10" b="1">
                          <a:solidFill>
                            <a:srgbClr val="0F172A"/>
                          </a:solidFill>
                          <a:latin typeface="Calibri"/>
                          <a:cs typeface="Calibri"/>
                        </a:rPr>
                        <a:t>Drawbacks</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r>
              <a:tr h="2194560">
                <a:tc>
                  <a:txBody>
                    <a:bodyPr/>
                    <a:lstStyle/>
                    <a:p>
                      <a:pPr algn="ctr">
                        <a:lnSpc>
                          <a:spcPct val="100000"/>
                        </a:lnSpc>
                        <a:spcBef>
                          <a:spcPts val="145"/>
                        </a:spcBef>
                      </a:pPr>
                      <a:r>
                        <a:rPr dirty="0" sz="1200" spc="-25">
                          <a:solidFill>
                            <a:srgbClr val="0F172A"/>
                          </a:solidFill>
                          <a:latin typeface="Calibri"/>
                          <a:cs typeface="Calibri"/>
                        </a:rPr>
                        <a:t>1.</a:t>
                      </a:r>
                      <a:endParaRPr sz="1200">
                        <a:latin typeface="Calibri"/>
                        <a:cs typeface="Calibri"/>
                      </a:endParaRPr>
                    </a:p>
                  </a:txBody>
                  <a:tcPr marL="0" marR="0" marB="0" marT="18415">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a:lnSpc>
                          <a:spcPts val="1310"/>
                        </a:lnSpc>
                        <a:spcBef>
                          <a:spcPts val="90"/>
                        </a:spcBef>
                      </a:pPr>
                      <a:r>
                        <a:rPr dirty="0" sz="1100">
                          <a:solidFill>
                            <a:srgbClr val="0F172A"/>
                          </a:solidFill>
                          <a:latin typeface="Calibri"/>
                          <a:cs typeface="Calibri"/>
                        </a:rPr>
                        <a:t>2025</a:t>
                      </a:r>
                      <a:r>
                        <a:rPr dirty="0" sz="1100" spc="-20">
                          <a:solidFill>
                            <a:srgbClr val="0F172A"/>
                          </a:solidFill>
                          <a:latin typeface="Calibri"/>
                          <a:cs typeface="Calibri"/>
                        </a:rPr>
                        <a:t> </a:t>
                      </a:r>
                      <a:r>
                        <a:rPr dirty="0" sz="1100">
                          <a:solidFill>
                            <a:srgbClr val="0F172A"/>
                          </a:solidFill>
                          <a:latin typeface="Calibri"/>
                          <a:cs typeface="Calibri"/>
                        </a:rPr>
                        <a:t>IEEE</a:t>
                      </a:r>
                      <a:r>
                        <a:rPr dirty="0" sz="1100" spc="-20">
                          <a:solidFill>
                            <a:srgbClr val="0F172A"/>
                          </a:solidFill>
                          <a:latin typeface="Calibri"/>
                          <a:cs typeface="Calibri"/>
                        </a:rPr>
                        <a:t> </a:t>
                      </a:r>
                      <a:r>
                        <a:rPr dirty="0" sz="1100" spc="-25">
                          <a:solidFill>
                            <a:srgbClr val="0F172A"/>
                          </a:solidFill>
                          <a:latin typeface="Calibri"/>
                          <a:cs typeface="Calibri"/>
                        </a:rPr>
                        <a:t>2nd</a:t>
                      </a:r>
                      <a:endParaRPr sz="1100">
                        <a:latin typeface="Calibri"/>
                        <a:cs typeface="Calibri"/>
                      </a:endParaRPr>
                    </a:p>
                    <a:p>
                      <a:pPr marL="51435" marR="814705">
                        <a:lnSpc>
                          <a:spcPts val="1300"/>
                        </a:lnSpc>
                        <a:spcBef>
                          <a:spcPts val="50"/>
                        </a:spcBef>
                      </a:pPr>
                      <a:r>
                        <a:rPr dirty="0" sz="1100" spc="-10">
                          <a:solidFill>
                            <a:srgbClr val="0F172A"/>
                          </a:solidFill>
                          <a:latin typeface="Calibri"/>
                          <a:cs typeface="Calibri"/>
                        </a:rPr>
                        <a:t>International Conference</a:t>
                      </a:r>
                      <a:r>
                        <a:rPr dirty="0" sz="1100" spc="-5">
                          <a:solidFill>
                            <a:srgbClr val="0F172A"/>
                          </a:solidFill>
                          <a:latin typeface="Calibri"/>
                          <a:cs typeface="Calibri"/>
                        </a:rPr>
                        <a:t> </a:t>
                      </a:r>
                      <a:r>
                        <a:rPr dirty="0" sz="1100" spc="-25">
                          <a:solidFill>
                            <a:srgbClr val="0F172A"/>
                          </a:solidFill>
                          <a:latin typeface="Calibri"/>
                          <a:cs typeface="Calibri"/>
                        </a:rPr>
                        <a:t>on </a:t>
                      </a:r>
                      <a:r>
                        <a:rPr dirty="0" sz="1100" spc="-10">
                          <a:solidFill>
                            <a:srgbClr val="0F172A"/>
                          </a:solidFill>
                          <a:latin typeface="Calibri"/>
                          <a:cs typeface="Calibri"/>
                        </a:rPr>
                        <a:t>Electronics, Communications </a:t>
                      </a:r>
                      <a:r>
                        <a:rPr dirty="0" sz="1100">
                          <a:solidFill>
                            <a:srgbClr val="0F172A"/>
                          </a:solidFill>
                          <a:latin typeface="Calibri"/>
                          <a:cs typeface="Calibri"/>
                        </a:rPr>
                        <a:t>and</a:t>
                      </a:r>
                      <a:r>
                        <a:rPr dirty="0" sz="1100" spc="-5">
                          <a:solidFill>
                            <a:srgbClr val="0F172A"/>
                          </a:solidFill>
                          <a:latin typeface="Calibri"/>
                          <a:cs typeface="Calibri"/>
                        </a:rPr>
                        <a:t> </a:t>
                      </a:r>
                      <a:r>
                        <a:rPr dirty="0" sz="1100" spc="-10">
                          <a:solidFill>
                            <a:srgbClr val="0F172A"/>
                          </a:solidFill>
                          <a:latin typeface="Calibri"/>
                          <a:cs typeface="Calibri"/>
                        </a:rPr>
                        <a:t>Intelligent </a:t>
                      </a:r>
                      <a:r>
                        <a:rPr dirty="0" sz="1100">
                          <a:solidFill>
                            <a:srgbClr val="0F172A"/>
                          </a:solidFill>
                          <a:latin typeface="Calibri"/>
                          <a:cs typeface="Calibri"/>
                        </a:rPr>
                        <a:t>Science</a:t>
                      </a:r>
                      <a:r>
                        <a:rPr dirty="0" sz="1100" spc="-10">
                          <a:solidFill>
                            <a:srgbClr val="0F172A"/>
                          </a:solidFill>
                          <a:latin typeface="Calibri"/>
                          <a:cs typeface="Calibri"/>
                        </a:rPr>
                        <a:t> (ECIS)</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382270">
                        <a:lnSpc>
                          <a:spcPts val="1300"/>
                        </a:lnSpc>
                        <a:spcBef>
                          <a:spcPts val="150"/>
                        </a:spcBef>
                      </a:pPr>
                      <a:r>
                        <a:rPr dirty="0" sz="1100" spc="-10" b="1">
                          <a:solidFill>
                            <a:srgbClr val="0F172A"/>
                          </a:solidFill>
                          <a:latin typeface="Calibri"/>
                          <a:cs typeface="Calibri"/>
                        </a:rPr>
                        <a:t>Multi-</a:t>
                      </a:r>
                      <a:r>
                        <a:rPr dirty="0" sz="1100" b="1">
                          <a:solidFill>
                            <a:srgbClr val="0F172A"/>
                          </a:solidFill>
                          <a:latin typeface="Calibri"/>
                          <a:cs typeface="Calibri"/>
                        </a:rPr>
                        <a:t>Agent</a:t>
                      </a:r>
                      <a:r>
                        <a:rPr dirty="0" sz="1100" spc="-20" b="1">
                          <a:solidFill>
                            <a:srgbClr val="0F172A"/>
                          </a:solidFill>
                          <a:latin typeface="Calibri"/>
                          <a:cs typeface="Calibri"/>
                        </a:rPr>
                        <a:t> </a:t>
                      </a:r>
                      <a:r>
                        <a:rPr dirty="0" sz="1100" spc="-10" b="1">
                          <a:solidFill>
                            <a:srgbClr val="0F172A"/>
                          </a:solidFill>
                          <a:latin typeface="Calibri"/>
                          <a:cs typeface="Calibri"/>
                        </a:rPr>
                        <a:t>Weather</a:t>
                      </a:r>
                      <a:r>
                        <a:rPr dirty="0" sz="1100" spc="-15" b="1">
                          <a:solidFill>
                            <a:srgbClr val="0F172A"/>
                          </a:solidFill>
                          <a:latin typeface="Calibri"/>
                          <a:cs typeface="Calibri"/>
                        </a:rPr>
                        <a:t> </a:t>
                      </a:r>
                      <a:r>
                        <a:rPr dirty="0" sz="1100" b="1">
                          <a:solidFill>
                            <a:srgbClr val="0F172A"/>
                          </a:solidFill>
                          <a:latin typeface="Calibri"/>
                          <a:cs typeface="Calibri"/>
                        </a:rPr>
                        <a:t>Routing</a:t>
                      </a:r>
                      <a:r>
                        <a:rPr dirty="0" sz="1100" spc="-15" b="1">
                          <a:solidFill>
                            <a:srgbClr val="0F172A"/>
                          </a:solidFill>
                          <a:latin typeface="Calibri"/>
                          <a:cs typeface="Calibri"/>
                        </a:rPr>
                        <a:t> </a:t>
                      </a:r>
                      <a:r>
                        <a:rPr dirty="0" sz="1100" spc="-25" b="1">
                          <a:solidFill>
                            <a:srgbClr val="0F172A"/>
                          </a:solidFill>
                          <a:latin typeface="Calibri"/>
                          <a:cs typeface="Calibri"/>
                        </a:rPr>
                        <a:t>and </a:t>
                      </a:r>
                      <a:r>
                        <a:rPr dirty="0" sz="1100" b="1">
                          <a:solidFill>
                            <a:srgbClr val="0F172A"/>
                          </a:solidFill>
                          <a:latin typeface="Calibri"/>
                          <a:cs typeface="Calibri"/>
                        </a:rPr>
                        <a:t>Obstacle</a:t>
                      </a:r>
                      <a:r>
                        <a:rPr dirty="0" sz="1100" spc="-50" b="1">
                          <a:solidFill>
                            <a:srgbClr val="0F172A"/>
                          </a:solidFill>
                          <a:latin typeface="Calibri"/>
                          <a:cs typeface="Calibri"/>
                        </a:rPr>
                        <a:t> </a:t>
                      </a:r>
                      <a:r>
                        <a:rPr dirty="0" sz="1100" b="1">
                          <a:solidFill>
                            <a:srgbClr val="0F172A"/>
                          </a:solidFill>
                          <a:latin typeface="Calibri"/>
                          <a:cs typeface="Calibri"/>
                        </a:rPr>
                        <a:t>Avoidance</a:t>
                      </a:r>
                      <a:r>
                        <a:rPr dirty="0" sz="1100" spc="-45" b="1">
                          <a:solidFill>
                            <a:srgbClr val="0F172A"/>
                          </a:solidFill>
                          <a:latin typeface="Calibri"/>
                          <a:cs typeface="Calibri"/>
                        </a:rPr>
                        <a:t> </a:t>
                      </a:r>
                      <a:r>
                        <a:rPr dirty="0" sz="1100" b="1">
                          <a:solidFill>
                            <a:srgbClr val="0F172A"/>
                          </a:solidFill>
                          <a:latin typeface="Calibri"/>
                          <a:cs typeface="Calibri"/>
                        </a:rPr>
                        <a:t>for</a:t>
                      </a:r>
                      <a:r>
                        <a:rPr dirty="0" sz="1100" spc="-45" b="1">
                          <a:solidFill>
                            <a:srgbClr val="0F172A"/>
                          </a:solidFill>
                          <a:latin typeface="Calibri"/>
                          <a:cs typeface="Calibri"/>
                        </a:rPr>
                        <a:t> </a:t>
                      </a:r>
                      <a:r>
                        <a:rPr dirty="0" sz="1100" spc="-10" b="1">
                          <a:solidFill>
                            <a:srgbClr val="0F172A"/>
                          </a:solidFill>
                          <a:latin typeface="Calibri"/>
                          <a:cs typeface="Calibri"/>
                        </a:rPr>
                        <a:t>Autonomous </a:t>
                      </a:r>
                      <a:r>
                        <a:rPr dirty="0" sz="1100" b="1">
                          <a:solidFill>
                            <a:srgbClr val="0F172A"/>
                          </a:solidFill>
                          <a:latin typeface="Calibri"/>
                          <a:cs typeface="Calibri"/>
                        </a:rPr>
                        <a:t>Surface</a:t>
                      </a:r>
                      <a:r>
                        <a:rPr dirty="0" sz="1100" spc="-45" b="1">
                          <a:solidFill>
                            <a:srgbClr val="0F172A"/>
                          </a:solidFill>
                          <a:latin typeface="Calibri"/>
                          <a:cs typeface="Calibri"/>
                        </a:rPr>
                        <a:t> </a:t>
                      </a:r>
                      <a:r>
                        <a:rPr dirty="0" sz="1100" spc="-10" b="1">
                          <a:solidFill>
                            <a:srgbClr val="0F172A"/>
                          </a:solidFill>
                          <a:latin typeface="Calibri"/>
                          <a:cs typeface="Calibri"/>
                        </a:rPr>
                        <a:t>Vessels</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49530">
                        <a:lnSpc>
                          <a:spcPct val="108300"/>
                        </a:lnSpc>
                        <a:spcBef>
                          <a:spcPts val="140"/>
                        </a:spcBef>
                      </a:pPr>
                      <a:r>
                        <a:rPr dirty="0" sz="1000">
                          <a:solidFill>
                            <a:srgbClr val="1E293B"/>
                          </a:solidFill>
                          <a:latin typeface="Calibri"/>
                          <a:cs typeface="Calibri"/>
                        </a:rPr>
                        <a:t>The</a:t>
                      </a:r>
                      <a:r>
                        <a:rPr dirty="0" sz="1000" spc="-20">
                          <a:solidFill>
                            <a:srgbClr val="1E293B"/>
                          </a:solidFill>
                          <a:latin typeface="Calibri"/>
                          <a:cs typeface="Calibri"/>
                        </a:rPr>
                        <a:t> </a:t>
                      </a:r>
                      <a:r>
                        <a:rPr dirty="0" sz="1000">
                          <a:solidFill>
                            <a:srgbClr val="1E293B"/>
                          </a:solidFill>
                          <a:latin typeface="Calibri"/>
                          <a:cs typeface="Calibri"/>
                        </a:rPr>
                        <a:t>paper</a:t>
                      </a:r>
                      <a:r>
                        <a:rPr dirty="0" sz="1000" spc="-15">
                          <a:solidFill>
                            <a:srgbClr val="1E293B"/>
                          </a:solidFill>
                          <a:latin typeface="Calibri"/>
                          <a:cs typeface="Calibri"/>
                        </a:rPr>
                        <a:t> </a:t>
                      </a:r>
                      <a:r>
                        <a:rPr dirty="0" sz="1000">
                          <a:solidFill>
                            <a:srgbClr val="1E293B"/>
                          </a:solidFill>
                          <a:latin typeface="Calibri"/>
                          <a:cs typeface="Calibri"/>
                        </a:rPr>
                        <a:t>proposes</a:t>
                      </a:r>
                      <a:r>
                        <a:rPr dirty="0" sz="1000" spc="-15">
                          <a:solidFill>
                            <a:srgbClr val="1E293B"/>
                          </a:solidFill>
                          <a:latin typeface="Calibri"/>
                          <a:cs typeface="Calibri"/>
                        </a:rPr>
                        <a:t> </a:t>
                      </a:r>
                      <a:r>
                        <a:rPr dirty="0" sz="1000">
                          <a:solidFill>
                            <a:srgbClr val="1E293B"/>
                          </a:solidFill>
                          <a:latin typeface="Calibri"/>
                          <a:cs typeface="Calibri"/>
                        </a:rPr>
                        <a:t>a</a:t>
                      </a:r>
                      <a:r>
                        <a:rPr dirty="0" sz="1000" spc="-15">
                          <a:solidFill>
                            <a:srgbClr val="1E293B"/>
                          </a:solidFill>
                          <a:latin typeface="Calibri"/>
                          <a:cs typeface="Calibri"/>
                        </a:rPr>
                        <a:t> </a:t>
                      </a:r>
                      <a:r>
                        <a:rPr dirty="0" sz="1000" spc="-10">
                          <a:solidFill>
                            <a:srgbClr val="1E293B"/>
                          </a:solidFill>
                          <a:latin typeface="Calibri"/>
                          <a:cs typeface="Calibri"/>
                        </a:rPr>
                        <a:t>multi-</a:t>
                      </a:r>
                      <a:r>
                        <a:rPr dirty="0" sz="1000">
                          <a:solidFill>
                            <a:srgbClr val="1E293B"/>
                          </a:solidFill>
                          <a:latin typeface="Calibri"/>
                          <a:cs typeface="Calibri"/>
                        </a:rPr>
                        <a:t>agent</a:t>
                      </a:r>
                      <a:r>
                        <a:rPr dirty="0" sz="1000" spc="-20">
                          <a:solidFill>
                            <a:srgbClr val="1E293B"/>
                          </a:solidFill>
                          <a:latin typeface="Calibri"/>
                          <a:cs typeface="Calibri"/>
                        </a:rPr>
                        <a:t> </a:t>
                      </a:r>
                      <a:r>
                        <a:rPr dirty="0" sz="1000">
                          <a:solidFill>
                            <a:srgbClr val="1E293B"/>
                          </a:solidFill>
                          <a:latin typeface="Calibri"/>
                          <a:cs typeface="Calibri"/>
                        </a:rPr>
                        <a:t>routing</a:t>
                      </a:r>
                      <a:r>
                        <a:rPr dirty="0" sz="1000" spc="-15">
                          <a:solidFill>
                            <a:srgbClr val="1E293B"/>
                          </a:solidFill>
                          <a:latin typeface="Calibri"/>
                          <a:cs typeface="Calibri"/>
                        </a:rPr>
                        <a:t> </a:t>
                      </a:r>
                      <a:r>
                        <a:rPr dirty="0" sz="1000">
                          <a:solidFill>
                            <a:srgbClr val="1E293B"/>
                          </a:solidFill>
                          <a:latin typeface="Calibri"/>
                          <a:cs typeface="Calibri"/>
                        </a:rPr>
                        <a:t>framework</a:t>
                      </a:r>
                      <a:r>
                        <a:rPr dirty="0" sz="1000" spc="-15">
                          <a:solidFill>
                            <a:srgbClr val="1E293B"/>
                          </a:solidFill>
                          <a:latin typeface="Calibri"/>
                          <a:cs typeface="Calibri"/>
                        </a:rPr>
                        <a:t> </a:t>
                      </a:r>
                      <a:r>
                        <a:rPr dirty="0" sz="1000" spc="-20">
                          <a:solidFill>
                            <a:srgbClr val="1E293B"/>
                          </a:solidFill>
                          <a:latin typeface="Calibri"/>
                          <a:cs typeface="Calibri"/>
                        </a:rPr>
                        <a:t>that </a:t>
                      </a:r>
                      <a:r>
                        <a:rPr dirty="0" sz="1000">
                          <a:solidFill>
                            <a:srgbClr val="1E293B"/>
                          </a:solidFill>
                          <a:latin typeface="Calibri"/>
                          <a:cs typeface="Calibri"/>
                        </a:rPr>
                        <a:t>utilizes</a:t>
                      </a:r>
                      <a:r>
                        <a:rPr dirty="0" sz="1000" spc="-5">
                          <a:solidFill>
                            <a:srgbClr val="1E293B"/>
                          </a:solidFill>
                          <a:latin typeface="Calibri"/>
                          <a:cs typeface="Calibri"/>
                        </a:rPr>
                        <a:t> </a:t>
                      </a:r>
                      <a:r>
                        <a:rPr dirty="0" sz="1000" spc="-10">
                          <a:solidFill>
                            <a:srgbClr val="1E293B"/>
                          </a:solidFill>
                          <a:latin typeface="Calibri"/>
                          <a:cs typeface="Calibri"/>
                        </a:rPr>
                        <a:t>spatio-temporal</a:t>
                      </a:r>
                      <a:r>
                        <a:rPr dirty="0" sz="1000">
                          <a:solidFill>
                            <a:srgbClr val="1E293B"/>
                          </a:solidFill>
                          <a:latin typeface="Calibri"/>
                          <a:cs typeface="Calibri"/>
                        </a:rPr>
                        <a:t> wave</a:t>
                      </a:r>
                      <a:r>
                        <a:rPr dirty="0" sz="1000" spc="-5">
                          <a:solidFill>
                            <a:srgbClr val="1E293B"/>
                          </a:solidFill>
                          <a:latin typeface="Calibri"/>
                          <a:cs typeface="Calibri"/>
                        </a:rPr>
                        <a:t> </a:t>
                      </a:r>
                      <a:r>
                        <a:rPr dirty="0" sz="1000" spc="-10">
                          <a:solidFill>
                            <a:srgbClr val="1E293B"/>
                          </a:solidFill>
                          <a:latin typeface="Calibri"/>
                          <a:cs typeface="Calibri"/>
                        </a:rPr>
                        <a:t>forecasts</a:t>
                      </a:r>
                      <a:r>
                        <a:rPr dirty="0" sz="1000" spc="-5">
                          <a:solidFill>
                            <a:srgbClr val="1E293B"/>
                          </a:solidFill>
                          <a:latin typeface="Calibri"/>
                          <a:cs typeface="Calibri"/>
                        </a:rPr>
                        <a:t> </a:t>
                      </a:r>
                      <a:r>
                        <a:rPr dirty="0" sz="1000">
                          <a:solidFill>
                            <a:srgbClr val="1E293B"/>
                          </a:solidFill>
                          <a:latin typeface="Calibri"/>
                          <a:cs typeface="Calibri"/>
                        </a:rPr>
                        <a:t>and deep</a:t>
                      </a:r>
                      <a:r>
                        <a:rPr dirty="0" sz="1000" spc="-5">
                          <a:solidFill>
                            <a:srgbClr val="1E293B"/>
                          </a:solidFill>
                          <a:latin typeface="Calibri"/>
                          <a:cs typeface="Calibri"/>
                        </a:rPr>
                        <a:t> </a:t>
                      </a:r>
                      <a:r>
                        <a:rPr dirty="0" sz="1000" spc="-10">
                          <a:solidFill>
                            <a:srgbClr val="1E293B"/>
                          </a:solidFill>
                          <a:latin typeface="Calibri"/>
                          <a:cs typeface="Calibri"/>
                        </a:rPr>
                        <a:t>reinforcement </a:t>
                      </a:r>
                      <a:r>
                        <a:rPr dirty="0" sz="1000">
                          <a:solidFill>
                            <a:srgbClr val="1E293B"/>
                          </a:solidFill>
                          <a:latin typeface="Calibri"/>
                          <a:cs typeface="Calibri"/>
                        </a:rPr>
                        <a:t>learning</a:t>
                      </a:r>
                      <a:r>
                        <a:rPr dirty="0" sz="1000" spc="-15">
                          <a:solidFill>
                            <a:srgbClr val="1E293B"/>
                          </a:solidFill>
                          <a:latin typeface="Calibri"/>
                          <a:cs typeface="Calibri"/>
                        </a:rPr>
                        <a:t> </a:t>
                      </a:r>
                      <a:r>
                        <a:rPr dirty="0" sz="1000">
                          <a:solidFill>
                            <a:srgbClr val="1E293B"/>
                          </a:solidFill>
                          <a:latin typeface="Calibri"/>
                          <a:cs typeface="Calibri"/>
                        </a:rPr>
                        <a:t>to</a:t>
                      </a:r>
                      <a:r>
                        <a:rPr dirty="0" sz="1000" spc="-15">
                          <a:solidFill>
                            <a:srgbClr val="1E293B"/>
                          </a:solidFill>
                          <a:latin typeface="Calibri"/>
                          <a:cs typeface="Calibri"/>
                        </a:rPr>
                        <a:t> </a:t>
                      </a:r>
                      <a:r>
                        <a:rPr dirty="0" sz="1000">
                          <a:solidFill>
                            <a:srgbClr val="1E293B"/>
                          </a:solidFill>
                          <a:latin typeface="Calibri"/>
                          <a:cs typeface="Calibri"/>
                        </a:rPr>
                        <a:t>optimize</a:t>
                      </a:r>
                      <a:r>
                        <a:rPr dirty="0" sz="1000" spc="-15">
                          <a:solidFill>
                            <a:srgbClr val="1E293B"/>
                          </a:solidFill>
                          <a:latin typeface="Calibri"/>
                          <a:cs typeface="Calibri"/>
                        </a:rPr>
                        <a:t> </a:t>
                      </a:r>
                      <a:r>
                        <a:rPr dirty="0" sz="1000">
                          <a:solidFill>
                            <a:srgbClr val="1E293B"/>
                          </a:solidFill>
                          <a:latin typeface="Calibri"/>
                          <a:cs typeface="Calibri"/>
                        </a:rPr>
                        <a:t>maritime</a:t>
                      </a:r>
                      <a:r>
                        <a:rPr dirty="0" sz="1000" spc="-10">
                          <a:solidFill>
                            <a:srgbClr val="1E293B"/>
                          </a:solidFill>
                          <a:latin typeface="Calibri"/>
                          <a:cs typeface="Calibri"/>
                        </a:rPr>
                        <a:t> </a:t>
                      </a:r>
                      <a:r>
                        <a:rPr dirty="0" sz="1000">
                          <a:solidFill>
                            <a:srgbClr val="1E293B"/>
                          </a:solidFill>
                          <a:latin typeface="Calibri"/>
                          <a:cs typeface="Calibri"/>
                        </a:rPr>
                        <a:t>vessel</a:t>
                      </a:r>
                      <a:r>
                        <a:rPr dirty="0" sz="1000" spc="-15">
                          <a:solidFill>
                            <a:srgbClr val="1E293B"/>
                          </a:solidFill>
                          <a:latin typeface="Calibri"/>
                          <a:cs typeface="Calibri"/>
                        </a:rPr>
                        <a:t> </a:t>
                      </a:r>
                      <a:r>
                        <a:rPr dirty="0" sz="1000" spc="-10">
                          <a:solidFill>
                            <a:srgbClr val="1E293B"/>
                          </a:solidFill>
                          <a:latin typeface="Calibri"/>
                          <a:cs typeface="Calibri"/>
                        </a:rPr>
                        <a:t>navigation</a:t>
                      </a:r>
                      <a:r>
                        <a:rPr dirty="0" sz="1000" spc="-15">
                          <a:solidFill>
                            <a:srgbClr val="1E293B"/>
                          </a:solidFill>
                          <a:latin typeface="Calibri"/>
                          <a:cs typeface="Calibri"/>
                        </a:rPr>
                        <a:t> </a:t>
                      </a:r>
                      <a:r>
                        <a:rPr dirty="0" sz="1000">
                          <a:solidFill>
                            <a:srgbClr val="1E293B"/>
                          </a:solidFill>
                          <a:latin typeface="Calibri"/>
                          <a:cs typeface="Calibri"/>
                        </a:rPr>
                        <a:t>paths</a:t>
                      </a:r>
                      <a:r>
                        <a:rPr dirty="0" sz="1000" spc="-10">
                          <a:solidFill>
                            <a:srgbClr val="1E293B"/>
                          </a:solidFill>
                          <a:latin typeface="Calibri"/>
                          <a:cs typeface="Calibri"/>
                        </a:rPr>
                        <a:t> </a:t>
                      </a:r>
                      <a:r>
                        <a:rPr dirty="0" sz="1000" spc="-20">
                          <a:solidFill>
                            <a:srgbClr val="1E293B"/>
                          </a:solidFill>
                          <a:latin typeface="Calibri"/>
                          <a:cs typeface="Calibri"/>
                        </a:rPr>
                        <a:t>while </a:t>
                      </a:r>
                      <a:r>
                        <a:rPr dirty="0" sz="1000">
                          <a:solidFill>
                            <a:srgbClr val="1E293B"/>
                          </a:solidFill>
                          <a:latin typeface="Calibri"/>
                          <a:cs typeface="Calibri"/>
                        </a:rPr>
                        <a:t>avoiding</a:t>
                      </a:r>
                      <a:r>
                        <a:rPr dirty="0" sz="1000" spc="-15">
                          <a:solidFill>
                            <a:srgbClr val="1E293B"/>
                          </a:solidFill>
                          <a:latin typeface="Calibri"/>
                          <a:cs typeface="Calibri"/>
                        </a:rPr>
                        <a:t> </a:t>
                      </a:r>
                      <a:r>
                        <a:rPr dirty="0" sz="1000">
                          <a:solidFill>
                            <a:srgbClr val="1E293B"/>
                          </a:solidFill>
                          <a:latin typeface="Calibri"/>
                          <a:cs typeface="Calibri"/>
                        </a:rPr>
                        <a:t>dynamic</a:t>
                      </a:r>
                      <a:r>
                        <a:rPr dirty="0" sz="1000" spc="-15">
                          <a:solidFill>
                            <a:srgbClr val="1E293B"/>
                          </a:solidFill>
                          <a:latin typeface="Calibri"/>
                          <a:cs typeface="Calibri"/>
                        </a:rPr>
                        <a:t> </a:t>
                      </a:r>
                      <a:r>
                        <a:rPr dirty="0" sz="1000">
                          <a:solidFill>
                            <a:srgbClr val="1E293B"/>
                          </a:solidFill>
                          <a:latin typeface="Calibri"/>
                          <a:cs typeface="Calibri"/>
                        </a:rPr>
                        <a:t>sea</a:t>
                      </a:r>
                      <a:r>
                        <a:rPr dirty="0" sz="1000" spc="-15">
                          <a:solidFill>
                            <a:srgbClr val="1E293B"/>
                          </a:solidFill>
                          <a:latin typeface="Calibri"/>
                          <a:cs typeface="Calibri"/>
                        </a:rPr>
                        <a:t> </a:t>
                      </a:r>
                      <a:r>
                        <a:rPr dirty="0" sz="1000">
                          <a:solidFill>
                            <a:srgbClr val="1E293B"/>
                          </a:solidFill>
                          <a:latin typeface="Calibri"/>
                          <a:cs typeface="Calibri"/>
                        </a:rPr>
                        <a:t>obstacles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spc="-10">
                          <a:solidFill>
                            <a:srgbClr val="1E293B"/>
                          </a:solidFill>
                          <a:latin typeface="Calibri"/>
                          <a:cs typeface="Calibri"/>
                        </a:rPr>
                        <a:t>extreme</a:t>
                      </a:r>
                      <a:r>
                        <a:rPr dirty="0" sz="1000" spc="-15">
                          <a:solidFill>
                            <a:srgbClr val="1E293B"/>
                          </a:solidFill>
                          <a:latin typeface="Calibri"/>
                          <a:cs typeface="Calibri"/>
                        </a:rPr>
                        <a:t> </a:t>
                      </a:r>
                      <a:r>
                        <a:rPr dirty="0" sz="1000">
                          <a:solidFill>
                            <a:srgbClr val="1E293B"/>
                          </a:solidFill>
                          <a:latin typeface="Calibri"/>
                          <a:cs typeface="Calibri"/>
                        </a:rPr>
                        <a:t>swell</a:t>
                      </a:r>
                      <a:r>
                        <a:rPr dirty="0" sz="1000" spc="-15">
                          <a:solidFill>
                            <a:srgbClr val="1E293B"/>
                          </a:solidFill>
                          <a:latin typeface="Calibri"/>
                          <a:cs typeface="Calibri"/>
                        </a:rPr>
                        <a:t> </a:t>
                      </a:r>
                      <a:r>
                        <a:rPr dirty="0" sz="1000" spc="-10">
                          <a:solidFill>
                            <a:srgbClr val="1E293B"/>
                          </a:solidFill>
                          <a:latin typeface="Calibri"/>
                          <a:cs typeface="Calibri"/>
                        </a:rPr>
                        <a:t>regions.</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57785">
                        <a:lnSpc>
                          <a:spcPct val="108300"/>
                        </a:lnSpc>
                        <a:spcBef>
                          <a:spcPts val="140"/>
                        </a:spcBef>
                      </a:pPr>
                      <a:r>
                        <a:rPr dirty="0" sz="1000">
                          <a:solidFill>
                            <a:srgbClr val="1E293B"/>
                          </a:solidFill>
                          <a:latin typeface="Calibri"/>
                          <a:cs typeface="Calibri"/>
                        </a:rPr>
                        <a:t>The</a:t>
                      </a:r>
                      <a:r>
                        <a:rPr dirty="0" sz="1000" spc="-20">
                          <a:solidFill>
                            <a:srgbClr val="1E293B"/>
                          </a:solidFill>
                          <a:latin typeface="Calibri"/>
                          <a:cs typeface="Calibri"/>
                        </a:rPr>
                        <a:t> </a:t>
                      </a:r>
                      <a:r>
                        <a:rPr dirty="0" sz="1000">
                          <a:solidFill>
                            <a:srgbClr val="1E293B"/>
                          </a:solidFill>
                          <a:latin typeface="Calibri"/>
                          <a:cs typeface="Calibri"/>
                        </a:rPr>
                        <a:t>model</a:t>
                      </a:r>
                      <a:r>
                        <a:rPr dirty="0" sz="1000" spc="-15">
                          <a:solidFill>
                            <a:srgbClr val="1E293B"/>
                          </a:solidFill>
                          <a:latin typeface="Calibri"/>
                          <a:cs typeface="Calibri"/>
                        </a:rPr>
                        <a:t> </a:t>
                      </a:r>
                      <a:r>
                        <a:rPr dirty="0" sz="1000">
                          <a:solidFill>
                            <a:srgbClr val="1E293B"/>
                          </a:solidFill>
                          <a:latin typeface="Calibri"/>
                          <a:cs typeface="Calibri"/>
                        </a:rPr>
                        <a:t>relies</a:t>
                      </a:r>
                      <a:r>
                        <a:rPr dirty="0" sz="1000" spc="-15">
                          <a:solidFill>
                            <a:srgbClr val="1E293B"/>
                          </a:solidFill>
                          <a:latin typeface="Calibri"/>
                          <a:cs typeface="Calibri"/>
                        </a:rPr>
                        <a:t> </a:t>
                      </a:r>
                      <a:r>
                        <a:rPr dirty="0" sz="1000">
                          <a:solidFill>
                            <a:srgbClr val="1E293B"/>
                          </a:solidFill>
                          <a:latin typeface="Calibri"/>
                          <a:cs typeface="Calibri"/>
                        </a:rPr>
                        <a:t>on</a:t>
                      </a:r>
                      <a:r>
                        <a:rPr dirty="0" sz="1000" spc="-15">
                          <a:solidFill>
                            <a:srgbClr val="1E293B"/>
                          </a:solidFill>
                          <a:latin typeface="Calibri"/>
                          <a:cs typeface="Calibri"/>
                        </a:rPr>
                        <a:t> </a:t>
                      </a:r>
                      <a:r>
                        <a:rPr dirty="0" sz="1000">
                          <a:solidFill>
                            <a:srgbClr val="1E293B"/>
                          </a:solidFill>
                          <a:latin typeface="Calibri"/>
                          <a:cs typeface="Calibri"/>
                        </a:rPr>
                        <a:t>idealized</a:t>
                      </a:r>
                      <a:r>
                        <a:rPr dirty="0" sz="1000" spc="-15">
                          <a:solidFill>
                            <a:srgbClr val="1E293B"/>
                          </a:solidFill>
                          <a:latin typeface="Calibri"/>
                          <a:cs typeface="Calibri"/>
                        </a:rPr>
                        <a:t> </a:t>
                      </a:r>
                      <a:r>
                        <a:rPr dirty="0" sz="1000">
                          <a:solidFill>
                            <a:srgbClr val="1E293B"/>
                          </a:solidFill>
                          <a:latin typeface="Calibri"/>
                          <a:cs typeface="Calibri"/>
                        </a:rPr>
                        <a:t>ocean</a:t>
                      </a:r>
                      <a:r>
                        <a:rPr dirty="0" sz="1000" spc="-20">
                          <a:solidFill>
                            <a:srgbClr val="1E293B"/>
                          </a:solidFill>
                          <a:latin typeface="Calibri"/>
                          <a:cs typeface="Calibri"/>
                        </a:rPr>
                        <a:t> </a:t>
                      </a:r>
                      <a:r>
                        <a:rPr dirty="0" sz="1000" spc="-10">
                          <a:solidFill>
                            <a:srgbClr val="1E293B"/>
                          </a:solidFill>
                          <a:latin typeface="Calibri"/>
                          <a:cs typeface="Calibri"/>
                        </a:rPr>
                        <a:t>simulations </a:t>
                      </a:r>
                      <a:r>
                        <a:rPr dirty="0" sz="1000">
                          <a:solidFill>
                            <a:srgbClr val="1E293B"/>
                          </a:solidFill>
                          <a:latin typeface="Calibri"/>
                          <a:cs typeface="Calibri"/>
                        </a:rPr>
                        <a:t>with</a:t>
                      </a:r>
                      <a:r>
                        <a:rPr dirty="0" sz="1000" spc="-15">
                          <a:solidFill>
                            <a:srgbClr val="1E293B"/>
                          </a:solidFill>
                          <a:latin typeface="Calibri"/>
                          <a:cs typeface="Calibri"/>
                        </a:rPr>
                        <a:t> </a:t>
                      </a:r>
                      <a:r>
                        <a:rPr dirty="0" sz="1000">
                          <a:solidFill>
                            <a:srgbClr val="1E293B"/>
                          </a:solidFill>
                          <a:latin typeface="Calibri"/>
                          <a:cs typeface="Calibri"/>
                        </a:rPr>
                        <a:t>high</a:t>
                      </a:r>
                      <a:r>
                        <a:rPr dirty="0" sz="1000" spc="-10">
                          <a:solidFill>
                            <a:srgbClr val="1E293B"/>
                          </a:solidFill>
                          <a:latin typeface="Calibri"/>
                          <a:cs typeface="Calibri"/>
                        </a:rPr>
                        <a:t> </a:t>
                      </a:r>
                      <a:r>
                        <a:rPr dirty="0" sz="1000">
                          <a:solidFill>
                            <a:srgbClr val="1E293B"/>
                          </a:solidFill>
                          <a:latin typeface="Calibri"/>
                          <a:cs typeface="Calibri"/>
                        </a:rPr>
                        <a:t>computational</a:t>
                      </a:r>
                      <a:r>
                        <a:rPr dirty="0" sz="1000" spc="-10">
                          <a:solidFill>
                            <a:srgbClr val="1E293B"/>
                          </a:solidFill>
                          <a:latin typeface="Calibri"/>
                          <a:cs typeface="Calibri"/>
                        </a:rPr>
                        <a:t> latency. </a:t>
                      </a:r>
                      <a:r>
                        <a:rPr dirty="0" sz="1000">
                          <a:solidFill>
                            <a:srgbClr val="1E293B"/>
                          </a:solidFill>
                          <a:latin typeface="Calibri"/>
                          <a:cs typeface="Calibri"/>
                        </a:rPr>
                        <a:t>It</a:t>
                      </a:r>
                      <a:r>
                        <a:rPr dirty="0" sz="1000" spc="-15">
                          <a:solidFill>
                            <a:srgbClr val="1E293B"/>
                          </a:solidFill>
                          <a:latin typeface="Calibri"/>
                          <a:cs typeface="Calibri"/>
                        </a:rPr>
                        <a:t> </a:t>
                      </a:r>
                      <a:r>
                        <a:rPr dirty="0" sz="1000">
                          <a:solidFill>
                            <a:srgbClr val="1E293B"/>
                          </a:solidFill>
                          <a:latin typeface="Calibri"/>
                          <a:cs typeface="Calibri"/>
                        </a:rPr>
                        <a:t>lacks</a:t>
                      </a:r>
                      <a:r>
                        <a:rPr dirty="0" sz="1000" spc="-10">
                          <a:solidFill>
                            <a:srgbClr val="1E293B"/>
                          </a:solidFill>
                          <a:latin typeface="Calibri"/>
                          <a:cs typeface="Calibri"/>
                        </a:rPr>
                        <a:t> real-</a:t>
                      </a:r>
                      <a:r>
                        <a:rPr dirty="0" sz="1000" spc="-20">
                          <a:solidFill>
                            <a:srgbClr val="1E293B"/>
                          </a:solidFill>
                          <a:latin typeface="Calibri"/>
                          <a:cs typeface="Calibri"/>
                        </a:rPr>
                        <a:t>time </a:t>
                      </a:r>
                      <a:r>
                        <a:rPr dirty="0" sz="1000" spc="-10">
                          <a:solidFill>
                            <a:srgbClr val="1E293B"/>
                          </a:solidFill>
                          <a:latin typeface="Calibri"/>
                          <a:cs typeface="Calibri"/>
                        </a:rPr>
                        <a:t>multi-</a:t>
                      </a:r>
                      <a:r>
                        <a:rPr dirty="0" sz="1000">
                          <a:solidFill>
                            <a:srgbClr val="1E293B"/>
                          </a:solidFill>
                          <a:latin typeface="Calibri"/>
                          <a:cs typeface="Calibri"/>
                        </a:rPr>
                        <a:t>source</a:t>
                      </a:r>
                      <a:r>
                        <a:rPr dirty="0" sz="1000" spc="-25">
                          <a:solidFill>
                            <a:srgbClr val="1E293B"/>
                          </a:solidFill>
                          <a:latin typeface="Calibri"/>
                          <a:cs typeface="Calibri"/>
                        </a:rPr>
                        <a:t> </a:t>
                      </a:r>
                      <a:r>
                        <a:rPr dirty="0" sz="1000">
                          <a:solidFill>
                            <a:srgbClr val="1E293B"/>
                          </a:solidFill>
                          <a:latin typeface="Calibri"/>
                          <a:cs typeface="Calibri"/>
                        </a:rPr>
                        <a:t>observational</a:t>
                      </a:r>
                      <a:r>
                        <a:rPr dirty="0" sz="1000" spc="-20">
                          <a:solidFill>
                            <a:srgbClr val="1E293B"/>
                          </a:solidFill>
                          <a:latin typeface="Calibri"/>
                          <a:cs typeface="Calibri"/>
                        </a:rPr>
                        <a:t> </a:t>
                      </a:r>
                      <a:r>
                        <a:rPr dirty="0" sz="1000">
                          <a:solidFill>
                            <a:srgbClr val="1E293B"/>
                          </a:solidFill>
                          <a:latin typeface="Calibri"/>
                          <a:cs typeface="Calibri"/>
                        </a:rPr>
                        <a:t>telemetry</a:t>
                      </a:r>
                      <a:r>
                        <a:rPr dirty="0" sz="1000" spc="-20">
                          <a:solidFill>
                            <a:srgbClr val="1E293B"/>
                          </a:solidFill>
                          <a:latin typeface="Calibri"/>
                          <a:cs typeface="Calibri"/>
                        </a:rPr>
                        <a:t> </a:t>
                      </a:r>
                      <a:r>
                        <a:rPr dirty="0" sz="1000" spc="-10">
                          <a:solidFill>
                            <a:srgbClr val="1E293B"/>
                          </a:solidFill>
                          <a:latin typeface="Calibri"/>
                          <a:cs typeface="Calibri"/>
                        </a:rPr>
                        <a:t>integration, </a:t>
                      </a:r>
                      <a:r>
                        <a:rPr dirty="0" sz="1000">
                          <a:solidFill>
                            <a:srgbClr val="1E293B"/>
                          </a:solidFill>
                          <a:latin typeface="Calibri"/>
                          <a:cs typeface="Calibri"/>
                        </a:rPr>
                        <a:t>port</a:t>
                      </a:r>
                      <a:r>
                        <a:rPr dirty="0" sz="1000" spc="-15">
                          <a:solidFill>
                            <a:srgbClr val="1E293B"/>
                          </a:solidFill>
                          <a:latin typeface="Calibri"/>
                          <a:cs typeface="Calibri"/>
                        </a:rPr>
                        <a:t> </a:t>
                      </a:r>
                      <a:r>
                        <a:rPr dirty="0" sz="1000">
                          <a:solidFill>
                            <a:srgbClr val="1E293B"/>
                          </a:solidFill>
                          <a:latin typeface="Calibri"/>
                          <a:cs typeface="Calibri"/>
                        </a:rPr>
                        <a:t>geofencing</a:t>
                      </a:r>
                      <a:r>
                        <a:rPr dirty="0" sz="1000" spc="-15">
                          <a:solidFill>
                            <a:srgbClr val="1E293B"/>
                          </a:solidFill>
                          <a:latin typeface="Calibri"/>
                          <a:cs typeface="Calibri"/>
                        </a:rPr>
                        <a:t> </a:t>
                      </a:r>
                      <a:r>
                        <a:rPr dirty="0" sz="1000">
                          <a:solidFill>
                            <a:srgbClr val="1E293B"/>
                          </a:solidFill>
                          <a:latin typeface="Calibri"/>
                          <a:cs typeface="Calibri"/>
                        </a:rPr>
                        <a:t>verification,</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spc="-10">
                          <a:solidFill>
                            <a:srgbClr val="1E293B"/>
                          </a:solidFill>
                          <a:latin typeface="Calibri"/>
                          <a:cs typeface="Calibri"/>
                        </a:rPr>
                        <a:t>human-</a:t>
                      </a:r>
                      <a:r>
                        <a:rPr dirty="0" sz="1000">
                          <a:solidFill>
                            <a:srgbClr val="1E293B"/>
                          </a:solidFill>
                          <a:latin typeface="Calibri"/>
                          <a:cs typeface="Calibri"/>
                        </a:rPr>
                        <a:t>in-</a:t>
                      </a:r>
                      <a:r>
                        <a:rPr dirty="0" sz="1000" spc="-20">
                          <a:solidFill>
                            <a:srgbClr val="1E293B"/>
                          </a:solidFill>
                          <a:latin typeface="Calibri"/>
                          <a:cs typeface="Calibri"/>
                        </a:rPr>
                        <a:t>the-</a:t>
                      </a:r>
                      <a:r>
                        <a:rPr dirty="0" sz="1000">
                          <a:solidFill>
                            <a:srgbClr val="1E293B"/>
                          </a:solidFill>
                          <a:latin typeface="Calibri"/>
                          <a:cs typeface="Calibri"/>
                        </a:rPr>
                        <a:t>loop</a:t>
                      </a:r>
                      <a:r>
                        <a:rPr dirty="0" sz="1000" spc="25">
                          <a:solidFill>
                            <a:srgbClr val="1E293B"/>
                          </a:solidFill>
                          <a:latin typeface="Calibri"/>
                          <a:cs typeface="Calibri"/>
                        </a:rPr>
                        <a:t> </a:t>
                      </a:r>
                      <a:r>
                        <a:rPr dirty="0" sz="1000" spc="-10">
                          <a:solidFill>
                            <a:srgbClr val="1E293B"/>
                          </a:solidFill>
                          <a:latin typeface="Calibri"/>
                          <a:cs typeface="Calibri"/>
                        </a:rPr>
                        <a:t>conversational</a:t>
                      </a:r>
                      <a:r>
                        <a:rPr dirty="0" sz="1000" spc="30">
                          <a:solidFill>
                            <a:srgbClr val="1E293B"/>
                          </a:solidFill>
                          <a:latin typeface="Calibri"/>
                          <a:cs typeface="Calibri"/>
                        </a:rPr>
                        <a:t> </a:t>
                      </a:r>
                      <a:r>
                        <a:rPr dirty="0" sz="1000" spc="-10">
                          <a:solidFill>
                            <a:srgbClr val="1E293B"/>
                          </a:solidFill>
                          <a:latin typeface="Calibri"/>
                          <a:cs typeface="Calibri"/>
                        </a:rPr>
                        <a:t>interfaces.</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r>
              <a:tr h="2193925">
                <a:tc>
                  <a:txBody>
                    <a:bodyPr/>
                    <a:lstStyle/>
                    <a:p>
                      <a:pPr algn="ctr">
                        <a:lnSpc>
                          <a:spcPct val="100000"/>
                        </a:lnSpc>
                        <a:spcBef>
                          <a:spcPts val="145"/>
                        </a:spcBef>
                      </a:pPr>
                      <a:r>
                        <a:rPr dirty="0" sz="1200" spc="-25">
                          <a:solidFill>
                            <a:srgbClr val="0F172A"/>
                          </a:solidFill>
                          <a:latin typeface="Calibri"/>
                          <a:cs typeface="Calibri"/>
                        </a:rPr>
                        <a:t>2.</a:t>
                      </a:r>
                      <a:endParaRPr sz="1200">
                        <a:latin typeface="Calibri"/>
                        <a:cs typeface="Calibri"/>
                      </a:endParaRPr>
                    </a:p>
                  </a:txBody>
                  <a:tcPr marL="0" marR="0" marB="0" marT="18415">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704215">
                        <a:lnSpc>
                          <a:spcPts val="1300"/>
                        </a:lnSpc>
                        <a:spcBef>
                          <a:spcPts val="150"/>
                        </a:spcBef>
                      </a:pPr>
                      <a:r>
                        <a:rPr dirty="0" sz="1100">
                          <a:solidFill>
                            <a:srgbClr val="0F172A"/>
                          </a:solidFill>
                          <a:latin typeface="Calibri"/>
                          <a:cs typeface="Calibri"/>
                        </a:rPr>
                        <a:t>Ocean</a:t>
                      </a:r>
                      <a:r>
                        <a:rPr dirty="0" sz="1100" spc="-15">
                          <a:solidFill>
                            <a:srgbClr val="0F172A"/>
                          </a:solidFill>
                          <a:latin typeface="Calibri"/>
                          <a:cs typeface="Calibri"/>
                        </a:rPr>
                        <a:t> </a:t>
                      </a:r>
                      <a:r>
                        <a:rPr dirty="0" sz="1100" spc="-10">
                          <a:solidFill>
                            <a:srgbClr val="0F172A"/>
                          </a:solidFill>
                          <a:latin typeface="Calibri"/>
                          <a:cs typeface="Calibri"/>
                        </a:rPr>
                        <a:t>Engineering (Elsevier),</a:t>
                      </a:r>
                      <a:endParaRPr sz="1100">
                        <a:latin typeface="Calibri"/>
                        <a:cs typeface="Calibri"/>
                      </a:endParaRPr>
                    </a:p>
                    <a:p>
                      <a:pPr marL="51435">
                        <a:lnSpc>
                          <a:spcPts val="1250"/>
                        </a:lnSpc>
                      </a:pPr>
                      <a:r>
                        <a:rPr dirty="0" sz="1100">
                          <a:solidFill>
                            <a:srgbClr val="0F172A"/>
                          </a:solidFill>
                          <a:latin typeface="Calibri"/>
                          <a:cs typeface="Calibri"/>
                        </a:rPr>
                        <a:t>Vol.</a:t>
                      </a:r>
                      <a:r>
                        <a:rPr dirty="0" sz="1100" spc="-65">
                          <a:solidFill>
                            <a:srgbClr val="0F172A"/>
                          </a:solidFill>
                          <a:latin typeface="Calibri"/>
                          <a:cs typeface="Calibri"/>
                        </a:rPr>
                        <a:t> </a:t>
                      </a:r>
                      <a:r>
                        <a:rPr dirty="0" sz="1100" spc="-20">
                          <a:solidFill>
                            <a:srgbClr val="0F172A"/>
                          </a:solidFill>
                          <a:latin typeface="Calibri"/>
                          <a:cs typeface="Calibri"/>
                        </a:rPr>
                        <a:t>298,</a:t>
                      </a:r>
                      <a:endParaRPr sz="1100">
                        <a:latin typeface="Calibri"/>
                        <a:cs typeface="Calibri"/>
                      </a:endParaRPr>
                    </a:p>
                    <a:p>
                      <a:pPr marL="51435">
                        <a:lnSpc>
                          <a:spcPts val="1310"/>
                        </a:lnSpc>
                      </a:pPr>
                      <a:r>
                        <a:rPr dirty="0" sz="1100" spc="-10">
                          <a:solidFill>
                            <a:srgbClr val="0F172A"/>
                          </a:solidFill>
                          <a:latin typeface="Calibri"/>
                          <a:cs typeface="Calibri"/>
                        </a:rPr>
                        <a:t>2025.</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225425">
                        <a:lnSpc>
                          <a:spcPts val="1300"/>
                        </a:lnSpc>
                        <a:spcBef>
                          <a:spcPts val="150"/>
                        </a:spcBef>
                      </a:pPr>
                      <a:r>
                        <a:rPr dirty="0" sz="1100" spc="-10" b="1">
                          <a:solidFill>
                            <a:srgbClr val="0F172A"/>
                          </a:solidFill>
                          <a:latin typeface="Calibri"/>
                          <a:cs typeface="Calibri"/>
                        </a:rPr>
                        <a:t>Satellite-</a:t>
                      </a:r>
                      <a:r>
                        <a:rPr dirty="0" sz="1100" b="1">
                          <a:solidFill>
                            <a:srgbClr val="0F172A"/>
                          </a:solidFill>
                          <a:latin typeface="Calibri"/>
                          <a:cs typeface="Calibri"/>
                        </a:rPr>
                        <a:t>Derived</a:t>
                      </a:r>
                      <a:r>
                        <a:rPr dirty="0" sz="1100" spc="-5" b="1">
                          <a:solidFill>
                            <a:srgbClr val="0F172A"/>
                          </a:solidFill>
                          <a:latin typeface="Calibri"/>
                          <a:cs typeface="Calibri"/>
                        </a:rPr>
                        <a:t> </a:t>
                      </a:r>
                      <a:r>
                        <a:rPr dirty="0" sz="1100" spc="-10" b="1">
                          <a:solidFill>
                            <a:srgbClr val="0F172A"/>
                          </a:solidFill>
                          <a:latin typeface="Calibri"/>
                          <a:cs typeface="Calibri"/>
                        </a:rPr>
                        <a:t>Potential</a:t>
                      </a:r>
                      <a:r>
                        <a:rPr dirty="0" sz="1100" b="1">
                          <a:solidFill>
                            <a:srgbClr val="0F172A"/>
                          </a:solidFill>
                          <a:latin typeface="Calibri"/>
                          <a:cs typeface="Calibri"/>
                        </a:rPr>
                        <a:t> Fishing </a:t>
                      </a:r>
                      <a:r>
                        <a:rPr dirty="0" sz="1100" spc="-20" b="1">
                          <a:solidFill>
                            <a:srgbClr val="0F172A"/>
                          </a:solidFill>
                          <a:latin typeface="Calibri"/>
                          <a:cs typeface="Calibri"/>
                        </a:rPr>
                        <a:t>Zone </a:t>
                      </a:r>
                      <a:r>
                        <a:rPr dirty="0" sz="1100" b="1">
                          <a:solidFill>
                            <a:srgbClr val="0F172A"/>
                          </a:solidFill>
                          <a:latin typeface="Calibri"/>
                          <a:cs typeface="Calibri"/>
                        </a:rPr>
                        <a:t>Prediction</a:t>
                      </a:r>
                      <a:r>
                        <a:rPr dirty="0" sz="1100" spc="-10" b="1">
                          <a:solidFill>
                            <a:srgbClr val="0F172A"/>
                          </a:solidFill>
                          <a:latin typeface="Calibri"/>
                          <a:cs typeface="Calibri"/>
                        </a:rPr>
                        <a:t> </a:t>
                      </a:r>
                      <a:r>
                        <a:rPr dirty="0" sz="1100" b="1">
                          <a:solidFill>
                            <a:srgbClr val="0F172A"/>
                          </a:solidFill>
                          <a:latin typeface="Calibri"/>
                          <a:cs typeface="Calibri"/>
                        </a:rPr>
                        <a:t>Using</a:t>
                      </a:r>
                      <a:r>
                        <a:rPr dirty="0" sz="1100" spc="-5" b="1">
                          <a:solidFill>
                            <a:srgbClr val="0F172A"/>
                          </a:solidFill>
                          <a:latin typeface="Calibri"/>
                          <a:cs typeface="Calibri"/>
                        </a:rPr>
                        <a:t> </a:t>
                      </a:r>
                      <a:r>
                        <a:rPr dirty="0" sz="1100" spc="-10" b="1">
                          <a:solidFill>
                            <a:srgbClr val="0F172A"/>
                          </a:solidFill>
                          <a:latin typeface="Calibri"/>
                          <a:cs typeface="Calibri"/>
                        </a:rPr>
                        <a:t>Multi-</a:t>
                      </a:r>
                      <a:r>
                        <a:rPr dirty="0" sz="1100" b="1">
                          <a:solidFill>
                            <a:srgbClr val="0F172A"/>
                          </a:solidFill>
                          <a:latin typeface="Calibri"/>
                          <a:cs typeface="Calibri"/>
                        </a:rPr>
                        <a:t>Modal</a:t>
                      </a:r>
                      <a:r>
                        <a:rPr dirty="0" sz="1100" spc="-5" b="1">
                          <a:solidFill>
                            <a:srgbClr val="0F172A"/>
                          </a:solidFill>
                          <a:latin typeface="Calibri"/>
                          <a:cs typeface="Calibri"/>
                        </a:rPr>
                        <a:t> </a:t>
                      </a:r>
                      <a:r>
                        <a:rPr dirty="0" sz="1100" spc="-10" b="1">
                          <a:solidFill>
                            <a:srgbClr val="0F172A"/>
                          </a:solidFill>
                          <a:latin typeface="Calibri"/>
                          <a:cs typeface="Calibri"/>
                        </a:rPr>
                        <a:t>Remote Sensing</a:t>
                      </a:r>
                      <a:r>
                        <a:rPr dirty="0" sz="1100" spc="5" b="1">
                          <a:solidFill>
                            <a:srgbClr val="0F172A"/>
                          </a:solidFill>
                          <a:latin typeface="Calibri"/>
                          <a:cs typeface="Calibri"/>
                        </a:rPr>
                        <a:t> </a:t>
                      </a:r>
                      <a:r>
                        <a:rPr dirty="0" sz="1100" spc="-20" b="1">
                          <a:solidFill>
                            <a:srgbClr val="0F172A"/>
                          </a:solidFill>
                          <a:latin typeface="Calibri"/>
                          <a:cs typeface="Calibri"/>
                        </a:rPr>
                        <a:t>Data</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70485">
                        <a:lnSpc>
                          <a:spcPct val="108300"/>
                        </a:lnSpc>
                        <a:spcBef>
                          <a:spcPts val="140"/>
                        </a:spcBef>
                      </a:pPr>
                      <a:r>
                        <a:rPr dirty="0" sz="1000">
                          <a:solidFill>
                            <a:srgbClr val="1E293B"/>
                          </a:solidFill>
                          <a:latin typeface="Calibri"/>
                          <a:cs typeface="Calibri"/>
                        </a:rPr>
                        <a:t>The</a:t>
                      </a:r>
                      <a:r>
                        <a:rPr dirty="0" sz="1000" spc="-25">
                          <a:solidFill>
                            <a:srgbClr val="1E293B"/>
                          </a:solidFill>
                          <a:latin typeface="Calibri"/>
                          <a:cs typeface="Calibri"/>
                        </a:rPr>
                        <a:t> </a:t>
                      </a:r>
                      <a:r>
                        <a:rPr dirty="0" sz="1000">
                          <a:solidFill>
                            <a:srgbClr val="1E293B"/>
                          </a:solidFill>
                          <a:latin typeface="Calibri"/>
                          <a:cs typeface="Calibri"/>
                        </a:rPr>
                        <a:t>paper</a:t>
                      </a:r>
                      <a:r>
                        <a:rPr dirty="0" sz="1000" spc="-20">
                          <a:solidFill>
                            <a:srgbClr val="1E293B"/>
                          </a:solidFill>
                          <a:latin typeface="Calibri"/>
                          <a:cs typeface="Calibri"/>
                        </a:rPr>
                        <a:t> </a:t>
                      </a:r>
                      <a:r>
                        <a:rPr dirty="0" sz="1000" spc="-10">
                          <a:solidFill>
                            <a:srgbClr val="1E293B"/>
                          </a:solidFill>
                          <a:latin typeface="Calibri"/>
                          <a:cs typeface="Calibri"/>
                        </a:rPr>
                        <a:t>integrates</a:t>
                      </a:r>
                      <a:r>
                        <a:rPr dirty="0" sz="1000" spc="-20">
                          <a:solidFill>
                            <a:srgbClr val="1E293B"/>
                          </a:solidFill>
                          <a:latin typeface="Calibri"/>
                          <a:cs typeface="Calibri"/>
                        </a:rPr>
                        <a:t> </a:t>
                      </a:r>
                      <a:r>
                        <a:rPr dirty="0" sz="1000">
                          <a:solidFill>
                            <a:srgbClr val="1E293B"/>
                          </a:solidFill>
                          <a:latin typeface="Calibri"/>
                          <a:cs typeface="Calibri"/>
                        </a:rPr>
                        <a:t>thermal</a:t>
                      </a:r>
                      <a:r>
                        <a:rPr dirty="0" sz="1000" spc="-20">
                          <a:solidFill>
                            <a:srgbClr val="1E293B"/>
                          </a:solidFill>
                          <a:latin typeface="Calibri"/>
                          <a:cs typeface="Calibri"/>
                        </a:rPr>
                        <a:t> </a:t>
                      </a:r>
                      <a:r>
                        <a:rPr dirty="0" sz="1000">
                          <a:solidFill>
                            <a:srgbClr val="1E293B"/>
                          </a:solidFill>
                          <a:latin typeface="Calibri"/>
                          <a:cs typeface="Calibri"/>
                        </a:rPr>
                        <a:t>infrared</a:t>
                      </a:r>
                      <a:r>
                        <a:rPr dirty="0" sz="1000" spc="-20">
                          <a:solidFill>
                            <a:srgbClr val="1E293B"/>
                          </a:solidFill>
                          <a:latin typeface="Calibri"/>
                          <a:cs typeface="Calibri"/>
                        </a:rPr>
                        <a:t> </a:t>
                      </a:r>
                      <a:r>
                        <a:rPr dirty="0" sz="1000">
                          <a:solidFill>
                            <a:srgbClr val="1E293B"/>
                          </a:solidFill>
                          <a:latin typeface="Calibri"/>
                          <a:cs typeface="Calibri"/>
                        </a:rPr>
                        <a:t>Sea</a:t>
                      </a:r>
                      <a:r>
                        <a:rPr dirty="0" sz="1000" spc="-20">
                          <a:solidFill>
                            <a:srgbClr val="1E293B"/>
                          </a:solidFill>
                          <a:latin typeface="Calibri"/>
                          <a:cs typeface="Calibri"/>
                        </a:rPr>
                        <a:t> </a:t>
                      </a:r>
                      <a:r>
                        <a:rPr dirty="0" sz="1000">
                          <a:solidFill>
                            <a:srgbClr val="1E293B"/>
                          </a:solidFill>
                          <a:latin typeface="Calibri"/>
                          <a:cs typeface="Calibri"/>
                        </a:rPr>
                        <a:t>Surface</a:t>
                      </a:r>
                      <a:r>
                        <a:rPr dirty="0" sz="1000" spc="-20">
                          <a:solidFill>
                            <a:srgbClr val="1E293B"/>
                          </a:solidFill>
                          <a:latin typeface="Calibri"/>
                          <a:cs typeface="Calibri"/>
                        </a:rPr>
                        <a:t> </a:t>
                      </a:r>
                      <a:r>
                        <a:rPr dirty="0" sz="1000" spc="-10">
                          <a:solidFill>
                            <a:srgbClr val="1E293B"/>
                          </a:solidFill>
                          <a:latin typeface="Calibri"/>
                          <a:cs typeface="Calibri"/>
                        </a:rPr>
                        <a:t>Temperature </a:t>
                      </a:r>
                      <a:r>
                        <a:rPr dirty="0" sz="1000">
                          <a:solidFill>
                            <a:srgbClr val="1E293B"/>
                          </a:solidFill>
                          <a:latin typeface="Calibri"/>
                          <a:cs typeface="Calibri"/>
                        </a:rPr>
                        <a:t>(SST)</a:t>
                      </a:r>
                      <a:r>
                        <a:rPr dirty="0" sz="1000" spc="-10">
                          <a:solidFill>
                            <a:srgbClr val="1E293B"/>
                          </a:solidFill>
                          <a:latin typeface="Calibri"/>
                          <a:cs typeface="Calibri"/>
                        </a:rPr>
                        <a:t> </a:t>
                      </a:r>
                      <a:r>
                        <a:rPr dirty="0" sz="1000">
                          <a:solidFill>
                            <a:srgbClr val="1E293B"/>
                          </a:solidFill>
                          <a:latin typeface="Calibri"/>
                          <a:cs typeface="Calibri"/>
                        </a:rPr>
                        <a:t>and</a:t>
                      </a:r>
                      <a:r>
                        <a:rPr dirty="0" sz="1000" spc="-5">
                          <a:solidFill>
                            <a:srgbClr val="1E293B"/>
                          </a:solidFill>
                          <a:latin typeface="Calibri"/>
                          <a:cs typeface="Calibri"/>
                        </a:rPr>
                        <a:t> </a:t>
                      </a:r>
                      <a:r>
                        <a:rPr dirty="0" sz="1000">
                          <a:solidFill>
                            <a:srgbClr val="1E293B"/>
                          </a:solidFill>
                          <a:latin typeface="Calibri"/>
                          <a:cs typeface="Calibri"/>
                        </a:rPr>
                        <a:t>ocean</a:t>
                      </a:r>
                      <a:r>
                        <a:rPr dirty="0" sz="1000" spc="-10">
                          <a:solidFill>
                            <a:srgbClr val="1E293B"/>
                          </a:solidFill>
                          <a:latin typeface="Calibri"/>
                          <a:cs typeface="Calibri"/>
                        </a:rPr>
                        <a:t> </a:t>
                      </a:r>
                      <a:r>
                        <a:rPr dirty="0" sz="1000">
                          <a:solidFill>
                            <a:srgbClr val="1E293B"/>
                          </a:solidFill>
                          <a:latin typeface="Calibri"/>
                          <a:cs typeface="Calibri"/>
                        </a:rPr>
                        <a:t>color</a:t>
                      </a:r>
                      <a:r>
                        <a:rPr dirty="0" sz="1000" spc="-5">
                          <a:solidFill>
                            <a:srgbClr val="1E293B"/>
                          </a:solidFill>
                          <a:latin typeface="Calibri"/>
                          <a:cs typeface="Calibri"/>
                        </a:rPr>
                        <a:t> </a:t>
                      </a:r>
                      <a:r>
                        <a:rPr dirty="0" sz="1000" spc="-10">
                          <a:solidFill>
                            <a:srgbClr val="1E293B"/>
                          </a:solidFill>
                          <a:latin typeface="Calibri"/>
                          <a:cs typeface="Calibri"/>
                        </a:rPr>
                        <a:t>Chlorophyll-</a:t>
                      </a:r>
                      <a:r>
                        <a:rPr dirty="0" sz="1000">
                          <a:solidFill>
                            <a:srgbClr val="1E293B"/>
                          </a:solidFill>
                          <a:latin typeface="Calibri"/>
                          <a:cs typeface="Calibri"/>
                        </a:rPr>
                        <a:t>a</a:t>
                      </a:r>
                      <a:r>
                        <a:rPr dirty="0" sz="1000" spc="-10">
                          <a:solidFill>
                            <a:srgbClr val="1E293B"/>
                          </a:solidFill>
                          <a:latin typeface="Calibri"/>
                          <a:cs typeface="Calibri"/>
                        </a:rPr>
                        <a:t> </a:t>
                      </a:r>
                      <a:r>
                        <a:rPr dirty="0" sz="1000">
                          <a:solidFill>
                            <a:srgbClr val="1E293B"/>
                          </a:solidFill>
                          <a:latin typeface="Calibri"/>
                          <a:cs typeface="Calibri"/>
                        </a:rPr>
                        <a:t>data</a:t>
                      </a:r>
                      <a:r>
                        <a:rPr dirty="0" sz="1000" spc="-5">
                          <a:solidFill>
                            <a:srgbClr val="1E293B"/>
                          </a:solidFill>
                          <a:latin typeface="Calibri"/>
                          <a:cs typeface="Calibri"/>
                        </a:rPr>
                        <a:t> </a:t>
                      </a:r>
                      <a:r>
                        <a:rPr dirty="0" sz="1000">
                          <a:solidFill>
                            <a:srgbClr val="1E293B"/>
                          </a:solidFill>
                          <a:latin typeface="Calibri"/>
                          <a:cs typeface="Calibri"/>
                        </a:rPr>
                        <a:t>to</a:t>
                      </a:r>
                      <a:r>
                        <a:rPr dirty="0" sz="1000" spc="-5">
                          <a:solidFill>
                            <a:srgbClr val="1E293B"/>
                          </a:solidFill>
                          <a:latin typeface="Calibri"/>
                          <a:cs typeface="Calibri"/>
                        </a:rPr>
                        <a:t> </a:t>
                      </a:r>
                      <a:r>
                        <a:rPr dirty="0" sz="1000">
                          <a:solidFill>
                            <a:srgbClr val="1E293B"/>
                          </a:solidFill>
                          <a:latin typeface="Calibri"/>
                          <a:cs typeface="Calibri"/>
                        </a:rPr>
                        <a:t>detect</a:t>
                      </a:r>
                      <a:r>
                        <a:rPr dirty="0" sz="1000" spc="-10">
                          <a:solidFill>
                            <a:srgbClr val="1E293B"/>
                          </a:solidFill>
                          <a:latin typeface="Calibri"/>
                          <a:cs typeface="Calibri"/>
                        </a:rPr>
                        <a:t> oceanic </a:t>
                      </a:r>
                      <a:r>
                        <a:rPr dirty="0" sz="1000">
                          <a:solidFill>
                            <a:srgbClr val="1E293B"/>
                          </a:solidFill>
                          <a:latin typeface="Calibri"/>
                          <a:cs typeface="Calibri"/>
                        </a:rPr>
                        <a:t>thermal</a:t>
                      </a:r>
                      <a:r>
                        <a:rPr dirty="0" sz="1000" spc="-15">
                          <a:solidFill>
                            <a:srgbClr val="1E293B"/>
                          </a:solidFill>
                          <a:latin typeface="Calibri"/>
                          <a:cs typeface="Calibri"/>
                        </a:rPr>
                        <a:t> </a:t>
                      </a:r>
                      <a:r>
                        <a:rPr dirty="0" sz="1000">
                          <a:solidFill>
                            <a:srgbClr val="1E293B"/>
                          </a:solidFill>
                          <a:latin typeface="Calibri"/>
                          <a:cs typeface="Calibri"/>
                        </a:rPr>
                        <a:t>fronts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0">
                          <a:solidFill>
                            <a:srgbClr val="1E293B"/>
                          </a:solidFill>
                          <a:latin typeface="Calibri"/>
                          <a:cs typeface="Calibri"/>
                        </a:rPr>
                        <a:t> </a:t>
                      </a:r>
                      <a:r>
                        <a:rPr dirty="0" sz="1000">
                          <a:solidFill>
                            <a:srgbClr val="1E293B"/>
                          </a:solidFill>
                          <a:latin typeface="Calibri"/>
                          <a:cs typeface="Calibri"/>
                        </a:rPr>
                        <a:t>upwelling</a:t>
                      </a:r>
                      <a:r>
                        <a:rPr dirty="0" sz="1000" spc="-15">
                          <a:solidFill>
                            <a:srgbClr val="1E293B"/>
                          </a:solidFill>
                          <a:latin typeface="Calibri"/>
                          <a:cs typeface="Calibri"/>
                        </a:rPr>
                        <a:t> </a:t>
                      </a:r>
                      <a:r>
                        <a:rPr dirty="0" sz="1000">
                          <a:solidFill>
                            <a:srgbClr val="1E293B"/>
                          </a:solidFill>
                          <a:latin typeface="Calibri"/>
                          <a:cs typeface="Calibri"/>
                        </a:rPr>
                        <a:t>zones,</a:t>
                      </a:r>
                      <a:r>
                        <a:rPr dirty="0" sz="1000" spc="-10">
                          <a:solidFill>
                            <a:srgbClr val="1E293B"/>
                          </a:solidFill>
                          <a:latin typeface="Calibri"/>
                          <a:cs typeface="Calibri"/>
                        </a:rPr>
                        <a:t> correlating</a:t>
                      </a:r>
                      <a:r>
                        <a:rPr dirty="0" sz="1000" spc="-15">
                          <a:solidFill>
                            <a:srgbClr val="1E293B"/>
                          </a:solidFill>
                          <a:latin typeface="Calibri"/>
                          <a:cs typeface="Calibri"/>
                        </a:rPr>
                        <a:t> </a:t>
                      </a:r>
                      <a:r>
                        <a:rPr dirty="0" sz="1000" spc="-10">
                          <a:solidFill>
                            <a:srgbClr val="1E293B"/>
                          </a:solidFill>
                          <a:latin typeface="Calibri"/>
                          <a:cs typeface="Calibri"/>
                        </a:rPr>
                        <a:t>satellite </a:t>
                      </a:r>
                      <a:r>
                        <a:rPr dirty="0" sz="1000">
                          <a:solidFill>
                            <a:srgbClr val="1E293B"/>
                          </a:solidFill>
                          <a:latin typeface="Calibri"/>
                          <a:cs typeface="Calibri"/>
                        </a:rPr>
                        <a:t>observation</a:t>
                      </a:r>
                      <a:r>
                        <a:rPr dirty="0" sz="1000" spc="-15">
                          <a:solidFill>
                            <a:srgbClr val="1E293B"/>
                          </a:solidFill>
                          <a:latin typeface="Calibri"/>
                          <a:cs typeface="Calibri"/>
                        </a:rPr>
                        <a:t> </a:t>
                      </a:r>
                      <a:r>
                        <a:rPr dirty="0" sz="1000">
                          <a:solidFill>
                            <a:srgbClr val="1E293B"/>
                          </a:solidFill>
                          <a:latin typeface="Calibri"/>
                          <a:cs typeface="Calibri"/>
                        </a:rPr>
                        <a:t>gradients</a:t>
                      </a:r>
                      <a:r>
                        <a:rPr dirty="0" sz="1000" spc="-10">
                          <a:solidFill>
                            <a:srgbClr val="1E293B"/>
                          </a:solidFill>
                          <a:latin typeface="Calibri"/>
                          <a:cs typeface="Calibri"/>
                        </a:rPr>
                        <a:t> </a:t>
                      </a:r>
                      <a:r>
                        <a:rPr dirty="0" sz="1000">
                          <a:solidFill>
                            <a:srgbClr val="1E293B"/>
                          </a:solidFill>
                          <a:latin typeface="Calibri"/>
                          <a:cs typeface="Calibri"/>
                        </a:rPr>
                        <a:t>with</a:t>
                      </a:r>
                      <a:r>
                        <a:rPr dirty="0" sz="1000" spc="-10">
                          <a:solidFill>
                            <a:srgbClr val="1E293B"/>
                          </a:solidFill>
                          <a:latin typeface="Calibri"/>
                          <a:cs typeface="Calibri"/>
                        </a:rPr>
                        <a:t> </a:t>
                      </a:r>
                      <a:r>
                        <a:rPr dirty="0" sz="1000">
                          <a:solidFill>
                            <a:srgbClr val="1E293B"/>
                          </a:solidFill>
                          <a:latin typeface="Calibri"/>
                          <a:cs typeface="Calibri"/>
                        </a:rPr>
                        <a:t>pelagic</a:t>
                      </a:r>
                      <a:r>
                        <a:rPr dirty="0" sz="1000" spc="-10">
                          <a:solidFill>
                            <a:srgbClr val="1E293B"/>
                          </a:solidFill>
                          <a:latin typeface="Calibri"/>
                          <a:cs typeface="Calibri"/>
                        </a:rPr>
                        <a:t> </a:t>
                      </a:r>
                      <a:r>
                        <a:rPr dirty="0" sz="1000">
                          <a:solidFill>
                            <a:srgbClr val="1E293B"/>
                          </a:solidFill>
                          <a:latin typeface="Calibri"/>
                          <a:cs typeface="Calibri"/>
                        </a:rPr>
                        <a:t>fish</a:t>
                      </a:r>
                      <a:r>
                        <a:rPr dirty="0" sz="1000" spc="-15">
                          <a:solidFill>
                            <a:srgbClr val="1E293B"/>
                          </a:solidFill>
                          <a:latin typeface="Calibri"/>
                          <a:cs typeface="Calibri"/>
                        </a:rPr>
                        <a:t> </a:t>
                      </a:r>
                      <a:r>
                        <a:rPr dirty="0" sz="1000" spc="-10">
                          <a:solidFill>
                            <a:srgbClr val="1E293B"/>
                          </a:solidFill>
                          <a:latin typeface="Calibri"/>
                          <a:cs typeface="Calibri"/>
                        </a:rPr>
                        <a:t>aggregations </a:t>
                      </a:r>
                      <a:r>
                        <a:rPr dirty="0" sz="1000" spc="-25">
                          <a:solidFill>
                            <a:srgbClr val="1E293B"/>
                          </a:solidFill>
                          <a:latin typeface="Calibri"/>
                          <a:cs typeface="Calibri"/>
                        </a:rPr>
                        <a:t>on</a:t>
                      </a:r>
                      <a:r>
                        <a:rPr dirty="0" sz="1000" spc="500">
                          <a:solidFill>
                            <a:srgbClr val="1E293B"/>
                          </a:solidFill>
                          <a:latin typeface="Calibri"/>
                          <a:cs typeface="Calibri"/>
                        </a:rPr>
                        <a:t> </a:t>
                      </a:r>
                      <a:r>
                        <a:rPr dirty="0" sz="1000">
                          <a:solidFill>
                            <a:srgbClr val="1E293B"/>
                          </a:solidFill>
                          <a:latin typeface="Calibri"/>
                          <a:cs typeface="Calibri"/>
                        </a:rPr>
                        <a:t>regional</a:t>
                      </a:r>
                      <a:r>
                        <a:rPr dirty="0" sz="1000" spc="-15">
                          <a:solidFill>
                            <a:srgbClr val="1E293B"/>
                          </a:solidFill>
                          <a:latin typeface="Calibri"/>
                          <a:cs typeface="Calibri"/>
                        </a:rPr>
                        <a:t> </a:t>
                      </a:r>
                      <a:r>
                        <a:rPr dirty="0" sz="1000">
                          <a:solidFill>
                            <a:srgbClr val="1E293B"/>
                          </a:solidFill>
                          <a:latin typeface="Calibri"/>
                          <a:cs typeface="Calibri"/>
                        </a:rPr>
                        <a:t>fishing</a:t>
                      </a:r>
                      <a:r>
                        <a:rPr dirty="0" sz="1000" spc="-10">
                          <a:solidFill>
                            <a:srgbClr val="1E293B"/>
                          </a:solidFill>
                          <a:latin typeface="Calibri"/>
                          <a:cs typeface="Calibri"/>
                        </a:rPr>
                        <a:t> grounds.</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104139">
                        <a:lnSpc>
                          <a:spcPct val="108300"/>
                        </a:lnSpc>
                        <a:spcBef>
                          <a:spcPts val="140"/>
                        </a:spcBef>
                      </a:pPr>
                      <a:r>
                        <a:rPr dirty="0" sz="1000">
                          <a:solidFill>
                            <a:srgbClr val="1E293B"/>
                          </a:solidFill>
                          <a:latin typeface="Calibri"/>
                          <a:cs typeface="Calibri"/>
                        </a:rPr>
                        <a:t>The</a:t>
                      </a:r>
                      <a:r>
                        <a:rPr dirty="0" sz="1000" spc="-5">
                          <a:solidFill>
                            <a:srgbClr val="1E293B"/>
                          </a:solidFill>
                          <a:latin typeface="Calibri"/>
                          <a:cs typeface="Calibri"/>
                        </a:rPr>
                        <a:t> </a:t>
                      </a:r>
                      <a:r>
                        <a:rPr dirty="0" sz="1000" spc="-10">
                          <a:solidFill>
                            <a:srgbClr val="1E293B"/>
                          </a:solidFill>
                          <a:latin typeface="Calibri"/>
                          <a:cs typeface="Calibri"/>
                        </a:rPr>
                        <a:t>system</a:t>
                      </a:r>
                      <a:r>
                        <a:rPr dirty="0" sz="1000" spc="-5">
                          <a:solidFill>
                            <a:srgbClr val="1E293B"/>
                          </a:solidFill>
                          <a:latin typeface="Calibri"/>
                          <a:cs typeface="Calibri"/>
                        </a:rPr>
                        <a:t> </a:t>
                      </a:r>
                      <a:r>
                        <a:rPr dirty="0" sz="1000" spc="-10">
                          <a:solidFill>
                            <a:srgbClr val="1E293B"/>
                          </a:solidFill>
                          <a:latin typeface="Calibri"/>
                          <a:cs typeface="Calibri"/>
                        </a:rPr>
                        <a:t>operates </a:t>
                      </a:r>
                      <a:r>
                        <a:rPr dirty="0" sz="1000">
                          <a:solidFill>
                            <a:srgbClr val="1E293B"/>
                          </a:solidFill>
                          <a:latin typeface="Calibri"/>
                          <a:cs typeface="Calibri"/>
                        </a:rPr>
                        <a:t>as</a:t>
                      </a:r>
                      <a:r>
                        <a:rPr dirty="0" sz="1000" spc="-5">
                          <a:solidFill>
                            <a:srgbClr val="1E293B"/>
                          </a:solidFill>
                          <a:latin typeface="Calibri"/>
                          <a:cs typeface="Calibri"/>
                        </a:rPr>
                        <a:t> </a:t>
                      </a:r>
                      <a:r>
                        <a:rPr dirty="0" sz="1000">
                          <a:solidFill>
                            <a:srgbClr val="1E293B"/>
                          </a:solidFill>
                          <a:latin typeface="Calibri"/>
                          <a:cs typeface="Calibri"/>
                        </a:rPr>
                        <a:t>an</a:t>
                      </a:r>
                      <a:r>
                        <a:rPr dirty="0" sz="1000" spc="-5">
                          <a:solidFill>
                            <a:srgbClr val="1E293B"/>
                          </a:solidFill>
                          <a:latin typeface="Calibri"/>
                          <a:cs typeface="Calibri"/>
                        </a:rPr>
                        <a:t> </a:t>
                      </a:r>
                      <a:r>
                        <a:rPr dirty="0" sz="1000">
                          <a:solidFill>
                            <a:srgbClr val="1E293B"/>
                          </a:solidFill>
                          <a:latin typeface="Calibri"/>
                          <a:cs typeface="Calibri"/>
                        </a:rPr>
                        <a:t>offline,</a:t>
                      </a:r>
                      <a:r>
                        <a:rPr dirty="0" sz="1000" spc="-5">
                          <a:solidFill>
                            <a:srgbClr val="1E293B"/>
                          </a:solidFill>
                          <a:latin typeface="Calibri"/>
                          <a:cs typeface="Calibri"/>
                        </a:rPr>
                        <a:t> </a:t>
                      </a:r>
                      <a:r>
                        <a:rPr dirty="0" sz="1000" spc="-10">
                          <a:solidFill>
                            <a:srgbClr val="1E293B"/>
                          </a:solidFill>
                          <a:latin typeface="Calibri"/>
                          <a:cs typeface="Calibri"/>
                        </a:rPr>
                        <a:t>centralized batch-</a:t>
                      </a:r>
                      <a:r>
                        <a:rPr dirty="0" sz="1000">
                          <a:solidFill>
                            <a:srgbClr val="1E293B"/>
                          </a:solidFill>
                          <a:latin typeface="Calibri"/>
                          <a:cs typeface="Calibri"/>
                        </a:rPr>
                        <a:t>processing</a:t>
                      </a:r>
                      <a:r>
                        <a:rPr dirty="0" sz="1000" spc="-15">
                          <a:solidFill>
                            <a:srgbClr val="1E293B"/>
                          </a:solidFill>
                          <a:latin typeface="Calibri"/>
                          <a:cs typeface="Calibri"/>
                        </a:rPr>
                        <a:t> </a:t>
                      </a:r>
                      <a:r>
                        <a:rPr dirty="0" sz="1000">
                          <a:solidFill>
                            <a:srgbClr val="1E293B"/>
                          </a:solidFill>
                          <a:latin typeface="Calibri"/>
                          <a:cs typeface="Calibri"/>
                        </a:rPr>
                        <a:t>pipeline</a:t>
                      </a:r>
                      <a:r>
                        <a:rPr dirty="0" sz="1000" spc="-10">
                          <a:solidFill>
                            <a:srgbClr val="1E293B"/>
                          </a:solidFill>
                          <a:latin typeface="Calibri"/>
                          <a:cs typeface="Calibri"/>
                        </a:rPr>
                        <a:t> </a:t>
                      </a:r>
                      <a:r>
                        <a:rPr dirty="0" sz="1000">
                          <a:solidFill>
                            <a:srgbClr val="1E293B"/>
                          </a:solidFill>
                          <a:latin typeface="Calibri"/>
                          <a:cs typeface="Calibri"/>
                        </a:rPr>
                        <a:t>with</a:t>
                      </a:r>
                      <a:r>
                        <a:rPr dirty="0" sz="1000" spc="-10">
                          <a:solidFill>
                            <a:srgbClr val="1E293B"/>
                          </a:solidFill>
                          <a:latin typeface="Calibri"/>
                          <a:cs typeface="Calibri"/>
                        </a:rPr>
                        <a:t> 24–</a:t>
                      </a:r>
                      <a:r>
                        <a:rPr dirty="0" sz="1000">
                          <a:solidFill>
                            <a:srgbClr val="1E293B"/>
                          </a:solidFill>
                          <a:latin typeface="Calibri"/>
                          <a:cs typeface="Calibri"/>
                        </a:rPr>
                        <a:t>48h</a:t>
                      </a:r>
                      <a:r>
                        <a:rPr dirty="0" sz="1000" spc="-10">
                          <a:solidFill>
                            <a:srgbClr val="1E293B"/>
                          </a:solidFill>
                          <a:latin typeface="Calibri"/>
                          <a:cs typeface="Calibri"/>
                        </a:rPr>
                        <a:t> latency. </a:t>
                      </a:r>
                      <a:r>
                        <a:rPr dirty="0" sz="1000" spc="-25">
                          <a:solidFill>
                            <a:srgbClr val="1E293B"/>
                          </a:solidFill>
                          <a:latin typeface="Calibri"/>
                          <a:cs typeface="Calibri"/>
                        </a:rPr>
                        <a:t>It</a:t>
                      </a:r>
                      <a:r>
                        <a:rPr dirty="0" sz="1000">
                          <a:solidFill>
                            <a:srgbClr val="1E293B"/>
                          </a:solidFill>
                          <a:latin typeface="Calibri"/>
                          <a:cs typeface="Calibri"/>
                        </a:rPr>
                        <a:t> lacks</a:t>
                      </a:r>
                      <a:r>
                        <a:rPr dirty="0" sz="1000" spc="-25">
                          <a:solidFill>
                            <a:srgbClr val="1E293B"/>
                          </a:solidFill>
                          <a:latin typeface="Calibri"/>
                          <a:cs typeface="Calibri"/>
                        </a:rPr>
                        <a:t> </a:t>
                      </a:r>
                      <a:r>
                        <a:rPr dirty="0" sz="1000" spc="-10">
                          <a:solidFill>
                            <a:srgbClr val="1E293B"/>
                          </a:solidFill>
                          <a:latin typeface="Calibri"/>
                          <a:cs typeface="Calibri"/>
                        </a:rPr>
                        <a:t>real-</a:t>
                      </a:r>
                      <a:r>
                        <a:rPr dirty="0" sz="1000">
                          <a:solidFill>
                            <a:srgbClr val="1E293B"/>
                          </a:solidFill>
                          <a:latin typeface="Calibri"/>
                          <a:cs typeface="Calibri"/>
                        </a:rPr>
                        <a:t>time</a:t>
                      </a:r>
                      <a:r>
                        <a:rPr dirty="0" sz="1000" spc="-20">
                          <a:solidFill>
                            <a:srgbClr val="1E293B"/>
                          </a:solidFill>
                          <a:latin typeface="Calibri"/>
                          <a:cs typeface="Calibri"/>
                        </a:rPr>
                        <a:t> </a:t>
                      </a:r>
                      <a:r>
                        <a:rPr dirty="0" sz="1000">
                          <a:solidFill>
                            <a:srgbClr val="1E293B"/>
                          </a:solidFill>
                          <a:latin typeface="Calibri"/>
                          <a:cs typeface="Calibri"/>
                        </a:rPr>
                        <a:t>weather</a:t>
                      </a:r>
                      <a:r>
                        <a:rPr dirty="0" sz="1000" spc="-20">
                          <a:solidFill>
                            <a:srgbClr val="1E293B"/>
                          </a:solidFill>
                          <a:latin typeface="Calibri"/>
                          <a:cs typeface="Calibri"/>
                        </a:rPr>
                        <a:t> </a:t>
                      </a:r>
                      <a:r>
                        <a:rPr dirty="0" sz="1000">
                          <a:solidFill>
                            <a:srgbClr val="1E293B"/>
                          </a:solidFill>
                          <a:latin typeface="Calibri"/>
                          <a:cs typeface="Calibri"/>
                        </a:rPr>
                        <a:t>safety</a:t>
                      </a:r>
                      <a:r>
                        <a:rPr dirty="0" sz="1000" spc="-20">
                          <a:solidFill>
                            <a:srgbClr val="1E293B"/>
                          </a:solidFill>
                          <a:latin typeface="Calibri"/>
                          <a:cs typeface="Calibri"/>
                        </a:rPr>
                        <a:t> </a:t>
                      </a:r>
                      <a:r>
                        <a:rPr dirty="0" sz="1000" spc="-10">
                          <a:solidFill>
                            <a:srgbClr val="1E293B"/>
                          </a:solidFill>
                          <a:latin typeface="Calibri"/>
                          <a:cs typeface="Calibri"/>
                        </a:rPr>
                        <a:t>scoring, </a:t>
                      </a:r>
                      <a:r>
                        <a:rPr dirty="0" sz="1000">
                          <a:solidFill>
                            <a:srgbClr val="1E293B"/>
                          </a:solidFill>
                          <a:latin typeface="Calibri"/>
                          <a:cs typeface="Calibri"/>
                        </a:rPr>
                        <a:t>navigational</a:t>
                      </a:r>
                      <a:r>
                        <a:rPr dirty="0" sz="1000" spc="-40">
                          <a:solidFill>
                            <a:srgbClr val="1E293B"/>
                          </a:solidFill>
                          <a:latin typeface="Calibri"/>
                          <a:cs typeface="Calibri"/>
                        </a:rPr>
                        <a:t> </a:t>
                      </a:r>
                      <a:r>
                        <a:rPr dirty="0" sz="1000">
                          <a:solidFill>
                            <a:srgbClr val="1E293B"/>
                          </a:solidFill>
                          <a:latin typeface="Calibri"/>
                          <a:cs typeface="Calibri"/>
                        </a:rPr>
                        <a:t>hazard</a:t>
                      </a:r>
                      <a:r>
                        <a:rPr dirty="0" sz="1000" spc="-35">
                          <a:solidFill>
                            <a:srgbClr val="1E293B"/>
                          </a:solidFill>
                          <a:latin typeface="Calibri"/>
                          <a:cs typeface="Calibri"/>
                        </a:rPr>
                        <a:t> </a:t>
                      </a:r>
                      <a:r>
                        <a:rPr dirty="0" sz="1000">
                          <a:solidFill>
                            <a:srgbClr val="1E293B"/>
                          </a:solidFill>
                          <a:latin typeface="Calibri"/>
                          <a:cs typeface="Calibri"/>
                        </a:rPr>
                        <a:t>verification,</a:t>
                      </a:r>
                      <a:r>
                        <a:rPr dirty="0" sz="1000" spc="-40">
                          <a:solidFill>
                            <a:srgbClr val="1E293B"/>
                          </a:solidFill>
                          <a:latin typeface="Calibri"/>
                          <a:cs typeface="Calibri"/>
                        </a:rPr>
                        <a:t> </a:t>
                      </a:r>
                      <a:r>
                        <a:rPr dirty="0" sz="1000">
                          <a:solidFill>
                            <a:srgbClr val="1E293B"/>
                          </a:solidFill>
                          <a:latin typeface="Calibri"/>
                          <a:cs typeface="Calibri"/>
                        </a:rPr>
                        <a:t>and</a:t>
                      </a:r>
                      <a:r>
                        <a:rPr dirty="0" sz="1000" spc="-35">
                          <a:solidFill>
                            <a:srgbClr val="1E293B"/>
                          </a:solidFill>
                          <a:latin typeface="Calibri"/>
                          <a:cs typeface="Calibri"/>
                        </a:rPr>
                        <a:t> </a:t>
                      </a:r>
                      <a:r>
                        <a:rPr dirty="0" sz="1000" spc="-10">
                          <a:solidFill>
                            <a:srgbClr val="1E293B"/>
                          </a:solidFill>
                          <a:latin typeface="Calibri"/>
                          <a:cs typeface="Calibri"/>
                        </a:rPr>
                        <a:t>accessible </a:t>
                      </a:r>
                      <a:r>
                        <a:rPr dirty="0" sz="1000">
                          <a:solidFill>
                            <a:srgbClr val="1E293B"/>
                          </a:solidFill>
                          <a:latin typeface="Calibri"/>
                          <a:cs typeface="Calibri"/>
                        </a:rPr>
                        <a:t>vernacular</a:t>
                      </a:r>
                      <a:r>
                        <a:rPr dirty="0" sz="1000" spc="-20">
                          <a:solidFill>
                            <a:srgbClr val="1E293B"/>
                          </a:solidFill>
                          <a:latin typeface="Calibri"/>
                          <a:cs typeface="Calibri"/>
                        </a:rPr>
                        <a:t> </a:t>
                      </a:r>
                      <a:r>
                        <a:rPr dirty="0" sz="1000">
                          <a:solidFill>
                            <a:srgbClr val="1E293B"/>
                          </a:solidFill>
                          <a:latin typeface="Calibri"/>
                          <a:cs typeface="Calibri"/>
                        </a:rPr>
                        <a:t>voice</a:t>
                      </a:r>
                      <a:r>
                        <a:rPr dirty="0" sz="1000" spc="-15">
                          <a:solidFill>
                            <a:srgbClr val="1E293B"/>
                          </a:solidFill>
                          <a:latin typeface="Calibri"/>
                          <a:cs typeface="Calibri"/>
                        </a:rPr>
                        <a:t> </a:t>
                      </a:r>
                      <a:r>
                        <a:rPr dirty="0" sz="1000">
                          <a:solidFill>
                            <a:srgbClr val="1E293B"/>
                          </a:solidFill>
                          <a:latin typeface="Calibri"/>
                          <a:cs typeface="Calibri"/>
                        </a:rPr>
                        <a:t>advisories</a:t>
                      </a:r>
                      <a:r>
                        <a:rPr dirty="0" sz="1000" spc="-15">
                          <a:solidFill>
                            <a:srgbClr val="1E293B"/>
                          </a:solidFill>
                          <a:latin typeface="Calibri"/>
                          <a:cs typeface="Calibri"/>
                        </a:rPr>
                        <a:t> </a:t>
                      </a:r>
                      <a:r>
                        <a:rPr dirty="0" sz="1000">
                          <a:solidFill>
                            <a:srgbClr val="1E293B"/>
                          </a:solidFill>
                          <a:latin typeface="Calibri"/>
                          <a:cs typeface="Calibri"/>
                        </a:rPr>
                        <a:t>for</a:t>
                      </a:r>
                      <a:r>
                        <a:rPr dirty="0" sz="1000" spc="-15">
                          <a:solidFill>
                            <a:srgbClr val="1E293B"/>
                          </a:solidFill>
                          <a:latin typeface="Calibri"/>
                          <a:cs typeface="Calibri"/>
                        </a:rPr>
                        <a:t> </a:t>
                      </a:r>
                      <a:r>
                        <a:rPr dirty="0" sz="1000">
                          <a:solidFill>
                            <a:srgbClr val="1E293B"/>
                          </a:solidFill>
                          <a:latin typeface="Calibri"/>
                          <a:cs typeface="Calibri"/>
                        </a:rPr>
                        <a:t>artisanal</a:t>
                      </a:r>
                      <a:r>
                        <a:rPr dirty="0" sz="1000" spc="-15">
                          <a:solidFill>
                            <a:srgbClr val="1E293B"/>
                          </a:solidFill>
                          <a:latin typeface="Calibri"/>
                          <a:cs typeface="Calibri"/>
                        </a:rPr>
                        <a:t> </a:t>
                      </a:r>
                      <a:r>
                        <a:rPr dirty="0" sz="1000" spc="-10">
                          <a:solidFill>
                            <a:srgbClr val="1E293B"/>
                          </a:solidFill>
                          <a:latin typeface="Calibri"/>
                          <a:cs typeface="Calibri"/>
                        </a:rPr>
                        <a:t>fishers.</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918844">
              <a:lnSpc>
                <a:spcPct val="100000"/>
              </a:lnSpc>
              <a:spcBef>
                <a:spcPts val="100"/>
              </a:spcBef>
            </a:pPr>
            <a:r>
              <a:rPr dirty="0" spc="-20"/>
              <a:t>Literature</a:t>
            </a:r>
            <a:r>
              <a:rPr dirty="0" spc="-95"/>
              <a:t> </a:t>
            </a:r>
            <a:r>
              <a:rPr dirty="0" spc="-10"/>
              <a:t>survey</a:t>
            </a:r>
          </a:p>
        </p:txBody>
      </p:sp>
      <p:graphicFrame>
        <p:nvGraphicFramePr>
          <p:cNvPr id="3" name="object 3"/>
          <p:cNvGraphicFramePr>
            <a:graphicFrameLocks noGrp="1"/>
          </p:cNvGraphicFramePr>
          <p:nvPr/>
        </p:nvGraphicFramePr>
        <p:xfrm>
          <a:off x="539750" y="1276350"/>
          <a:ext cx="11183620" cy="4956810"/>
        </p:xfrm>
        <a:graphic>
          <a:graphicData uri="http://schemas.openxmlformats.org/drawingml/2006/table">
            <a:tbl>
              <a:tblPr firstRow="1" bandRow="1">
                <a:tableStyleId>{2D5ABB26-0587-4C30-8999-92F81FD0307C}</a:tableStyleId>
              </a:tblPr>
              <a:tblGrid>
                <a:gridCol w="640080"/>
                <a:gridCol w="1828800"/>
                <a:gridCol w="2560320"/>
                <a:gridCol w="3383279"/>
                <a:gridCol w="2682239"/>
              </a:tblGrid>
              <a:tr h="568325">
                <a:tc>
                  <a:txBody>
                    <a:bodyPr/>
                    <a:lstStyle/>
                    <a:p>
                      <a:pPr algn="ctr">
                        <a:lnSpc>
                          <a:spcPts val="1310"/>
                        </a:lnSpc>
                        <a:spcBef>
                          <a:spcPts val="90"/>
                        </a:spcBef>
                      </a:pPr>
                      <a:r>
                        <a:rPr dirty="0" sz="1100" spc="-25" b="1">
                          <a:solidFill>
                            <a:srgbClr val="0F172A"/>
                          </a:solidFill>
                          <a:latin typeface="Calibri"/>
                          <a:cs typeface="Calibri"/>
                        </a:rPr>
                        <a:t>Sr.</a:t>
                      </a:r>
                      <a:endParaRPr sz="1100">
                        <a:latin typeface="Calibri"/>
                        <a:cs typeface="Calibri"/>
                      </a:endParaRPr>
                    </a:p>
                    <a:p>
                      <a:pPr algn="ctr">
                        <a:lnSpc>
                          <a:spcPts val="1310"/>
                        </a:lnSpc>
                      </a:pPr>
                      <a:r>
                        <a:rPr dirty="0" sz="1100" spc="-25" b="1">
                          <a:solidFill>
                            <a:srgbClr val="0F172A"/>
                          </a:solidFill>
                          <a:latin typeface="Calibri"/>
                          <a:cs typeface="Calibri"/>
                        </a:rPr>
                        <a:t>No.</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algn="ctr" marL="553085" marR="545465" indent="-635">
                        <a:lnSpc>
                          <a:spcPts val="1300"/>
                        </a:lnSpc>
                        <a:spcBef>
                          <a:spcPts val="150"/>
                        </a:spcBef>
                      </a:pPr>
                      <a:r>
                        <a:rPr dirty="0" sz="1100" b="1">
                          <a:solidFill>
                            <a:srgbClr val="0F172A"/>
                          </a:solidFill>
                          <a:latin typeface="Calibri"/>
                          <a:cs typeface="Calibri"/>
                        </a:rPr>
                        <a:t>Name</a:t>
                      </a:r>
                      <a:r>
                        <a:rPr dirty="0" sz="1100" spc="-40" b="1">
                          <a:solidFill>
                            <a:srgbClr val="0F172A"/>
                          </a:solidFill>
                          <a:latin typeface="Calibri"/>
                          <a:cs typeface="Calibri"/>
                        </a:rPr>
                        <a:t> </a:t>
                      </a:r>
                      <a:r>
                        <a:rPr dirty="0" sz="1100" spc="-25" b="1">
                          <a:solidFill>
                            <a:srgbClr val="0F172A"/>
                          </a:solidFill>
                          <a:latin typeface="Calibri"/>
                          <a:cs typeface="Calibri"/>
                        </a:rPr>
                        <a:t>of </a:t>
                      </a:r>
                      <a:r>
                        <a:rPr dirty="0" sz="1100" spc="-10" b="1">
                          <a:solidFill>
                            <a:srgbClr val="0F172A"/>
                          </a:solidFill>
                          <a:latin typeface="Calibri"/>
                          <a:cs typeface="Calibri"/>
                        </a:rPr>
                        <a:t>journal/conf erence</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marL="628015">
                        <a:lnSpc>
                          <a:spcPct val="100000"/>
                        </a:lnSpc>
                        <a:spcBef>
                          <a:spcPts val="90"/>
                        </a:spcBef>
                      </a:pPr>
                      <a:r>
                        <a:rPr dirty="0" sz="1100" b="1">
                          <a:solidFill>
                            <a:srgbClr val="0F172A"/>
                          </a:solidFill>
                          <a:latin typeface="Calibri"/>
                          <a:cs typeface="Calibri"/>
                        </a:rPr>
                        <a:t>Title</a:t>
                      </a:r>
                      <a:r>
                        <a:rPr dirty="0" sz="1100" spc="-40" b="1">
                          <a:solidFill>
                            <a:srgbClr val="0F172A"/>
                          </a:solidFill>
                          <a:latin typeface="Calibri"/>
                          <a:cs typeface="Calibri"/>
                        </a:rPr>
                        <a:t> </a:t>
                      </a:r>
                      <a:r>
                        <a:rPr dirty="0" sz="1100" b="1">
                          <a:solidFill>
                            <a:srgbClr val="0F172A"/>
                          </a:solidFill>
                          <a:latin typeface="Calibri"/>
                          <a:cs typeface="Calibri"/>
                        </a:rPr>
                        <a:t>of</a:t>
                      </a:r>
                      <a:r>
                        <a:rPr dirty="0" sz="1100" spc="-40" b="1">
                          <a:solidFill>
                            <a:srgbClr val="0F172A"/>
                          </a:solidFill>
                          <a:latin typeface="Calibri"/>
                          <a:cs typeface="Calibri"/>
                        </a:rPr>
                        <a:t> </a:t>
                      </a:r>
                      <a:r>
                        <a:rPr dirty="0" sz="1100" b="1">
                          <a:solidFill>
                            <a:srgbClr val="0F172A"/>
                          </a:solidFill>
                          <a:latin typeface="Calibri"/>
                          <a:cs typeface="Calibri"/>
                        </a:rPr>
                        <a:t>research</a:t>
                      </a:r>
                      <a:r>
                        <a:rPr dirty="0" sz="1100" spc="-40" b="1">
                          <a:solidFill>
                            <a:srgbClr val="0F172A"/>
                          </a:solidFill>
                          <a:latin typeface="Calibri"/>
                          <a:cs typeface="Calibri"/>
                        </a:rPr>
                        <a:t> </a:t>
                      </a:r>
                      <a:r>
                        <a:rPr dirty="0" sz="1100" spc="-20" b="1">
                          <a:solidFill>
                            <a:srgbClr val="0F172A"/>
                          </a:solidFill>
                          <a:latin typeface="Calibri"/>
                          <a:cs typeface="Calibri"/>
                        </a:rPr>
                        <a:t>paper</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marL="1027430">
                        <a:lnSpc>
                          <a:spcPct val="100000"/>
                        </a:lnSpc>
                        <a:spcBef>
                          <a:spcPts val="90"/>
                        </a:spcBef>
                      </a:pPr>
                      <a:r>
                        <a:rPr dirty="0" sz="1100" b="1">
                          <a:solidFill>
                            <a:srgbClr val="0F172A"/>
                          </a:solidFill>
                          <a:latin typeface="Calibri"/>
                          <a:cs typeface="Calibri"/>
                        </a:rPr>
                        <a:t>Brief</a:t>
                      </a:r>
                      <a:r>
                        <a:rPr dirty="0" sz="1100" spc="-30" b="1">
                          <a:solidFill>
                            <a:srgbClr val="0F172A"/>
                          </a:solidFill>
                          <a:latin typeface="Calibri"/>
                          <a:cs typeface="Calibri"/>
                        </a:rPr>
                        <a:t> </a:t>
                      </a:r>
                      <a:r>
                        <a:rPr dirty="0" sz="1100" b="1">
                          <a:solidFill>
                            <a:srgbClr val="0F172A"/>
                          </a:solidFill>
                          <a:latin typeface="Calibri"/>
                          <a:cs typeface="Calibri"/>
                        </a:rPr>
                        <a:t>summary</a:t>
                      </a:r>
                      <a:r>
                        <a:rPr dirty="0" sz="1100" spc="-30" b="1">
                          <a:solidFill>
                            <a:srgbClr val="0F172A"/>
                          </a:solidFill>
                          <a:latin typeface="Calibri"/>
                          <a:cs typeface="Calibri"/>
                        </a:rPr>
                        <a:t> </a:t>
                      </a:r>
                      <a:r>
                        <a:rPr dirty="0" sz="1100" b="1">
                          <a:solidFill>
                            <a:srgbClr val="0F172A"/>
                          </a:solidFill>
                          <a:latin typeface="Calibri"/>
                          <a:cs typeface="Calibri"/>
                        </a:rPr>
                        <a:t>of</a:t>
                      </a:r>
                      <a:r>
                        <a:rPr dirty="0" sz="1100" spc="-30" b="1">
                          <a:solidFill>
                            <a:srgbClr val="0F172A"/>
                          </a:solidFill>
                          <a:latin typeface="Calibri"/>
                          <a:cs typeface="Calibri"/>
                        </a:rPr>
                        <a:t> </a:t>
                      </a:r>
                      <a:r>
                        <a:rPr dirty="0" sz="1100" spc="-20" b="1">
                          <a:solidFill>
                            <a:srgbClr val="0F172A"/>
                          </a:solidFill>
                          <a:latin typeface="Calibri"/>
                          <a:cs typeface="Calibri"/>
                        </a:rPr>
                        <a:t>work</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algn="ctr">
                        <a:lnSpc>
                          <a:spcPct val="100000"/>
                        </a:lnSpc>
                        <a:spcBef>
                          <a:spcPts val="90"/>
                        </a:spcBef>
                      </a:pPr>
                      <a:r>
                        <a:rPr dirty="0" sz="1100" spc="-10" b="1">
                          <a:solidFill>
                            <a:srgbClr val="0F172A"/>
                          </a:solidFill>
                          <a:latin typeface="Calibri"/>
                          <a:cs typeface="Calibri"/>
                        </a:rPr>
                        <a:t>Drawbacks</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r>
              <a:tr h="2194560">
                <a:tc>
                  <a:txBody>
                    <a:bodyPr/>
                    <a:lstStyle/>
                    <a:p>
                      <a:pPr algn="ctr">
                        <a:lnSpc>
                          <a:spcPct val="100000"/>
                        </a:lnSpc>
                        <a:spcBef>
                          <a:spcPts val="145"/>
                        </a:spcBef>
                      </a:pPr>
                      <a:r>
                        <a:rPr dirty="0" sz="1200" spc="-25">
                          <a:solidFill>
                            <a:srgbClr val="0F172A"/>
                          </a:solidFill>
                          <a:latin typeface="Calibri"/>
                          <a:cs typeface="Calibri"/>
                        </a:rPr>
                        <a:t>3.</a:t>
                      </a:r>
                      <a:endParaRPr sz="1200">
                        <a:latin typeface="Calibri"/>
                        <a:cs typeface="Calibri"/>
                      </a:endParaRPr>
                    </a:p>
                  </a:txBody>
                  <a:tcPr marL="0" marR="0" marB="0" marT="18415">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a:lnSpc>
                          <a:spcPts val="1310"/>
                        </a:lnSpc>
                        <a:spcBef>
                          <a:spcPts val="90"/>
                        </a:spcBef>
                      </a:pPr>
                      <a:r>
                        <a:rPr dirty="0" sz="1100" spc="-20">
                          <a:solidFill>
                            <a:srgbClr val="0F172A"/>
                          </a:solidFill>
                          <a:latin typeface="Calibri"/>
                          <a:cs typeface="Calibri"/>
                        </a:rPr>
                        <a:t>2025</a:t>
                      </a:r>
                      <a:endParaRPr sz="1100">
                        <a:latin typeface="Calibri"/>
                        <a:cs typeface="Calibri"/>
                      </a:endParaRPr>
                    </a:p>
                    <a:p>
                      <a:pPr marL="51435" marR="942340">
                        <a:lnSpc>
                          <a:spcPts val="1300"/>
                        </a:lnSpc>
                        <a:spcBef>
                          <a:spcPts val="50"/>
                        </a:spcBef>
                      </a:pPr>
                      <a:r>
                        <a:rPr dirty="0" sz="1100" spc="-10">
                          <a:solidFill>
                            <a:srgbClr val="0F172A"/>
                          </a:solidFill>
                          <a:latin typeface="Calibri"/>
                          <a:cs typeface="Calibri"/>
                        </a:rPr>
                        <a:t>International Joint Conference</a:t>
                      </a:r>
                      <a:r>
                        <a:rPr dirty="0" sz="1100" spc="-5">
                          <a:solidFill>
                            <a:srgbClr val="0F172A"/>
                          </a:solidFill>
                          <a:latin typeface="Calibri"/>
                          <a:cs typeface="Calibri"/>
                        </a:rPr>
                        <a:t> </a:t>
                      </a:r>
                      <a:r>
                        <a:rPr dirty="0" sz="1100" spc="-25">
                          <a:solidFill>
                            <a:srgbClr val="0F172A"/>
                          </a:solidFill>
                          <a:latin typeface="Calibri"/>
                          <a:cs typeface="Calibri"/>
                        </a:rPr>
                        <a:t>on </a:t>
                      </a:r>
                      <a:r>
                        <a:rPr dirty="0" sz="1100" spc="-10">
                          <a:solidFill>
                            <a:srgbClr val="0F172A"/>
                          </a:solidFill>
                          <a:latin typeface="Calibri"/>
                          <a:cs typeface="Calibri"/>
                        </a:rPr>
                        <a:t>Neural Networks (IJCNN)</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154305">
                        <a:lnSpc>
                          <a:spcPts val="1300"/>
                        </a:lnSpc>
                        <a:spcBef>
                          <a:spcPts val="150"/>
                        </a:spcBef>
                      </a:pPr>
                      <a:r>
                        <a:rPr dirty="0" sz="1100" b="1">
                          <a:solidFill>
                            <a:srgbClr val="0F172A"/>
                          </a:solidFill>
                          <a:latin typeface="Calibri"/>
                          <a:cs typeface="Calibri"/>
                        </a:rPr>
                        <a:t>Grounded</a:t>
                      </a:r>
                      <a:r>
                        <a:rPr dirty="0" sz="1100" spc="-15" b="1">
                          <a:solidFill>
                            <a:srgbClr val="0F172A"/>
                          </a:solidFill>
                          <a:latin typeface="Calibri"/>
                          <a:cs typeface="Calibri"/>
                        </a:rPr>
                        <a:t> </a:t>
                      </a:r>
                      <a:r>
                        <a:rPr dirty="0" sz="1100" b="1">
                          <a:solidFill>
                            <a:srgbClr val="0F172A"/>
                          </a:solidFill>
                          <a:latin typeface="Calibri"/>
                          <a:cs typeface="Calibri"/>
                        </a:rPr>
                        <a:t>Agentic</a:t>
                      </a:r>
                      <a:r>
                        <a:rPr dirty="0" sz="1100" spc="-15" b="1">
                          <a:solidFill>
                            <a:srgbClr val="0F172A"/>
                          </a:solidFill>
                          <a:latin typeface="Calibri"/>
                          <a:cs typeface="Calibri"/>
                        </a:rPr>
                        <a:t> </a:t>
                      </a:r>
                      <a:r>
                        <a:rPr dirty="0" sz="1100" b="1">
                          <a:solidFill>
                            <a:srgbClr val="0F172A"/>
                          </a:solidFill>
                          <a:latin typeface="Calibri"/>
                          <a:cs typeface="Calibri"/>
                        </a:rPr>
                        <a:t>LLM</a:t>
                      </a:r>
                      <a:r>
                        <a:rPr dirty="0" sz="1100" spc="-10" b="1">
                          <a:solidFill>
                            <a:srgbClr val="0F172A"/>
                          </a:solidFill>
                          <a:latin typeface="Calibri"/>
                          <a:cs typeface="Calibri"/>
                        </a:rPr>
                        <a:t> Orchestration</a:t>
                      </a:r>
                      <a:r>
                        <a:rPr dirty="0" sz="1100" spc="-15" b="1">
                          <a:solidFill>
                            <a:srgbClr val="0F172A"/>
                          </a:solidFill>
                          <a:latin typeface="Calibri"/>
                          <a:cs typeface="Calibri"/>
                        </a:rPr>
                        <a:t> </a:t>
                      </a:r>
                      <a:r>
                        <a:rPr dirty="0" sz="1100" spc="-25" b="1">
                          <a:solidFill>
                            <a:srgbClr val="0F172A"/>
                          </a:solidFill>
                          <a:latin typeface="Calibri"/>
                          <a:cs typeface="Calibri"/>
                        </a:rPr>
                        <a:t>for </a:t>
                      </a:r>
                      <a:r>
                        <a:rPr dirty="0" sz="1100" spc="-20" b="1">
                          <a:solidFill>
                            <a:srgbClr val="0F172A"/>
                          </a:solidFill>
                          <a:latin typeface="Calibri"/>
                          <a:cs typeface="Calibri"/>
                        </a:rPr>
                        <a:t>Real-</a:t>
                      </a:r>
                      <a:r>
                        <a:rPr dirty="0" sz="1100" b="1">
                          <a:solidFill>
                            <a:srgbClr val="0F172A"/>
                          </a:solidFill>
                          <a:latin typeface="Calibri"/>
                          <a:cs typeface="Calibri"/>
                        </a:rPr>
                        <a:t>Time </a:t>
                      </a:r>
                      <a:r>
                        <a:rPr dirty="0" sz="1100" spc="-10" b="1">
                          <a:solidFill>
                            <a:srgbClr val="0F172A"/>
                          </a:solidFill>
                          <a:latin typeface="Calibri"/>
                          <a:cs typeface="Calibri"/>
                        </a:rPr>
                        <a:t>Decision-</a:t>
                      </a:r>
                      <a:r>
                        <a:rPr dirty="0" sz="1100" b="1">
                          <a:solidFill>
                            <a:srgbClr val="0F172A"/>
                          </a:solidFill>
                          <a:latin typeface="Calibri"/>
                          <a:cs typeface="Calibri"/>
                        </a:rPr>
                        <a:t>Support</a:t>
                      </a:r>
                      <a:r>
                        <a:rPr dirty="0" sz="1100" spc="-5" b="1">
                          <a:solidFill>
                            <a:srgbClr val="0F172A"/>
                          </a:solidFill>
                          <a:latin typeface="Calibri"/>
                          <a:cs typeface="Calibri"/>
                        </a:rPr>
                        <a:t> </a:t>
                      </a:r>
                      <a:r>
                        <a:rPr dirty="0" sz="1100" b="1">
                          <a:solidFill>
                            <a:srgbClr val="0F172A"/>
                          </a:solidFill>
                          <a:latin typeface="Calibri"/>
                          <a:cs typeface="Calibri"/>
                        </a:rPr>
                        <a:t>in</a:t>
                      </a:r>
                      <a:r>
                        <a:rPr dirty="0" sz="1100" spc="-5" b="1">
                          <a:solidFill>
                            <a:srgbClr val="0F172A"/>
                          </a:solidFill>
                          <a:latin typeface="Calibri"/>
                          <a:cs typeface="Calibri"/>
                        </a:rPr>
                        <a:t> </a:t>
                      </a:r>
                      <a:r>
                        <a:rPr dirty="0" sz="1100" spc="-10" b="1">
                          <a:solidFill>
                            <a:srgbClr val="0F172A"/>
                          </a:solidFill>
                          <a:latin typeface="Calibri"/>
                          <a:cs typeface="Calibri"/>
                        </a:rPr>
                        <a:t>Critical Cyber-Physical</a:t>
                      </a:r>
                      <a:r>
                        <a:rPr dirty="0" sz="1100" spc="10" b="1">
                          <a:solidFill>
                            <a:srgbClr val="0F172A"/>
                          </a:solidFill>
                          <a:latin typeface="Calibri"/>
                          <a:cs typeface="Calibri"/>
                        </a:rPr>
                        <a:t> </a:t>
                      </a:r>
                      <a:r>
                        <a:rPr dirty="0" sz="1100" spc="-10" b="1">
                          <a:solidFill>
                            <a:srgbClr val="0F172A"/>
                          </a:solidFill>
                          <a:latin typeface="Calibri"/>
                          <a:cs typeface="Calibri"/>
                        </a:rPr>
                        <a:t>Systems</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286385">
                        <a:lnSpc>
                          <a:spcPct val="108300"/>
                        </a:lnSpc>
                        <a:spcBef>
                          <a:spcPts val="140"/>
                        </a:spcBef>
                      </a:pPr>
                      <a:r>
                        <a:rPr dirty="0" sz="1000">
                          <a:solidFill>
                            <a:srgbClr val="1E293B"/>
                          </a:solidFill>
                          <a:latin typeface="Calibri"/>
                          <a:cs typeface="Calibri"/>
                        </a:rPr>
                        <a:t>The</a:t>
                      </a:r>
                      <a:r>
                        <a:rPr dirty="0" sz="1000" spc="-15">
                          <a:solidFill>
                            <a:srgbClr val="1E293B"/>
                          </a:solidFill>
                          <a:latin typeface="Calibri"/>
                          <a:cs typeface="Calibri"/>
                        </a:rPr>
                        <a:t> </a:t>
                      </a:r>
                      <a:r>
                        <a:rPr dirty="0" sz="1000">
                          <a:solidFill>
                            <a:srgbClr val="1E293B"/>
                          </a:solidFill>
                          <a:latin typeface="Calibri"/>
                          <a:cs typeface="Calibri"/>
                        </a:rPr>
                        <a:t>paper</a:t>
                      </a:r>
                      <a:r>
                        <a:rPr dirty="0" sz="1000" spc="-10">
                          <a:solidFill>
                            <a:srgbClr val="1E293B"/>
                          </a:solidFill>
                          <a:latin typeface="Calibri"/>
                          <a:cs typeface="Calibri"/>
                        </a:rPr>
                        <a:t> </a:t>
                      </a:r>
                      <a:r>
                        <a:rPr dirty="0" sz="1000">
                          <a:solidFill>
                            <a:srgbClr val="1E293B"/>
                          </a:solidFill>
                          <a:latin typeface="Calibri"/>
                          <a:cs typeface="Calibri"/>
                        </a:rPr>
                        <a:t>proposes</a:t>
                      </a:r>
                      <a:r>
                        <a:rPr dirty="0" sz="1000" spc="-10">
                          <a:solidFill>
                            <a:srgbClr val="1E293B"/>
                          </a:solidFill>
                          <a:latin typeface="Calibri"/>
                          <a:cs typeface="Calibri"/>
                        </a:rPr>
                        <a:t> </a:t>
                      </a:r>
                      <a:r>
                        <a:rPr dirty="0" sz="1000">
                          <a:solidFill>
                            <a:srgbClr val="1E293B"/>
                          </a:solidFill>
                          <a:latin typeface="Calibri"/>
                          <a:cs typeface="Calibri"/>
                        </a:rPr>
                        <a:t>an</a:t>
                      </a:r>
                      <a:r>
                        <a:rPr dirty="0" sz="1000" spc="-15">
                          <a:solidFill>
                            <a:srgbClr val="1E293B"/>
                          </a:solidFill>
                          <a:latin typeface="Calibri"/>
                          <a:cs typeface="Calibri"/>
                        </a:rPr>
                        <a:t> </a:t>
                      </a:r>
                      <a:r>
                        <a:rPr dirty="0" sz="1000">
                          <a:solidFill>
                            <a:srgbClr val="1E293B"/>
                          </a:solidFill>
                          <a:latin typeface="Calibri"/>
                          <a:cs typeface="Calibri"/>
                        </a:rPr>
                        <a:t>agentic</a:t>
                      </a:r>
                      <a:r>
                        <a:rPr dirty="0" sz="1000" spc="-10">
                          <a:solidFill>
                            <a:srgbClr val="1E293B"/>
                          </a:solidFill>
                          <a:latin typeface="Calibri"/>
                          <a:cs typeface="Calibri"/>
                        </a:rPr>
                        <a:t> </a:t>
                      </a:r>
                      <a:r>
                        <a:rPr dirty="0" sz="1000">
                          <a:solidFill>
                            <a:srgbClr val="1E293B"/>
                          </a:solidFill>
                          <a:latin typeface="Calibri"/>
                          <a:cs typeface="Calibri"/>
                        </a:rPr>
                        <a:t>LLM</a:t>
                      </a:r>
                      <a:r>
                        <a:rPr dirty="0" sz="1000" spc="-10">
                          <a:solidFill>
                            <a:srgbClr val="1E293B"/>
                          </a:solidFill>
                          <a:latin typeface="Calibri"/>
                          <a:cs typeface="Calibri"/>
                        </a:rPr>
                        <a:t> architecture </a:t>
                      </a:r>
                      <a:r>
                        <a:rPr dirty="0" sz="1000" spc="-20">
                          <a:solidFill>
                            <a:srgbClr val="1E293B"/>
                          </a:solidFill>
                          <a:latin typeface="Calibri"/>
                          <a:cs typeface="Calibri"/>
                        </a:rPr>
                        <a:t>using </a:t>
                      </a:r>
                      <a:r>
                        <a:rPr dirty="0" sz="1000" spc="-10">
                          <a:solidFill>
                            <a:srgbClr val="1E293B"/>
                          </a:solidFill>
                          <a:latin typeface="Calibri"/>
                          <a:cs typeface="Calibri"/>
                        </a:rPr>
                        <a:t>structured</a:t>
                      </a:r>
                      <a:r>
                        <a:rPr dirty="0" sz="1000">
                          <a:solidFill>
                            <a:srgbClr val="1E293B"/>
                          </a:solidFill>
                          <a:latin typeface="Calibri"/>
                          <a:cs typeface="Calibri"/>
                        </a:rPr>
                        <a:t> schema</a:t>
                      </a:r>
                      <a:r>
                        <a:rPr dirty="0" sz="1000" spc="5">
                          <a:solidFill>
                            <a:srgbClr val="1E293B"/>
                          </a:solidFill>
                          <a:latin typeface="Calibri"/>
                          <a:cs typeface="Calibri"/>
                        </a:rPr>
                        <a:t> </a:t>
                      </a:r>
                      <a:r>
                        <a:rPr dirty="0" sz="1000">
                          <a:solidFill>
                            <a:srgbClr val="1E293B"/>
                          </a:solidFill>
                          <a:latin typeface="Calibri"/>
                          <a:cs typeface="Calibri"/>
                        </a:rPr>
                        <a:t>decomposition</a:t>
                      </a:r>
                      <a:r>
                        <a:rPr dirty="0" sz="1000" spc="5">
                          <a:solidFill>
                            <a:srgbClr val="1E293B"/>
                          </a:solidFill>
                          <a:latin typeface="Calibri"/>
                          <a:cs typeface="Calibri"/>
                        </a:rPr>
                        <a:t> </a:t>
                      </a:r>
                      <a:r>
                        <a:rPr dirty="0" sz="1000">
                          <a:solidFill>
                            <a:srgbClr val="1E293B"/>
                          </a:solidFill>
                          <a:latin typeface="Calibri"/>
                          <a:cs typeface="Calibri"/>
                        </a:rPr>
                        <a:t>and </a:t>
                      </a:r>
                      <a:r>
                        <a:rPr dirty="0" sz="1000" spc="-10">
                          <a:solidFill>
                            <a:srgbClr val="1E293B"/>
                          </a:solidFill>
                          <a:latin typeface="Calibri"/>
                          <a:cs typeface="Calibri"/>
                        </a:rPr>
                        <a:t>tool-</a:t>
                      </a:r>
                      <a:r>
                        <a:rPr dirty="0" sz="1000">
                          <a:solidFill>
                            <a:srgbClr val="1E293B"/>
                          </a:solidFill>
                          <a:latin typeface="Calibri"/>
                          <a:cs typeface="Calibri"/>
                        </a:rPr>
                        <a:t>calling</a:t>
                      </a:r>
                      <a:r>
                        <a:rPr dirty="0" sz="1000" spc="5">
                          <a:solidFill>
                            <a:srgbClr val="1E293B"/>
                          </a:solidFill>
                          <a:latin typeface="Calibri"/>
                          <a:cs typeface="Calibri"/>
                        </a:rPr>
                        <a:t> </a:t>
                      </a:r>
                      <a:r>
                        <a:rPr dirty="0" sz="1000" spc="-25">
                          <a:solidFill>
                            <a:srgbClr val="1E293B"/>
                          </a:solidFill>
                          <a:latin typeface="Calibri"/>
                          <a:cs typeface="Calibri"/>
                        </a:rPr>
                        <a:t>to</a:t>
                      </a:r>
                      <a:r>
                        <a:rPr dirty="0" sz="1000" spc="-10">
                          <a:solidFill>
                            <a:srgbClr val="1E293B"/>
                          </a:solidFill>
                          <a:latin typeface="Calibri"/>
                          <a:cs typeface="Calibri"/>
                        </a:rPr>
                        <a:t> orchestrate</a:t>
                      </a:r>
                      <a:r>
                        <a:rPr dirty="0" sz="1000" spc="-20">
                          <a:solidFill>
                            <a:srgbClr val="1E293B"/>
                          </a:solidFill>
                          <a:latin typeface="Calibri"/>
                          <a:cs typeface="Calibri"/>
                        </a:rPr>
                        <a:t> </a:t>
                      </a:r>
                      <a:r>
                        <a:rPr dirty="0" sz="1000">
                          <a:solidFill>
                            <a:srgbClr val="1E293B"/>
                          </a:solidFill>
                          <a:latin typeface="Calibri"/>
                          <a:cs typeface="Calibri"/>
                        </a:rPr>
                        <a:t>disparate</a:t>
                      </a:r>
                      <a:r>
                        <a:rPr dirty="0" sz="1000" spc="-20">
                          <a:solidFill>
                            <a:srgbClr val="1E293B"/>
                          </a:solidFill>
                          <a:latin typeface="Calibri"/>
                          <a:cs typeface="Calibri"/>
                        </a:rPr>
                        <a:t> </a:t>
                      </a:r>
                      <a:r>
                        <a:rPr dirty="0" sz="1000">
                          <a:solidFill>
                            <a:srgbClr val="1E293B"/>
                          </a:solidFill>
                          <a:latin typeface="Calibri"/>
                          <a:cs typeface="Calibri"/>
                        </a:rPr>
                        <a:t>APIs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20">
                          <a:solidFill>
                            <a:srgbClr val="1E293B"/>
                          </a:solidFill>
                          <a:latin typeface="Calibri"/>
                          <a:cs typeface="Calibri"/>
                        </a:rPr>
                        <a:t> </a:t>
                      </a:r>
                      <a:r>
                        <a:rPr dirty="0" sz="1000">
                          <a:solidFill>
                            <a:srgbClr val="1E293B"/>
                          </a:solidFill>
                          <a:latin typeface="Calibri"/>
                          <a:cs typeface="Calibri"/>
                        </a:rPr>
                        <a:t>domain</a:t>
                      </a:r>
                      <a:r>
                        <a:rPr dirty="0" sz="1000" spc="-15">
                          <a:solidFill>
                            <a:srgbClr val="1E293B"/>
                          </a:solidFill>
                          <a:latin typeface="Calibri"/>
                          <a:cs typeface="Calibri"/>
                        </a:rPr>
                        <a:t> </a:t>
                      </a:r>
                      <a:r>
                        <a:rPr dirty="0" sz="1000">
                          <a:solidFill>
                            <a:srgbClr val="1E293B"/>
                          </a:solidFill>
                          <a:latin typeface="Calibri"/>
                          <a:cs typeface="Calibri"/>
                        </a:rPr>
                        <a:t>sensors</a:t>
                      </a:r>
                      <a:r>
                        <a:rPr dirty="0" sz="1000" spc="-20">
                          <a:solidFill>
                            <a:srgbClr val="1E293B"/>
                          </a:solidFill>
                          <a:latin typeface="Calibri"/>
                          <a:cs typeface="Calibri"/>
                        </a:rPr>
                        <a:t> </a:t>
                      </a:r>
                      <a:r>
                        <a:rPr dirty="0" sz="1000">
                          <a:solidFill>
                            <a:srgbClr val="1E293B"/>
                          </a:solidFill>
                          <a:latin typeface="Calibri"/>
                          <a:cs typeface="Calibri"/>
                        </a:rPr>
                        <a:t>for</a:t>
                      </a:r>
                      <a:r>
                        <a:rPr dirty="0" sz="1000" spc="-15">
                          <a:solidFill>
                            <a:srgbClr val="1E293B"/>
                          </a:solidFill>
                          <a:latin typeface="Calibri"/>
                          <a:cs typeface="Calibri"/>
                        </a:rPr>
                        <a:t> </a:t>
                      </a:r>
                      <a:r>
                        <a:rPr dirty="0" sz="1000" spc="-10">
                          <a:solidFill>
                            <a:srgbClr val="1E293B"/>
                          </a:solidFill>
                          <a:latin typeface="Calibri"/>
                          <a:cs typeface="Calibri"/>
                        </a:rPr>
                        <a:t>safety </a:t>
                      </a:r>
                      <a:r>
                        <a:rPr dirty="0" sz="1000">
                          <a:solidFill>
                            <a:srgbClr val="1E293B"/>
                          </a:solidFill>
                          <a:latin typeface="Calibri"/>
                          <a:cs typeface="Calibri"/>
                        </a:rPr>
                        <a:t>monitoring,</a:t>
                      </a:r>
                      <a:r>
                        <a:rPr dirty="0" sz="1000" spc="-15">
                          <a:solidFill>
                            <a:srgbClr val="1E293B"/>
                          </a:solidFill>
                          <a:latin typeface="Calibri"/>
                          <a:cs typeface="Calibri"/>
                        </a:rPr>
                        <a:t> </a:t>
                      </a:r>
                      <a:r>
                        <a:rPr dirty="0" sz="1000">
                          <a:solidFill>
                            <a:srgbClr val="1E293B"/>
                          </a:solidFill>
                          <a:latin typeface="Calibri"/>
                          <a:cs typeface="Calibri"/>
                        </a:rPr>
                        <a:t>anomaly</a:t>
                      </a:r>
                      <a:r>
                        <a:rPr dirty="0" sz="1000" spc="-15">
                          <a:solidFill>
                            <a:srgbClr val="1E293B"/>
                          </a:solidFill>
                          <a:latin typeface="Calibri"/>
                          <a:cs typeface="Calibri"/>
                        </a:rPr>
                        <a:t> </a:t>
                      </a:r>
                      <a:r>
                        <a:rPr dirty="0" sz="1000">
                          <a:solidFill>
                            <a:srgbClr val="1E293B"/>
                          </a:solidFill>
                          <a:latin typeface="Calibri"/>
                          <a:cs typeface="Calibri"/>
                        </a:rPr>
                        <a:t>explanation,</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spc="-10">
                          <a:solidFill>
                            <a:srgbClr val="1E293B"/>
                          </a:solidFill>
                          <a:latin typeface="Calibri"/>
                          <a:cs typeface="Calibri"/>
                        </a:rPr>
                        <a:t>real-</a:t>
                      </a:r>
                      <a:r>
                        <a:rPr dirty="0" sz="1000">
                          <a:solidFill>
                            <a:srgbClr val="1E293B"/>
                          </a:solidFill>
                          <a:latin typeface="Calibri"/>
                          <a:cs typeface="Calibri"/>
                        </a:rPr>
                        <a:t>time</a:t>
                      </a:r>
                      <a:r>
                        <a:rPr dirty="0" sz="1000" spc="-15">
                          <a:solidFill>
                            <a:srgbClr val="1E293B"/>
                          </a:solidFill>
                          <a:latin typeface="Calibri"/>
                          <a:cs typeface="Calibri"/>
                        </a:rPr>
                        <a:t> </a:t>
                      </a:r>
                      <a:r>
                        <a:rPr dirty="0" sz="1000" spc="-10">
                          <a:solidFill>
                            <a:srgbClr val="1E293B"/>
                          </a:solidFill>
                          <a:latin typeface="Calibri"/>
                          <a:cs typeface="Calibri"/>
                        </a:rPr>
                        <a:t>situational reporting.</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49530">
                        <a:lnSpc>
                          <a:spcPct val="108300"/>
                        </a:lnSpc>
                        <a:spcBef>
                          <a:spcPts val="140"/>
                        </a:spcBef>
                      </a:pPr>
                      <a:r>
                        <a:rPr dirty="0" sz="1000">
                          <a:solidFill>
                            <a:srgbClr val="1E293B"/>
                          </a:solidFill>
                          <a:latin typeface="Calibri"/>
                          <a:cs typeface="Calibri"/>
                        </a:rPr>
                        <a:t>The</a:t>
                      </a:r>
                      <a:r>
                        <a:rPr dirty="0" sz="1000" spc="-25">
                          <a:solidFill>
                            <a:srgbClr val="1E293B"/>
                          </a:solidFill>
                          <a:latin typeface="Calibri"/>
                          <a:cs typeface="Calibri"/>
                        </a:rPr>
                        <a:t> </a:t>
                      </a:r>
                      <a:r>
                        <a:rPr dirty="0" sz="1000">
                          <a:solidFill>
                            <a:srgbClr val="1E293B"/>
                          </a:solidFill>
                          <a:latin typeface="Calibri"/>
                          <a:cs typeface="Calibri"/>
                        </a:rPr>
                        <a:t>framework</a:t>
                      </a:r>
                      <a:r>
                        <a:rPr dirty="0" sz="1000" spc="-25">
                          <a:solidFill>
                            <a:srgbClr val="1E293B"/>
                          </a:solidFill>
                          <a:latin typeface="Calibri"/>
                          <a:cs typeface="Calibri"/>
                        </a:rPr>
                        <a:t> </a:t>
                      </a:r>
                      <a:r>
                        <a:rPr dirty="0" sz="1000">
                          <a:solidFill>
                            <a:srgbClr val="1E293B"/>
                          </a:solidFill>
                          <a:latin typeface="Calibri"/>
                          <a:cs typeface="Calibri"/>
                        </a:rPr>
                        <a:t>remains</a:t>
                      </a:r>
                      <a:r>
                        <a:rPr dirty="0" sz="1000" spc="-25">
                          <a:solidFill>
                            <a:srgbClr val="1E293B"/>
                          </a:solidFill>
                          <a:latin typeface="Calibri"/>
                          <a:cs typeface="Calibri"/>
                        </a:rPr>
                        <a:t> </a:t>
                      </a:r>
                      <a:r>
                        <a:rPr dirty="0" sz="1000">
                          <a:solidFill>
                            <a:srgbClr val="1E293B"/>
                          </a:solidFill>
                          <a:latin typeface="Calibri"/>
                          <a:cs typeface="Calibri"/>
                        </a:rPr>
                        <a:t>susceptible</a:t>
                      </a:r>
                      <a:r>
                        <a:rPr dirty="0" sz="1000" spc="-25">
                          <a:solidFill>
                            <a:srgbClr val="1E293B"/>
                          </a:solidFill>
                          <a:latin typeface="Calibri"/>
                          <a:cs typeface="Calibri"/>
                        </a:rPr>
                        <a:t> </a:t>
                      </a:r>
                      <a:r>
                        <a:rPr dirty="0" sz="1000">
                          <a:solidFill>
                            <a:srgbClr val="1E293B"/>
                          </a:solidFill>
                          <a:latin typeface="Calibri"/>
                          <a:cs typeface="Calibri"/>
                        </a:rPr>
                        <a:t>to</a:t>
                      </a:r>
                      <a:r>
                        <a:rPr dirty="0" sz="1000" spc="-20">
                          <a:solidFill>
                            <a:srgbClr val="1E293B"/>
                          </a:solidFill>
                          <a:latin typeface="Calibri"/>
                          <a:cs typeface="Calibri"/>
                        </a:rPr>
                        <a:t> </a:t>
                      </a:r>
                      <a:r>
                        <a:rPr dirty="0" sz="1000" spc="-10">
                          <a:solidFill>
                            <a:srgbClr val="1E293B"/>
                          </a:solidFill>
                          <a:latin typeface="Calibri"/>
                          <a:cs typeface="Calibri"/>
                        </a:rPr>
                        <a:t>stochastic generative</a:t>
                      </a:r>
                      <a:r>
                        <a:rPr dirty="0" sz="1000" spc="-5">
                          <a:solidFill>
                            <a:srgbClr val="1E293B"/>
                          </a:solidFill>
                          <a:latin typeface="Calibri"/>
                          <a:cs typeface="Calibri"/>
                        </a:rPr>
                        <a:t> </a:t>
                      </a:r>
                      <a:r>
                        <a:rPr dirty="0" sz="1000">
                          <a:solidFill>
                            <a:srgbClr val="1E293B"/>
                          </a:solidFill>
                          <a:latin typeface="Calibri"/>
                          <a:cs typeface="Calibri"/>
                        </a:rPr>
                        <a:t>drift</a:t>
                      </a:r>
                      <a:r>
                        <a:rPr dirty="0" sz="1000" spc="-5">
                          <a:solidFill>
                            <a:srgbClr val="1E293B"/>
                          </a:solidFill>
                          <a:latin typeface="Calibri"/>
                          <a:cs typeface="Calibri"/>
                        </a:rPr>
                        <a:t> </a:t>
                      </a:r>
                      <a:r>
                        <a:rPr dirty="0" sz="1000">
                          <a:solidFill>
                            <a:srgbClr val="1E293B"/>
                          </a:solidFill>
                          <a:latin typeface="Calibri"/>
                          <a:cs typeface="Calibri"/>
                        </a:rPr>
                        <a:t>and</a:t>
                      </a:r>
                      <a:r>
                        <a:rPr dirty="0" sz="1000" spc="-5">
                          <a:solidFill>
                            <a:srgbClr val="1E293B"/>
                          </a:solidFill>
                          <a:latin typeface="Calibri"/>
                          <a:cs typeface="Calibri"/>
                        </a:rPr>
                        <a:t> </a:t>
                      </a:r>
                      <a:r>
                        <a:rPr dirty="0" sz="1000">
                          <a:solidFill>
                            <a:srgbClr val="1E293B"/>
                          </a:solidFill>
                          <a:latin typeface="Calibri"/>
                          <a:cs typeface="Calibri"/>
                        </a:rPr>
                        <a:t>numerical</a:t>
                      </a:r>
                      <a:r>
                        <a:rPr dirty="0" sz="1000" spc="-5">
                          <a:solidFill>
                            <a:srgbClr val="1E293B"/>
                          </a:solidFill>
                          <a:latin typeface="Calibri"/>
                          <a:cs typeface="Calibri"/>
                        </a:rPr>
                        <a:t> </a:t>
                      </a:r>
                      <a:r>
                        <a:rPr dirty="0" sz="1000" spc="-10">
                          <a:solidFill>
                            <a:srgbClr val="1E293B"/>
                          </a:solidFill>
                          <a:latin typeface="Calibri"/>
                          <a:cs typeface="Calibri"/>
                        </a:rPr>
                        <a:t>hallucinations</a:t>
                      </a:r>
                      <a:r>
                        <a:rPr dirty="0" sz="1000" spc="500">
                          <a:solidFill>
                            <a:srgbClr val="1E293B"/>
                          </a:solidFill>
                          <a:latin typeface="Calibri"/>
                          <a:cs typeface="Calibri"/>
                        </a:rPr>
                        <a:t> </a:t>
                      </a:r>
                      <a:r>
                        <a:rPr dirty="0" sz="1000">
                          <a:solidFill>
                            <a:srgbClr val="1E293B"/>
                          </a:solidFill>
                          <a:latin typeface="Calibri"/>
                          <a:cs typeface="Calibri"/>
                        </a:rPr>
                        <a:t>when</a:t>
                      </a:r>
                      <a:r>
                        <a:rPr dirty="0" sz="1000" spc="-20">
                          <a:solidFill>
                            <a:srgbClr val="1E293B"/>
                          </a:solidFill>
                          <a:latin typeface="Calibri"/>
                          <a:cs typeface="Calibri"/>
                        </a:rPr>
                        <a:t> </a:t>
                      </a:r>
                      <a:r>
                        <a:rPr dirty="0" sz="1000">
                          <a:solidFill>
                            <a:srgbClr val="1E293B"/>
                          </a:solidFill>
                          <a:latin typeface="Calibri"/>
                          <a:cs typeface="Calibri"/>
                        </a:rPr>
                        <a:t>computing</a:t>
                      </a:r>
                      <a:r>
                        <a:rPr dirty="0" sz="1000" spc="-20">
                          <a:solidFill>
                            <a:srgbClr val="1E293B"/>
                          </a:solidFill>
                          <a:latin typeface="Calibri"/>
                          <a:cs typeface="Calibri"/>
                        </a:rPr>
                        <a:t> </a:t>
                      </a:r>
                      <a:r>
                        <a:rPr dirty="0" sz="1000">
                          <a:solidFill>
                            <a:srgbClr val="1E293B"/>
                          </a:solidFill>
                          <a:latin typeface="Calibri"/>
                          <a:cs typeface="Calibri"/>
                        </a:rPr>
                        <a:t>safety</a:t>
                      </a:r>
                      <a:r>
                        <a:rPr dirty="0" sz="1000" spc="-20">
                          <a:solidFill>
                            <a:srgbClr val="1E293B"/>
                          </a:solidFill>
                          <a:latin typeface="Calibri"/>
                          <a:cs typeface="Calibri"/>
                        </a:rPr>
                        <a:t> </a:t>
                      </a:r>
                      <a:r>
                        <a:rPr dirty="0" sz="1000">
                          <a:solidFill>
                            <a:srgbClr val="1E293B"/>
                          </a:solidFill>
                          <a:latin typeface="Calibri"/>
                          <a:cs typeface="Calibri"/>
                        </a:rPr>
                        <a:t>indices.</a:t>
                      </a:r>
                      <a:r>
                        <a:rPr dirty="0" sz="1000" spc="-20">
                          <a:solidFill>
                            <a:srgbClr val="1E293B"/>
                          </a:solidFill>
                          <a:latin typeface="Calibri"/>
                          <a:cs typeface="Calibri"/>
                        </a:rPr>
                        <a:t> </a:t>
                      </a:r>
                      <a:r>
                        <a:rPr dirty="0" sz="1000">
                          <a:solidFill>
                            <a:srgbClr val="1E293B"/>
                          </a:solidFill>
                          <a:latin typeface="Calibri"/>
                          <a:cs typeface="Calibri"/>
                        </a:rPr>
                        <a:t>It</a:t>
                      </a:r>
                      <a:r>
                        <a:rPr dirty="0" sz="1000" spc="-15">
                          <a:solidFill>
                            <a:srgbClr val="1E293B"/>
                          </a:solidFill>
                          <a:latin typeface="Calibri"/>
                          <a:cs typeface="Calibri"/>
                        </a:rPr>
                        <a:t> </a:t>
                      </a:r>
                      <a:r>
                        <a:rPr dirty="0" sz="1000" spc="-20">
                          <a:solidFill>
                            <a:srgbClr val="1E293B"/>
                          </a:solidFill>
                          <a:latin typeface="Calibri"/>
                          <a:cs typeface="Calibri"/>
                        </a:rPr>
                        <a:t>lacks </a:t>
                      </a:r>
                      <a:r>
                        <a:rPr dirty="0" sz="1000" spc="-10">
                          <a:solidFill>
                            <a:srgbClr val="1E293B"/>
                          </a:solidFill>
                          <a:latin typeface="Calibri"/>
                          <a:cs typeface="Calibri"/>
                        </a:rPr>
                        <a:t>deterministic</a:t>
                      </a:r>
                      <a:r>
                        <a:rPr dirty="0" sz="1000" spc="15">
                          <a:solidFill>
                            <a:srgbClr val="1E293B"/>
                          </a:solidFill>
                          <a:latin typeface="Calibri"/>
                          <a:cs typeface="Calibri"/>
                        </a:rPr>
                        <a:t> </a:t>
                      </a:r>
                      <a:r>
                        <a:rPr dirty="0" sz="1000" spc="-10">
                          <a:solidFill>
                            <a:srgbClr val="1E293B"/>
                          </a:solidFill>
                          <a:latin typeface="Calibri"/>
                          <a:cs typeface="Calibri"/>
                        </a:rPr>
                        <a:t>mathematical</a:t>
                      </a:r>
                      <a:r>
                        <a:rPr dirty="0" sz="1000" spc="15">
                          <a:solidFill>
                            <a:srgbClr val="1E293B"/>
                          </a:solidFill>
                          <a:latin typeface="Calibri"/>
                          <a:cs typeface="Calibri"/>
                        </a:rPr>
                        <a:t> </a:t>
                      </a:r>
                      <a:r>
                        <a:rPr dirty="0" sz="1000">
                          <a:solidFill>
                            <a:srgbClr val="1E293B"/>
                          </a:solidFill>
                          <a:latin typeface="Calibri"/>
                          <a:cs typeface="Calibri"/>
                        </a:rPr>
                        <a:t>verification</a:t>
                      </a:r>
                      <a:r>
                        <a:rPr dirty="0" sz="1000" spc="20">
                          <a:solidFill>
                            <a:srgbClr val="1E293B"/>
                          </a:solidFill>
                          <a:latin typeface="Calibri"/>
                          <a:cs typeface="Calibri"/>
                        </a:rPr>
                        <a:t> </a:t>
                      </a:r>
                      <a:r>
                        <a:rPr dirty="0" sz="1000" spc="-10">
                          <a:solidFill>
                            <a:srgbClr val="1E293B"/>
                          </a:solidFill>
                          <a:latin typeface="Calibri"/>
                          <a:cs typeface="Calibri"/>
                        </a:rPr>
                        <a:t>layers</a:t>
                      </a:r>
                      <a:r>
                        <a:rPr dirty="0" sz="1000" spc="15">
                          <a:solidFill>
                            <a:srgbClr val="1E293B"/>
                          </a:solidFill>
                          <a:latin typeface="Calibri"/>
                          <a:cs typeface="Calibri"/>
                        </a:rPr>
                        <a:t> </a:t>
                      </a:r>
                      <a:r>
                        <a:rPr dirty="0" sz="1000" spc="-25">
                          <a:solidFill>
                            <a:srgbClr val="1E293B"/>
                          </a:solidFill>
                          <a:latin typeface="Calibri"/>
                          <a:cs typeface="Calibri"/>
                        </a:rPr>
                        <a:t>and</a:t>
                      </a:r>
                      <a:r>
                        <a:rPr dirty="0" sz="1000">
                          <a:solidFill>
                            <a:srgbClr val="1E293B"/>
                          </a:solidFill>
                          <a:latin typeface="Calibri"/>
                          <a:cs typeface="Calibri"/>
                        </a:rPr>
                        <a:t> localized</a:t>
                      </a:r>
                      <a:r>
                        <a:rPr dirty="0" sz="1000" spc="-20">
                          <a:solidFill>
                            <a:srgbClr val="1E293B"/>
                          </a:solidFill>
                          <a:latin typeface="Calibri"/>
                          <a:cs typeface="Calibri"/>
                        </a:rPr>
                        <a:t> </a:t>
                      </a:r>
                      <a:r>
                        <a:rPr dirty="0" sz="1000">
                          <a:solidFill>
                            <a:srgbClr val="1E293B"/>
                          </a:solidFill>
                          <a:latin typeface="Calibri"/>
                          <a:cs typeface="Calibri"/>
                        </a:rPr>
                        <a:t>offline</a:t>
                      </a:r>
                      <a:r>
                        <a:rPr dirty="0" sz="1000" spc="-20">
                          <a:solidFill>
                            <a:srgbClr val="1E293B"/>
                          </a:solidFill>
                          <a:latin typeface="Calibri"/>
                          <a:cs typeface="Calibri"/>
                        </a:rPr>
                        <a:t> </a:t>
                      </a:r>
                      <a:r>
                        <a:rPr dirty="0" sz="1000">
                          <a:solidFill>
                            <a:srgbClr val="1E293B"/>
                          </a:solidFill>
                          <a:latin typeface="Calibri"/>
                          <a:cs typeface="Calibri"/>
                        </a:rPr>
                        <a:t>fallback</a:t>
                      </a:r>
                      <a:r>
                        <a:rPr dirty="0" sz="1000" spc="-20">
                          <a:solidFill>
                            <a:srgbClr val="1E293B"/>
                          </a:solidFill>
                          <a:latin typeface="Calibri"/>
                          <a:cs typeface="Calibri"/>
                        </a:rPr>
                        <a:t> </a:t>
                      </a:r>
                      <a:r>
                        <a:rPr dirty="0" sz="1000" spc="-10">
                          <a:solidFill>
                            <a:srgbClr val="1E293B"/>
                          </a:solidFill>
                          <a:latin typeface="Calibri"/>
                          <a:cs typeface="Calibri"/>
                        </a:rPr>
                        <a:t>mechanisms.</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r>
              <a:tr h="2193925">
                <a:tc>
                  <a:txBody>
                    <a:bodyPr/>
                    <a:lstStyle/>
                    <a:p>
                      <a:pPr algn="ctr">
                        <a:lnSpc>
                          <a:spcPct val="100000"/>
                        </a:lnSpc>
                        <a:spcBef>
                          <a:spcPts val="145"/>
                        </a:spcBef>
                      </a:pPr>
                      <a:r>
                        <a:rPr dirty="0" sz="1200" spc="-25">
                          <a:solidFill>
                            <a:srgbClr val="0F172A"/>
                          </a:solidFill>
                          <a:latin typeface="Calibri"/>
                          <a:cs typeface="Calibri"/>
                        </a:rPr>
                        <a:t>4.</a:t>
                      </a:r>
                      <a:endParaRPr sz="1200">
                        <a:latin typeface="Calibri"/>
                        <a:cs typeface="Calibri"/>
                      </a:endParaRPr>
                    </a:p>
                  </a:txBody>
                  <a:tcPr marL="0" marR="0" marB="0" marT="18415">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algn="just" marL="51435" marR="1019810">
                        <a:lnSpc>
                          <a:spcPts val="1300"/>
                        </a:lnSpc>
                        <a:spcBef>
                          <a:spcPts val="150"/>
                        </a:spcBef>
                      </a:pPr>
                      <a:r>
                        <a:rPr dirty="0" sz="1100">
                          <a:solidFill>
                            <a:srgbClr val="0F172A"/>
                          </a:solidFill>
                          <a:latin typeface="Calibri"/>
                          <a:cs typeface="Calibri"/>
                        </a:rPr>
                        <a:t>Computers</a:t>
                      </a:r>
                      <a:r>
                        <a:rPr dirty="0" sz="1100" spc="-50">
                          <a:solidFill>
                            <a:srgbClr val="0F172A"/>
                          </a:solidFill>
                          <a:latin typeface="Calibri"/>
                          <a:cs typeface="Calibri"/>
                        </a:rPr>
                        <a:t> &amp;</a:t>
                      </a:r>
                      <a:r>
                        <a:rPr dirty="0" sz="1100" spc="-10">
                          <a:solidFill>
                            <a:srgbClr val="0F172A"/>
                          </a:solidFill>
                          <a:latin typeface="Calibri"/>
                          <a:cs typeface="Calibri"/>
                        </a:rPr>
                        <a:t> Geosciences, </a:t>
                      </a:r>
                      <a:r>
                        <a:rPr dirty="0" sz="1100">
                          <a:solidFill>
                            <a:srgbClr val="0F172A"/>
                          </a:solidFill>
                          <a:latin typeface="Calibri"/>
                          <a:cs typeface="Calibri"/>
                        </a:rPr>
                        <a:t>Vol.</a:t>
                      </a:r>
                      <a:r>
                        <a:rPr dirty="0" sz="1100" spc="-65">
                          <a:solidFill>
                            <a:srgbClr val="0F172A"/>
                          </a:solidFill>
                          <a:latin typeface="Calibri"/>
                          <a:cs typeface="Calibri"/>
                        </a:rPr>
                        <a:t> </a:t>
                      </a:r>
                      <a:r>
                        <a:rPr dirty="0" sz="1100" spc="-20">
                          <a:solidFill>
                            <a:srgbClr val="0F172A"/>
                          </a:solidFill>
                          <a:latin typeface="Calibri"/>
                          <a:cs typeface="Calibri"/>
                        </a:rPr>
                        <a:t>183,</a:t>
                      </a:r>
                      <a:endParaRPr sz="1100">
                        <a:latin typeface="Calibri"/>
                        <a:cs typeface="Calibri"/>
                      </a:endParaRPr>
                    </a:p>
                    <a:p>
                      <a:pPr marL="51435">
                        <a:lnSpc>
                          <a:spcPts val="1260"/>
                        </a:lnSpc>
                      </a:pPr>
                      <a:r>
                        <a:rPr dirty="0" sz="1100" spc="-10">
                          <a:solidFill>
                            <a:srgbClr val="0F172A"/>
                          </a:solidFill>
                          <a:latin typeface="Calibri"/>
                          <a:cs typeface="Calibri"/>
                        </a:rPr>
                        <a:t>2024.</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algn="just" marL="51435" marR="238760">
                        <a:lnSpc>
                          <a:spcPts val="1300"/>
                        </a:lnSpc>
                        <a:spcBef>
                          <a:spcPts val="150"/>
                        </a:spcBef>
                      </a:pPr>
                      <a:r>
                        <a:rPr dirty="0" sz="1100" spc="-10" b="1">
                          <a:solidFill>
                            <a:srgbClr val="0F172A"/>
                          </a:solidFill>
                          <a:latin typeface="Calibri"/>
                          <a:cs typeface="Calibri"/>
                        </a:rPr>
                        <a:t>High-Performance</a:t>
                      </a:r>
                      <a:r>
                        <a:rPr dirty="0" sz="1100" spc="-20" b="1">
                          <a:solidFill>
                            <a:srgbClr val="0F172A"/>
                          </a:solidFill>
                          <a:latin typeface="Calibri"/>
                          <a:cs typeface="Calibri"/>
                        </a:rPr>
                        <a:t> </a:t>
                      </a:r>
                      <a:r>
                        <a:rPr dirty="0" sz="1100" b="1">
                          <a:solidFill>
                            <a:srgbClr val="0F172A"/>
                          </a:solidFill>
                          <a:latin typeface="Calibri"/>
                          <a:cs typeface="Calibri"/>
                        </a:rPr>
                        <a:t>Spatial</a:t>
                      </a:r>
                      <a:r>
                        <a:rPr dirty="0" sz="1100" spc="-15" b="1">
                          <a:solidFill>
                            <a:srgbClr val="0F172A"/>
                          </a:solidFill>
                          <a:latin typeface="Calibri"/>
                          <a:cs typeface="Calibri"/>
                        </a:rPr>
                        <a:t> </a:t>
                      </a:r>
                      <a:r>
                        <a:rPr dirty="0" sz="1100" b="1">
                          <a:solidFill>
                            <a:srgbClr val="0F172A"/>
                          </a:solidFill>
                          <a:latin typeface="Calibri"/>
                          <a:cs typeface="Calibri"/>
                        </a:rPr>
                        <a:t>Indexing</a:t>
                      </a:r>
                      <a:r>
                        <a:rPr dirty="0" sz="1100" spc="-20" b="1">
                          <a:solidFill>
                            <a:srgbClr val="0F172A"/>
                          </a:solidFill>
                          <a:latin typeface="Calibri"/>
                          <a:cs typeface="Calibri"/>
                        </a:rPr>
                        <a:t> </a:t>
                      </a:r>
                      <a:r>
                        <a:rPr dirty="0" sz="1100" spc="-25" b="1">
                          <a:solidFill>
                            <a:srgbClr val="0F172A"/>
                          </a:solidFill>
                          <a:latin typeface="Calibri"/>
                          <a:cs typeface="Calibri"/>
                        </a:rPr>
                        <a:t>and </a:t>
                      </a:r>
                      <a:r>
                        <a:rPr dirty="0" sz="1100" b="1">
                          <a:solidFill>
                            <a:srgbClr val="0F172A"/>
                          </a:solidFill>
                          <a:latin typeface="Calibri"/>
                          <a:cs typeface="Calibri"/>
                        </a:rPr>
                        <a:t>Geofencing</a:t>
                      </a:r>
                      <a:r>
                        <a:rPr dirty="0" sz="1100" spc="-15" b="1">
                          <a:solidFill>
                            <a:srgbClr val="0F172A"/>
                          </a:solidFill>
                          <a:latin typeface="Calibri"/>
                          <a:cs typeface="Calibri"/>
                        </a:rPr>
                        <a:t> </a:t>
                      </a:r>
                      <a:r>
                        <a:rPr dirty="0" sz="1100" b="1">
                          <a:solidFill>
                            <a:srgbClr val="0F172A"/>
                          </a:solidFill>
                          <a:latin typeface="Calibri"/>
                          <a:cs typeface="Calibri"/>
                        </a:rPr>
                        <a:t>for</a:t>
                      </a:r>
                      <a:r>
                        <a:rPr dirty="0" sz="1100" spc="-10" b="1">
                          <a:solidFill>
                            <a:srgbClr val="0F172A"/>
                          </a:solidFill>
                          <a:latin typeface="Calibri"/>
                          <a:cs typeface="Calibri"/>
                        </a:rPr>
                        <a:t> </a:t>
                      </a:r>
                      <a:r>
                        <a:rPr dirty="0" sz="1100" b="1">
                          <a:solidFill>
                            <a:srgbClr val="0F172A"/>
                          </a:solidFill>
                          <a:latin typeface="Calibri"/>
                          <a:cs typeface="Calibri"/>
                        </a:rPr>
                        <a:t>Marine</a:t>
                      </a:r>
                      <a:r>
                        <a:rPr dirty="0" sz="1100" spc="-15" b="1">
                          <a:solidFill>
                            <a:srgbClr val="0F172A"/>
                          </a:solidFill>
                          <a:latin typeface="Calibri"/>
                          <a:cs typeface="Calibri"/>
                        </a:rPr>
                        <a:t> </a:t>
                      </a:r>
                      <a:r>
                        <a:rPr dirty="0" sz="1100" spc="-10" b="1">
                          <a:solidFill>
                            <a:srgbClr val="0F172A"/>
                          </a:solidFill>
                          <a:latin typeface="Calibri"/>
                          <a:cs typeface="Calibri"/>
                        </a:rPr>
                        <a:t>Protected </a:t>
                      </a:r>
                      <a:r>
                        <a:rPr dirty="0" sz="1100" spc="-20" b="1">
                          <a:solidFill>
                            <a:srgbClr val="0F172A"/>
                          </a:solidFill>
                          <a:latin typeface="Calibri"/>
                          <a:cs typeface="Calibri"/>
                        </a:rPr>
                        <a:t>Areas </a:t>
                      </a:r>
                      <a:r>
                        <a:rPr dirty="0" sz="1100" b="1">
                          <a:solidFill>
                            <a:srgbClr val="0F172A"/>
                          </a:solidFill>
                          <a:latin typeface="Calibri"/>
                          <a:cs typeface="Calibri"/>
                        </a:rPr>
                        <a:t>and</a:t>
                      </a:r>
                      <a:r>
                        <a:rPr dirty="0" sz="1100" spc="-25" b="1">
                          <a:solidFill>
                            <a:srgbClr val="0F172A"/>
                          </a:solidFill>
                          <a:latin typeface="Calibri"/>
                          <a:cs typeface="Calibri"/>
                        </a:rPr>
                        <a:t> </a:t>
                      </a:r>
                      <a:r>
                        <a:rPr dirty="0" sz="1100" b="1">
                          <a:solidFill>
                            <a:srgbClr val="0F172A"/>
                          </a:solidFill>
                          <a:latin typeface="Calibri"/>
                          <a:cs typeface="Calibri"/>
                        </a:rPr>
                        <a:t>Boundary</a:t>
                      </a:r>
                      <a:r>
                        <a:rPr dirty="0" sz="1100" spc="-25" b="1">
                          <a:solidFill>
                            <a:srgbClr val="0F172A"/>
                          </a:solidFill>
                          <a:latin typeface="Calibri"/>
                          <a:cs typeface="Calibri"/>
                        </a:rPr>
                        <a:t> </a:t>
                      </a:r>
                      <a:r>
                        <a:rPr dirty="0" sz="1100" spc="-10" b="1">
                          <a:solidFill>
                            <a:srgbClr val="0F172A"/>
                          </a:solidFill>
                          <a:latin typeface="Calibri"/>
                          <a:cs typeface="Calibri"/>
                        </a:rPr>
                        <a:t>Enforcement</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81280">
                        <a:lnSpc>
                          <a:spcPct val="108300"/>
                        </a:lnSpc>
                        <a:spcBef>
                          <a:spcPts val="140"/>
                        </a:spcBef>
                      </a:pPr>
                      <a:r>
                        <a:rPr dirty="0" sz="1000">
                          <a:solidFill>
                            <a:srgbClr val="1E293B"/>
                          </a:solidFill>
                          <a:latin typeface="Calibri"/>
                          <a:cs typeface="Calibri"/>
                        </a:rPr>
                        <a:t>The</a:t>
                      </a:r>
                      <a:r>
                        <a:rPr dirty="0" sz="1000" spc="-25">
                          <a:solidFill>
                            <a:srgbClr val="1E293B"/>
                          </a:solidFill>
                          <a:latin typeface="Calibri"/>
                          <a:cs typeface="Calibri"/>
                        </a:rPr>
                        <a:t> </a:t>
                      </a:r>
                      <a:r>
                        <a:rPr dirty="0" sz="1000">
                          <a:solidFill>
                            <a:srgbClr val="1E293B"/>
                          </a:solidFill>
                          <a:latin typeface="Calibri"/>
                          <a:cs typeface="Calibri"/>
                        </a:rPr>
                        <a:t>paper</a:t>
                      </a:r>
                      <a:r>
                        <a:rPr dirty="0" sz="1000" spc="-20">
                          <a:solidFill>
                            <a:srgbClr val="1E293B"/>
                          </a:solidFill>
                          <a:latin typeface="Calibri"/>
                          <a:cs typeface="Calibri"/>
                        </a:rPr>
                        <a:t> </a:t>
                      </a:r>
                      <a:r>
                        <a:rPr dirty="0" sz="1000">
                          <a:solidFill>
                            <a:srgbClr val="1E293B"/>
                          </a:solidFill>
                          <a:latin typeface="Calibri"/>
                          <a:cs typeface="Calibri"/>
                        </a:rPr>
                        <a:t>implements</a:t>
                      </a:r>
                      <a:r>
                        <a:rPr dirty="0" sz="1000" spc="-25">
                          <a:solidFill>
                            <a:srgbClr val="1E293B"/>
                          </a:solidFill>
                          <a:latin typeface="Calibri"/>
                          <a:cs typeface="Calibri"/>
                        </a:rPr>
                        <a:t> </a:t>
                      </a:r>
                      <a:r>
                        <a:rPr dirty="0" sz="1000">
                          <a:solidFill>
                            <a:srgbClr val="1E293B"/>
                          </a:solidFill>
                          <a:latin typeface="Calibri"/>
                          <a:cs typeface="Calibri"/>
                        </a:rPr>
                        <a:t>polygonal</a:t>
                      </a:r>
                      <a:r>
                        <a:rPr dirty="0" sz="1000" spc="-20">
                          <a:solidFill>
                            <a:srgbClr val="1E293B"/>
                          </a:solidFill>
                          <a:latin typeface="Calibri"/>
                          <a:cs typeface="Calibri"/>
                        </a:rPr>
                        <a:t> </a:t>
                      </a:r>
                      <a:r>
                        <a:rPr dirty="0" sz="1000" spc="-25">
                          <a:solidFill>
                            <a:srgbClr val="1E293B"/>
                          </a:solidFill>
                          <a:latin typeface="Calibri"/>
                          <a:cs typeface="Calibri"/>
                        </a:rPr>
                        <a:t>ray-</a:t>
                      </a:r>
                      <a:r>
                        <a:rPr dirty="0" sz="1000">
                          <a:solidFill>
                            <a:srgbClr val="1E293B"/>
                          </a:solidFill>
                          <a:latin typeface="Calibri"/>
                          <a:cs typeface="Calibri"/>
                        </a:rPr>
                        <a:t>casting</a:t>
                      </a:r>
                      <a:r>
                        <a:rPr dirty="0" sz="1000" spc="-25">
                          <a:solidFill>
                            <a:srgbClr val="1E293B"/>
                          </a:solidFill>
                          <a:latin typeface="Calibri"/>
                          <a:cs typeface="Calibri"/>
                        </a:rPr>
                        <a:t> </a:t>
                      </a:r>
                      <a:r>
                        <a:rPr dirty="0" sz="1000">
                          <a:solidFill>
                            <a:srgbClr val="1E293B"/>
                          </a:solidFill>
                          <a:latin typeface="Calibri"/>
                          <a:cs typeface="Calibri"/>
                        </a:rPr>
                        <a:t>algorithms</a:t>
                      </a:r>
                      <a:r>
                        <a:rPr dirty="0" sz="1000" spc="-20">
                          <a:solidFill>
                            <a:srgbClr val="1E293B"/>
                          </a:solidFill>
                          <a:latin typeface="Calibri"/>
                          <a:cs typeface="Calibri"/>
                        </a:rPr>
                        <a:t> </a:t>
                      </a:r>
                      <a:r>
                        <a:rPr dirty="0" sz="1000" spc="-25">
                          <a:solidFill>
                            <a:srgbClr val="1E293B"/>
                          </a:solidFill>
                          <a:latin typeface="Calibri"/>
                          <a:cs typeface="Calibri"/>
                        </a:rPr>
                        <a:t>and</a:t>
                      </a:r>
                      <a:r>
                        <a:rPr dirty="0" sz="1000">
                          <a:solidFill>
                            <a:srgbClr val="1E293B"/>
                          </a:solidFill>
                          <a:latin typeface="Calibri"/>
                          <a:cs typeface="Calibri"/>
                        </a:rPr>
                        <a:t> spatial indexing </a:t>
                      </a:r>
                      <a:r>
                        <a:rPr dirty="0" sz="1000" spc="-10">
                          <a:solidFill>
                            <a:srgbClr val="1E293B"/>
                          </a:solidFill>
                          <a:latin typeface="Calibri"/>
                          <a:cs typeface="Calibri"/>
                        </a:rPr>
                        <a:t>structures</a:t>
                      </a:r>
                      <a:r>
                        <a:rPr dirty="0" sz="1000">
                          <a:solidFill>
                            <a:srgbClr val="1E293B"/>
                          </a:solidFill>
                          <a:latin typeface="Calibri"/>
                          <a:cs typeface="Calibri"/>
                        </a:rPr>
                        <a:t> </a:t>
                      </a:r>
                      <a:r>
                        <a:rPr dirty="0" sz="1000" spc="-10">
                          <a:solidFill>
                            <a:srgbClr val="1E293B"/>
                          </a:solidFill>
                          <a:latin typeface="Calibri"/>
                          <a:cs typeface="Calibri"/>
                        </a:rPr>
                        <a:t>(PostGIS/R-Tree)</a:t>
                      </a:r>
                      <a:r>
                        <a:rPr dirty="0" sz="1000">
                          <a:solidFill>
                            <a:srgbClr val="1E293B"/>
                          </a:solidFill>
                          <a:latin typeface="Calibri"/>
                          <a:cs typeface="Calibri"/>
                        </a:rPr>
                        <a:t> for </a:t>
                      </a:r>
                      <a:r>
                        <a:rPr dirty="0" sz="1000" spc="-10">
                          <a:solidFill>
                            <a:srgbClr val="1E293B"/>
                          </a:solidFill>
                          <a:latin typeface="Calibri"/>
                          <a:cs typeface="Calibri"/>
                        </a:rPr>
                        <a:t>real-</a:t>
                      </a:r>
                      <a:r>
                        <a:rPr dirty="0" sz="1000">
                          <a:solidFill>
                            <a:srgbClr val="1E293B"/>
                          </a:solidFill>
                          <a:latin typeface="Calibri"/>
                          <a:cs typeface="Calibri"/>
                        </a:rPr>
                        <a:t>time </a:t>
                      </a:r>
                      <a:r>
                        <a:rPr dirty="0" sz="1000" spc="-10">
                          <a:solidFill>
                            <a:srgbClr val="1E293B"/>
                          </a:solidFill>
                          <a:latin typeface="Calibri"/>
                          <a:cs typeface="Calibri"/>
                        </a:rPr>
                        <a:t>vessel </a:t>
                      </a:r>
                      <a:r>
                        <a:rPr dirty="0" sz="1000">
                          <a:solidFill>
                            <a:srgbClr val="1E293B"/>
                          </a:solidFill>
                          <a:latin typeface="Calibri"/>
                          <a:cs typeface="Calibri"/>
                        </a:rPr>
                        <a:t>tracking,</a:t>
                      </a:r>
                      <a:r>
                        <a:rPr dirty="0" sz="1000" spc="-25">
                          <a:solidFill>
                            <a:srgbClr val="1E293B"/>
                          </a:solidFill>
                          <a:latin typeface="Calibri"/>
                          <a:cs typeface="Calibri"/>
                        </a:rPr>
                        <a:t> </a:t>
                      </a:r>
                      <a:r>
                        <a:rPr dirty="0" sz="1000">
                          <a:solidFill>
                            <a:srgbClr val="1E293B"/>
                          </a:solidFill>
                          <a:latin typeface="Calibri"/>
                          <a:cs typeface="Calibri"/>
                        </a:rPr>
                        <a:t>International</a:t>
                      </a:r>
                      <a:r>
                        <a:rPr dirty="0" sz="1000" spc="-25">
                          <a:solidFill>
                            <a:srgbClr val="1E293B"/>
                          </a:solidFill>
                          <a:latin typeface="Calibri"/>
                          <a:cs typeface="Calibri"/>
                        </a:rPr>
                        <a:t> </a:t>
                      </a:r>
                      <a:r>
                        <a:rPr dirty="0" sz="1000">
                          <a:solidFill>
                            <a:srgbClr val="1E293B"/>
                          </a:solidFill>
                          <a:latin typeface="Calibri"/>
                          <a:cs typeface="Calibri"/>
                        </a:rPr>
                        <a:t>Maritime</a:t>
                      </a:r>
                      <a:r>
                        <a:rPr dirty="0" sz="1000" spc="-20">
                          <a:solidFill>
                            <a:srgbClr val="1E293B"/>
                          </a:solidFill>
                          <a:latin typeface="Calibri"/>
                          <a:cs typeface="Calibri"/>
                        </a:rPr>
                        <a:t> </a:t>
                      </a:r>
                      <a:r>
                        <a:rPr dirty="0" sz="1000">
                          <a:solidFill>
                            <a:srgbClr val="1E293B"/>
                          </a:solidFill>
                          <a:latin typeface="Calibri"/>
                          <a:cs typeface="Calibri"/>
                        </a:rPr>
                        <a:t>Boundary</a:t>
                      </a:r>
                      <a:r>
                        <a:rPr dirty="0" sz="1000" spc="-25">
                          <a:solidFill>
                            <a:srgbClr val="1E293B"/>
                          </a:solidFill>
                          <a:latin typeface="Calibri"/>
                          <a:cs typeface="Calibri"/>
                        </a:rPr>
                        <a:t> </a:t>
                      </a:r>
                      <a:r>
                        <a:rPr dirty="0" sz="1000">
                          <a:solidFill>
                            <a:srgbClr val="1E293B"/>
                          </a:solidFill>
                          <a:latin typeface="Calibri"/>
                          <a:cs typeface="Calibri"/>
                        </a:rPr>
                        <a:t>Line</a:t>
                      </a:r>
                      <a:r>
                        <a:rPr dirty="0" sz="1000" spc="-25">
                          <a:solidFill>
                            <a:srgbClr val="1E293B"/>
                          </a:solidFill>
                          <a:latin typeface="Calibri"/>
                          <a:cs typeface="Calibri"/>
                        </a:rPr>
                        <a:t> </a:t>
                      </a:r>
                      <a:r>
                        <a:rPr dirty="0" sz="1000" spc="-10">
                          <a:solidFill>
                            <a:srgbClr val="1E293B"/>
                          </a:solidFill>
                          <a:latin typeface="Calibri"/>
                          <a:cs typeface="Calibri"/>
                        </a:rPr>
                        <a:t>(IMBL) </a:t>
                      </a:r>
                      <a:r>
                        <a:rPr dirty="0" sz="1000">
                          <a:solidFill>
                            <a:srgbClr val="1E293B"/>
                          </a:solidFill>
                          <a:latin typeface="Calibri"/>
                          <a:cs typeface="Calibri"/>
                        </a:rPr>
                        <a:t>monitoring,</a:t>
                      </a:r>
                      <a:r>
                        <a:rPr dirty="0" sz="1000" spc="-10">
                          <a:solidFill>
                            <a:srgbClr val="1E293B"/>
                          </a:solidFill>
                          <a:latin typeface="Calibri"/>
                          <a:cs typeface="Calibri"/>
                        </a:rPr>
                        <a:t> </a:t>
                      </a:r>
                      <a:r>
                        <a:rPr dirty="0" sz="1000">
                          <a:solidFill>
                            <a:srgbClr val="1E293B"/>
                          </a:solidFill>
                          <a:latin typeface="Calibri"/>
                          <a:cs typeface="Calibri"/>
                        </a:rPr>
                        <a:t>and</a:t>
                      </a:r>
                      <a:r>
                        <a:rPr dirty="0" sz="1000" spc="-5">
                          <a:solidFill>
                            <a:srgbClr val="1E293B"/>
                          </a:solidFill>
                          <a:latin typeface="Calibri"/>
                          <a:cs typeface="Calibri"/>
                        </a:rPr>
                        <a:t> </a:t>
                      </a:r>
                      <a:r>
                        <a:rPr dirty="0" sz="1000">
                          <a:solidFill>
                            <a:srgbClr val="1E293B"/>
                          </a:solidFill>
                          <a:latin typeface="Calibri"/>
                          <a:cs typeface="Calibri"/>
                        </a:rPr>
                        <a:t>Marine</a:t>
                      </a:r>
                      <a:r>
                        <a:rPr dirty="0" sz="1000" spc="-5">
                          <a:solidFill>
                            <a:srgbClr val="1E293B"/>
                          </a:solidFill>
                          <a:latin typeface="Calibri"/>
                          <a:cs typeface="Calibri"/>
                        </a:rPr>
                        <a:t> </a:t>
                      </a:r>
                      <a:r>
                        <a:rPr dirty="0" sz="1000" spc="-10">
                          <a:solidFill>
                            <a:srgbClr val="1E293B"/>
                          </a:solidFill>
                          <a:latin typeface="Calibri"/>
                          <a:cs typeface="Calibri"/>
                        </a:rPr>
                        <a:t>Protected </a:t>
                      </a:r>
                      <a:r>
                        <a:rPr dirty="0" sz="1000">
                          <a:solidFill>
                            <a:srgbClr val="1E293B"/>
                          </a:solidFill>
                          <a:latin typeface="Calibri"/>
                          <a:cs typeface="Calibri"/>
                        </a:rPr>
                        <a:t>Area</a:t>
                      </a:r>
                      <a:r>
                        <a:rPr dirty="0" sz="1000" spc="-5">
                          <a:solidFill>
                            <a:srgbClr val="1E293B"/>
                          </a:solidFill>
                          <a:latin typeface="Calibri"/>
                          <a:cs typeface="Calibri"/>
                        </a:rPr>
                        <a:t> </a:t>
                      </a:r>
                      <a:r>
                        <a:rPr dirty="0" sz="1000" spc="-10">
                          <a:solidFill>
                            <a:srgbClr val="1E293B"/>
                          </a:solidFill>
                          <a:latin typeface="Calibri"/>
                          <a:cs typeface="Calibri"/>
                        </a:rPr>
                        <a:t>sanctuary</a:t>
                      </a:r>
                      <a:r>
                        <a:rPr dirty="0" sz="1000" spc="500">
                          <a:solidFill>
                            <a:srgbClr val="1E293B"/>
                          </a:solidFill>
                          <a:latin typeface="Calibri"/>
                          <a:cs typeface="Calibri"/>
                        </a:rPr>
                        <a:t> </a:t>
                      </a:r>
                      <a:r>
                        <a:rPr dirty="0" sz="1000" spc="-10">
                          <a:solidFill>
                            <a:srgbClr val="1E293B"/>
                          </a:solidFill>
                          <a:latin typeface="Calibri"/>
                          <a:cs typeface="Calibri"/>
                        </a:rPr>
                        <a:t>containment.</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212725">
                        <a:lnSpc>
                          <a:spcPct val="108300"/>
                        </a:lnSpc>
                        <a:spcBef>
                          <a:spcPts val="140"/>
                        </a:spcBef>
                      </a:pPr>
                      <a:r>
                        <a:rPr dirty="0" sz="1000">
                          <a:solidFill>
                            <a:srgbClr val="1E293B"/>
                          </a:solidFill>
                          <a:latin typeface="Calibri"/>
                          <a:cs typeface="Calibri"/>
                        </a:rPr>
                        <a:t>The</a:t>
                      </a:r>
                      <a:r>
                        <a:rPr dirty="0" sz="1000" spc="-30">
                          <a:solidFill>
                            <a:srgbClr val="1E293B"/>
                          </a:solidFill>
                          <a:latin typeface="Calibri"/>
                          <a:cs typeface="Calibri"/>
                        </a:rPr>
                        <a:t> </a:t>
                      </a:r>
                      <a:r>
                        <a:rPr dirty="0" sz="1000">
                          <a:solidFill>
                            <a:srgbClr val="1E293B"/>
                          </a:solidFill>
                          <a:latin typeface="Calibri"/>
                          <a:cs typeface="Calibri"/>
                        </a:rPr>
                        <a:t>method</a:t>
                      </a:r>
                      <a:r>
                        <a:rPr dirty="0" sz="1000" spc="-25">
                          <a:solidFill>
                            <a:srgbClr val="1E293B"/>
                          </a:solidFill>
                          <a:latin typeface="Calibri"/>
                          <a:cs typeface="Calibri"/>
                        </a:rPr>
                        <a:t> </a:t>
                      </a:r>
                      <a:r>
                        <a:rPr dirty="0" sz="1000">
                          <a:solidFill>
                            <a:srgbClr val="1E293B"/>
                          </a:solidFill>
                          <a:latin typeface="Calibri"/>
                          <a:cs typeface="Calibri"/>
                        </a:rPr>
                        <a:t>focuses</a:t>
                      </a:r>
                      <a:r>
                        <a:rPr dirty="0" sz="1000" spc="-25">
                          <a:solidFill>
                            <a:srgbClr val="1E293B"/>
                          </a:solidFill>
                          <a:latin typeface="Calibri"/>
                          <a:cs typeface="Calibri"/>
                        </a:rPr>
                        <a:t> </a:t>
                      </a:r>
                      <a:r>
                        <a:rPr dirty="0" sz="1000">
                          <a:solidFill>
                            <a:srgbClr val="1E293B"/>
                          </a:solidFill>
                          <a:latin typeface="Calibri"/>
                          <a:cs typeface="Calibri"/>
                        </a:rPr>
                        <a:t>strictly</a:t>
                      </a:r>
                      <a:r>
                        <a:rPr dirty="0" sz="1000" spc="-30">
                          <a:solidFill>
                            <a:srgbClr val="1E293B"/>
                          </a:solidFill>
                          <a:latin typeface="Calibri"/>
                          <a:cs typeface="Calibri"/>
                        </a:rPr>
                        <a:t> </a:t>
                      </a:r>
                      <a:r>
                        <a:rPr dirty="0" sz="1000">
                          <a:solidFill>
                            <a:srgbClr val="1E293B"/>
                          </a:solidFill>
                          <a:latin typeface="Calibri"/>
                          <a:cs typeface="Calibri"/>
                        </a:rPr>
                        <a:t>on</a:t>
                      </a:r>
                      <a:r>
                        <a:rPr dirty="0" sz="1000" spc="-25">
                          <a:solidFill>
                            <a:srgbClr val="1E293B"/>
                          </a:solidFill>
                          <a:latin typeface="Calibri"/>
                          <a:cs typeface="Calibri"/>
                        </a:rPr>
                        <a:t> </a:t>
                      </a:r>
                      <a:r>
                        <a:rPr dirty="0" sz="1000">
                          <a:solidFill>
                            <a:srgbClr val="1E293B"/>
                          </a:solidFill>
                          <a:latin typeface="Calibri"/>
                          <a:cs typeface="Calibri"/>
                        </a:rPr>
                        <a:t>static</a:t>
                      </a:r>
                      <a:r>
                        <a:rPr dirty="0" sz="1000" spc="-25">
                          <a:solidFill>
                            <a:srgbClr val="1E293B"/>
                          </a:solidFill>
                          <a:latin typeface="Calibri"/>
                          <a:cs typeface="Calibri"/>
                        </a:rPr>
                        <a:t> </a:t>
                      </a:r>
                      <a:r>
                        <a:rPr dirty="0" sz="1000" spc="-10">
                          <a:solidFill>
                            <a:srgbClr val="1E293B"/>
                          </a:solidFill>
                          <a:latin typeface="Calibri"/>
                          <a:cs typeface="Calibri"/>
                        </a:rPr>
                        <a:t>boundary geometry.</a:t>
                      </a:r>
                      <a:r>
                        <a:rPr dirty="0" sz="1000" spc="-20">
                          <a:solidFill>
                            <a:srgbClr val="1E293B"/>
                          </a:solidFill>
                          <a:latin typeface="Calibri"/>
                          <a:cs typeface="Calibri"/>
                        </a:rPr>
                        <a:t> </a:t>
                      </a:r>
                      <a:r>
                        <a:rPr dirty="0" sz="1000">
                          <a:solidFill>
                            <a:srgbClr val="1E293B"/>
                          </a:solidFill>
                          <a:latin typeface="Calibri"/>
                          <a:cs typeface="Calibri"/>
                        </a:rPr>
                        <a:t>It</a:t>
                      </a:r>
                      <a:r>
                        <a:rPr dirty="0" sz="1000" spc="-15">
                          <a:solidFill>
                            <a:srgbClr val="1E293B"/>
                          </a:solidFill>
                          <a:latin typeface="Calibri"/>
                          <a:cs typeface="Calibri"/>
                        </a:rPr>
                        <a:t> </a:t>
                      </a:r>
                      <a:r>
                        <a:rPr dirty="0" sz="1000">
                          <a:solidFill>
                            <a:srgbClr val="1E293B"/>
                          </a:solidFill>
                          <a:latin typeface="Calibri"/>
                          <a:cs typeface="Calibri"/>
                        </a:rPr>
                        <a:t>does</a:t>
                      </a:r>
                      <a:r>
                        <a:rPr dirty="0" sz="1000" spc="-15">
                          <a:solidFill>
                            <a:srgbClr val="1E293B"/>
                          </a:solidFill>
                          <a:latin typeface="Calibri"/>
                          <a:cs typeface="Calibri"/>
                        </a:rPr>
                        <a:t> </a:t>
                      </a:r>
                      <a:r>
                        <a:rPr dirty="0" sz="1000">
                          <a:solidFill>
                            <a:srgbClr val="1E293B"/>
                          </a:solidFill>
                          <a:latin typeface="Calibri"/>
                          <a:cs typeface="Calibri"/>
                        </a:rPr>
                        <a:t>not</a:t>
                      </a:r>
                      <a:r>
                        <a:rPr dirty="0" sz="1000" spc="-15">
                          <a:solidFill>
                            <a:srgbClr val="1E293B"/>
                          </a:solidFill>
                          <a:latin typeface="Calibri"/>
                          <a:cs typeface="Calibri"/>
                        </a:rPr>
                        <a:t> </a:t>
                      </a:r>
                      <a:r>
                        <a:rPr dirty="0" sz="1000">
                          <a:solidFill>
                            <a:srgbClr val="1E293B"/>
                          </a:solidFill>
                          <a:latin typeface="Calibri"/>
                          <a:cs typeface="Calibri"/>
                        </a:rPr>
                        <a:t>account</a:t>
                      </a:r>
                      <a:r>
                        <a:rPr dirty="0" sz="1000" spc="-20">
                          <a:solidFill>
                            <a:srgbClr val="1E293B"/>
                          </a:solidFill>
                          <a:latin typeface="Calibri"/>
                          <a:cs typeface="Calibri"/>
                        </a:rPr>
                        <a:t> </a:t>
                      </a:r>
                      <a:r>
                        <a:rPr dirty="0" sz="1000">
                          <a:solidFill>
                            <a:srgbClr val="1E293B"/>
                          </a:solidFill>
                          <a:latin typeface="Calibri"/>
                          <a:cs typeface="Calibri"/>
                        </a:rPr>
                        <a:t>for</a:t>
                      </a:r>
                      <a:r>
                        <a:rPr dirty="0" sz="1000" spc="-15">
                          <a:solidFill>
                            <a:srgbClr val="1E293B"/>
                          </a:solidFill>
                          <a:latin typeface="Calibri"/>
                          <a:cs typeface="Calibri"/>
                        </a:rPr>
                        <a:t> </a:t>
                      </a:r>
                      <a:r>
                        <a:rPr dirty="0" sz="1000" spc="-10">
                          <a:solidFill>
                            <a:srgbClr val="1E293B"/>
                          </a:solidFill>
                          <a:latin typeface="Calibri"/>
                          <a:cs typeface="Calibri"/>
                        </a:rPr>
                        <a:t>dynamic </a:t>
                      </a:r>
                      <a:r>
                        <a:rPr dirty="0" sz="1000">
                          <a:solidFill>
                            <a:srgbClr val="1E293B"/>
                          </a:solidFill>
                          <a:latin typeface="Calibri"/>
                          <a:cs typeface="Calibri"/>
                        </a:rPr>
                        <a:t>oceanographic</a:t>
                      </a:r>
                      <a:r>
                        <a:rPr dirty="0" sz="1000" spc="-30">
                          <a:solidFill>
                            <a:srgbClr val="1E293B"/>
                          </a:solidFill>
                          <a:latin typeface="Calibri"/>
                          <a:cs typeface="Calibri"/>
                        </a:rPr>
                        <a:t> </a:t>
                      </a:r>
                      <a:r>
                        <a:rPr dirty="0" sz="1000">
                          <a:solidFill>
                            <a:srgbClr val="1E293B"/>
                          </a:solidFill>
                          <a:latin typeface="Calibri"/>
                          <a:cs typeface="Calibri"/>
                        </a:rPr>
                        <a:t>hazards,</a:t>
                      </a:r>
                      <a:r>
                        <a:rPr dirty="0" sz="1000" spc="-25">
                          <a:solidFill>
                            <a:srgbClr val="1E293B"/>
                          </a:solidFill>
                          <a:latin typeface="Calibri"/>
                          <a:cs typeface="Calibri"/>
                        </a:rPr>
                        <a:t> </a:t>
                      </a:r>
                      <a:r>
                        <a:rPr dirty="0" sz="1000" spc="-10">
                          <a:solidFill>
                            <a:srgbClr val="1E293B"/>
                          </a:solidFill>
                          <a:latin typeface="Calibri"/>
                          <a:cs typeface="Calibri"/>
                        </a:rPr>
                        <a:t>sea-state</a:t>
                      </a:r>
                      <a:r>
                        <a:rPr dirty="0" sz="1000" spc="-25">
                          <a:solidFill>
                            <a:srgbClr val="1E293B"/>
                          </a:solidFill>
                          <a:latin typeface="Calibri"/>
                          <a:cs typeface="Calibri"/>
                        </a:rPr>
                        <a:t> </a:t>
                      </a:r>
                      <a:r>
                        <a:rPr dirty="0" sz="1000" spc="-10">
                          <a:solidFill>
                            <a:srgbClr val="1E293B"/>
                          </a:solidFill>
                          <a:latin typeface="Calibri"/>
                          <a:cs typeface="Calibri"/>
                        </a:rPr>
                        <a:t>routing </a:t>
                      </a:r>
                      <a:r>
                        <a:rPr dirty="0" sz="1000">
                          <a:solidFill>
                            <a:srgbClr val="1E293B"/>
                          </a:solidFill>
                          <a:latin typeface="Calibri"/>
                          <a:cs typeface="Calibri"/>
                        </a:rPr>
                        <a:t>penalties,</a:t>
                      </a:r>
                      <a:r>
                        <a:rPr dirty="0" sz="1000" spc="-5">
                          <a:solidFill>
                            <a:srgbClr val="1E293B"/>
                          </a:solidFill>
                          <a:latin typeface="Calibri"/>
                          <a:cs typeface="Calibri"/>
                        </a:rPr>
                        <a:t> </a:t>
                      </a:r>
                      <a:r>
                        <a:rPr dirty="0" sz="1000">
                          <a:solidFill>
                            <a:srgbClr val="1E293B"/>
                          </a:solidFill>
                          <a:latin typeface="Calibri"/>
                          <a:cs typeface="Calibri"/>
                        </a:rPr>
                        <a:t>or</a:t>
                      </a:r>
                      <a:r>
                        <a:rPr dirty="0" sz="1000" spc="-5">
                          <a:solidFill>
                            <a:srgbClr val="1E293B"/>
                          </a:solidFill>
                          <a:latin typeface="Calibri"/>
                          <a:cs typeface="Calibri"/>
                        </a:rPr>
                        <a:t> </a:t>
                      </a:r>
                      <a:r>
                        <a:rPr dirty="0" sz="1000" spc="-10">
                          <a:solidFill>
                            <a:srgbClr val="1E293B"/>
                          </a:solidFill>
                          <a:latin typeface="Calibri"/>
                          <a:cs typeface="Calibri"/>
                        </a:rPr>
                        <a:t>multi-</a:t>
                      </a:r>
                      <a:r>
                        <a:rPr dirty="0" sz="1000">
                          <a:solidFill>
                            <a:srgbClr val="1E293B"/>
                          </a:solidFill>
                          <a:latin typeface="Calibri"/>
                          <a:cs typeface="Calibri"/>
                        </a:rPr>
                        <a:t>criteria</a:t>
                      </a:r>
                      <a:r>
                        <a:rPr dirty="0" sz="1000" spc="-5">
                          <a:solidFill>
                            <a:srgbClr val="1E293B"/>
                          </a:solidFill>
                          <a:latin typeface="Calibri"/>
                          <a:cs typeface="Calibri"/>
                        </a:rPr>
                        <a:t> </a:t>
                      </a:r>
                      <a:r>
                        <a:rPr dirty="0" sz="1000">
                          <a:solidFill>
                            <a:srgbClr val="1E293B"/>
                          </a:solidFill>
                          <a:latin typeface="Calibri"/>
                          <a:cs typeface="Calibri"/>
                        </a:rPr>
                        <a:t>maritime</a:t>
                      </a:r>
                      <a:r>
                        <a:rPr dirty="0" sz="1000" spc="-5">
                          <a:solidFill>
                            <a:srgbClr val="1E293B"/>
                          </a:solidFill>
                          <a:latin typeface="Calibri"/>
                          <a:cs typeface="Calibri"/>
                        </a:rPr>
                        <a:t> </a:t>
                      </a:r>
                      <a:r>
                        <a:rPr dirty="0" sz="1000" spc="-20">
                          <a:solidFill>
                            <a:srgbClr val="1E293B"/>
                          </a:solidFill>
                          <a:latin typeface="Calibri"/>
                          <a:cs typeface="Calibri"/>
                        </a:rPr>
                        <a:t>risk </a:t>
                      </a:r>
                      <a:r>
                        <a:rPr dirty="0" sz="1000" spc="-10">
                          <a:solidFill>
                            <a:srgbClr val="1E293B"/>
                          </a:solidFill>
                          <a:latin typeface="Calibri"/>
                          <a:cs typeface="Calibri"/>
                        </a:rPr>
                        <a:t>assessments.</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918844">
              <a:lnSpc>
                <a:spcPct val="100000"/>
              </a:lnSpc>
              <a:spcBef>
                <a:spcPts val="100"/>
              </a:spcBef>
            </a:pPr>
            <a:r>
              <a:rPr dirty="0" spc="-20"/>
              <a:t>Literature</a:t>
            </a:r>
            <a:r>
              <a:rPr dirty="0" spc="-95"/>
              <a:t> </a:t>
            </a:r>
            <a:r>
              <a:rPr dirty="0" spc="-10"/>
              <a:t>survey</a:t>
            </a:r>
          </a:p>
        </p:txBody>
      </p:sp>
      <p:graphicFrame>
        <p:nvGraphicFramePr>
          <p:cNvPr id="3" name="object 3"/>
          <p:cNvGraphicFramePr>
            <a:graphicFrameLocks noGrp="1"/>
          </p:cNvGraphicFramePr>
          <p:nvPr/>
        </p:nvGraphicFramePr>
        <p:xfrm>
          <a:off x="539750" y="1276350"/>
          <a:ext cx="11183620" cy="4956810"/>
        </p:xfrm>
        <a:graphic>
          <a:graphicData uri="http://schemas.openxmlformats.org/drawingml/2006/table">
            <a:tbl>
              <a:tblPr firstRow="1" bandRow="1">
                <a:tableStyleId>{2D5ABB26-0587-4C30-8999-92F81FD0307C}</a:tableStyleId>
              </a:tblPr>
              <a:tblGrid>
                <a:gridCol w="640080"/>
                <a:gridCol w="1828800"/>
                <a:gridCol w="2560320"/>
                <a:gridCol w="3383279"/>
                <a:gridCol w="2682239"/>
              </a:tblGrid>
              <a:tr h="568325">
                <a:tc>
                  <a:txBody>
                    <a:bodyPr/>
                    <a:lstStyle/>
                    <a:p>
                      <a:pPr algn="ctr">
                        <a:lnSpc>
                          <a:spcPts val="1310"/>
                        </a:lnSpc>
                        <a:spcBef>
                          <a:spcPts val="90"/>
                        </a:spcBef>
                      </a:pPr>
                      <a:r>
                        <a:rPr dirty="0" sz="1100" spc="-25" b="1">
                          <a:solidFill>
                            <a:srgbClr val="0F172A"/>
                          </a:solidFill>
                          <a:latin typeface="Calibri"/>
                          <a:cs typeface="Calibri"/>
                        </a:rPr>
                        <a:t>Sr.</a:t>
                      </a:r>
                      <a:endParaRPr sz="1100">
                        <a:latin typeface="Calibri"/>
                        <a:cs typeface="Calibri"/>
                      </a:endParaRPr>
                    </a:p>
                    <a:p>
                      <a:pPr algn="ctr">
                        <a:lnSpc>
                          <a:spcPts val="1310"/>
                        </a:lnSpc>
                      </a:pPr>
                      <a:r>
                        <a:rPr dirty="0" sz="1100" spc="-25" b="1">
                          <a:solidFill>
                            <a:srgbClr val="0F172A"/>
                          </a:solidFill>
                          <a:latin typeface="Calibri"/>
                          <a:cs typeface="Calibri"/>
                        </a:rPr>
                        <a:t>No.</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algn="ctr" marL="553085" marR="545465" indent="-635">
                        <a:lnSpc>
                          <a:spcPts val="1300"/>
                        </a:lnSpc>
                        <a:spcBef>
                          <a:spcPts val="150"/>
                        </a:spcBef>
                      </a:pPr>
                      <a:r>
                        <a:rPr dirty="0" sz="1100" b="1">
                          <a:solidFill>
                            <a:srgbClr val="0F172A"/>
                          </a:solidFill>
                          <a:latin typeface="Calibri"/>
                          <a:cs typeface="Calibri"/>
                        </a:rPr>
                        <a:t>Name</a:t>
                      </a:r>
                      <a:r>
                        <a:rPr dirty="0" sz="1100" spc="-40" b="1">
                          <a:solidFill>
                            <a:srgbClr val="0F172A"/>
                          </a:solidFill>
                          <a:latin typeface="Calibri"/>
                          <a:cs typeface="Calibri"/>
                        </a:rPr>
                        <a:t> </a:t>
                      </a:r>
                      <a:r>
                        <a:rPr dirty="0" sz="1100" spc="-25" b="1">
                          <a:solidFill>
                            <a:srgbClr val="0F172A"/>
                          </a:solidFill>
                          <a:latin typeface="Calibri"/>
                          <a:cs typeface="Calibri"/>
                        </a:rPr>
                        <a:t>of </a:t>
                      </a:r>
                      <a:r>
                        <a:rPr dirty="0" sz="1100" spc="-10" b="1">
                          <a:solidFill>
                            <a:srgbClr val="0F172A"/>
                          </a:solidFill>
                          <a:latin typeface="Calibri"/>
                          <a:cs typeface="Calibri"/>
                        </a:rPr>
                        <a:t>journal/conf erence</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marL="628015">
                        <a:lnSpc>
                          <a:spcPct val="100000"/>
                        </a:lnSpc>
                        <a:spcBef>
                          <a:spcPts val="90"/>
                        </a:spcBef>
                      </a:pPr>
                      <a:r>
                        <a:rPr dirty="0" sz="1100" b="1">
                          <a:solidFill>
                            <a:srgbClr val="0F172A"/>
                          </a:solidFill>
                          <a:latin typeface="Calibri"/>
                          <a:cs typeface="Calibri"/>
                        </a:rPr>
                        <a:t>Title</a:t>
                      </a:r>
                      <a:r>
                        <a:rPr dirty="0" sz="1100" spc="-40" b="1">
                          <a:solidFill>
                            <a:srgbClr val="0F172A"/>
                          </a:solidFill>
                          <a:latin typeface="Calibri"/>
                          <a:cs typeface="Calibri"/>
                        </a:rPr>
                        <a:t> </a:t>
                      </a:r>
                      <a:r>
                        <a:rPr dirty="0" sz="1100" b="1">
                          <a:solidFill>
                            <a:srgbClr val="0F172A"/>
                          </a:solidFill>
                          <a:latin typeface="Calibri"/>
                          <a:cs typeface="Calibri"/>
                        </a:rPr>
                        <a:t>of</a:t>
                      </a:r>
                      <a:r>
                        <a:rPr dirty="0" sz="1100" spc="-40" b="1">
                          <a:solidFill>
                            <a:srgbClr val="0F172A"/>
                          </a:solidFill>
                          <a:latin typeface="Calibri"/>
                          <a:cs typeface="Calibri"/>
                        </a:rPr>
                        <a:t> </a:t>
                      </a:r>
                      <a:r>
                        <a:rPr dirty="0" sz="1100" b="1">
                          <a:solidFill>
                            <a:srgbClr val="0F172A"/>
                          </a:solidFill>
                          <a:latin typeface="Calibri"/>
                          <a:cs typeface="Calibri"/>
                        </a:rPr>
                        <a:t>research</a:t>
                      </a:r>
                      <a:r>
                        <a:rPr dirty="0" sz="1100" spc="-40" b="1">
                          <a:solidFill>
                            <a:srgbClr val="0F172A"/>
                          </a:solidFill>
                          <a:latin typeface="Calibri"/>
                          <a:cs typeface="Calibri"/>
                        </a:rPr>
                        <a:t> </a:t>
                      </a:r>
                      <a:r>
                        <a:rPr dirty="0" sz="1100" spc="-20" b="1">
                          <a:solidFill>
                            <a:srgbClr val="0F172A"/>
                          </a:solidFill>
                          <a:latin typeface="Calibri"/>
                          <a:cs typeface="Calibri"/>
                        </a:rPr>
                        <a:t>paper</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marL="1027430">
                        <a:lnSpc>
                          <a:spcPct val="100000"/>
                        </a:lnSpc>
                        <a:spcBef>
                          <a:spcPts val="90"/>
                        </a:spcBef>
                      </a:pPr>
                      <a:r>
                        <a:rPr dirty="0" sz="1100" b="1">
                          <a:solidFill>
                            <a:srgbClr val="0F172A"/>
                          </a:solidFill>
                          <a:latin typeface="Calibri"/>
                          <a:cs typeface="Calibri"/>
                        </a:rPr>
                        <a:t>Brief</a:t>
                      </a:r>
                      <a:r>
                        <a:rPr dirty="0" sz="1100" spc="-30" b="1">
                          <a:solidFill>
                            <a:srgbClr val="0F172A"/>
                          </a:solidFill>
                          <a:latin typeface="Calibri"/>
                          <a:cs typeface="Calibri"/>
                        </a:rPr>
                        <a:t> </a:t>
                      </a:r>
                      <a:r>
                        <a:rPr dirty="0" sz="1100" b="1">
                          <a:solidFill>
                            <a:srgbClr val="0F172A"/>
                          </a:solidFill>
                          <a:latin typeface="Calibri"/>
                          <a:cs typeface="Calibri"/>
                        </a:rPr>
                        <a:t>summary</a:t>
                      </a:r>
                      <a:r>
                        <a:rPr dirty="0" sz="1100" spc="-30" b="1">
                          <a:solidFill>
                            <a:srgbClr val="0F172A"/>
                          </a:solidFill>
                          <a:latin typeface="Calibri"/>
                          <a:cs typeface="Calibri"/>
                        </a:rPr>
                        <a:t> </a:t>
                      </a:r>
                      <a:r>
                        <a:rPr dirty="0" sz="1100" b="1">
                          <a:solidFill>
                            <a:srgbClr val="0F172A"/>
                          </a:solidFill>
                          <a:latin typeface="Calibri"/>
                          <a:cs typeface="Calibri"/>
                        </a:rPr>
                        <a:t>of</a:t>
                      </a:r>
                      <a:r>
                        <a:rPr dirty="0" sz="1100" spc="-30" b="1">
                          <a:solidFill>
                            <a:srgbClr val="0F172A"/>
                          </a:solidFill>
                          <a:latin typeface="Calibri"/>
                          <a:cs typeface="Calibri"/>
                        </a:rPr>
                        <a:t> </a:t>
                      </a:r>
                      <a:r>
                        <a:rPr dirty="0" sz="1100" spc="-20" b="1">
                          <a:solidFill>
                            <a:srgbClr val="0F172A"/>
                          </a:solidFill>
                          <a:latin typeface="Calibri"/>
                          <a:cs typeface="Calibri"/>
                        </a:rPr>
                        <a:t>work</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c>
                  <a:txBody>
                    <a:bodyPr/>
                    <a:lstStyle/>
                    <a:p>
                      <a:pPr algn="ctr">
                        <a:lnSpc>
                          <a:spcPct val="100000"/>
                        </a:lnSpc>
                        <a:spcBef>
                          <a:spcPts val="90"/>
                        </a:spcBef>
                      </a:pPr>
                      <a:r>
                        <a:rPr dirty="0" sz="1100" spc="-10" b="1">
                          <a:solidFill>
                            <a:srgbClr val="0F172A"/>
                          </a:solidFill>
                          <a:latin typeface="Calibri"/>
                          <a:cs typeface="Calibri"/>
                        </a:rPr>
                        <a:t>Drawbacks</a:t>
                      </a:r>
                      <a:endParaRPr sz="1100">
                        <a:latin typeface="Calibri"/>
                        <a:cs typeface="Calibri"/>
                      </a:endParaRPr>
                    </a:p>
                  </a:txBody>
                  <a:tcPr marL="0" marR="0" marB="0" marT="1143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solidFill>
                      <a:srgbClr val="F1F5F9"/>
                    </a:solidFill>
                  </a:tcPr>
                </a:tc>
              </a:tr>
              <a:tr h="2194560">
                <a:tc>
                  <a:txBody>
                    <a:bodyPr/>
                    <a:lstStyle/>
                    <a:p>
                      <a:pPr algn="ctr">
                        <a:lnSpc>
                          <a:spcPct val="100000"/>
                        </a:lnSpc>
                        <a:spcBef>
                          <a:spcPts val="145"/>
                        </a:spcBef>
                      </a:pPr>
                      <a:r>
                        <a:rPr dirty="0" sz="1200" spc="-25">
                          <a:solidFill>
                            <a:srgbClr val="0F172A"/>
                          </a:solidFill>
                          <a:latin typeface="Calibri"/>
                          <a:cs typeface="Calibri"/>
                        </a:rPr>
                        <a:t>5.</a:t>
                      </a:r>
                      <a:endParaRPr sz="1200">
                        <a:latin typeface="Calibri"/>
                        <a:cs typeface="Calibri"/>
                      </a:endParaRPr>
                    </a:p>
                  </a:txBody>
                  <a:tcPr marL="0" marR="0" marB="0" marT="18415">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865505">
                        <a:lnSpc>
                          <a:spcPts val="1300"/>
                        </a:lnSpc>
                        <a:spcBef>
                          <a:spcPts val="150"/>
                        </a:spcBef>
                      </a:pPr>
                      <a:r>
                        <a:rPr dirty="0" sz="1100" spc="-10">
                          <a:solidFill>
                            <a:srgbClr val="0F172A"/>
                          </a:solidFill>
                          <a:latin typeface="Calibri"/>
                          <a:cs typeface="Calibri"/>
                        </a:rPr>
                        <a:t>Frontiers</a:t>
                      </a:r>
                      <a:r>
                        <a:rPr dirty="0" sz="1100" spc="20">
                          <a:solidFill>
                            <a:srgbClr val="0F172A"/>
                          </a:solidFill>
                          <a:latin typeface="Calibri"/>
                          <a:cs typeface="Calibri"/>
                        </a:rPr>
                        <a:t> </a:t>
                      </a:r>
                      <a:r>
                        <a:rPr dirty="0" sz="1100" spc="-25">
                          <a:solidFill>
                            <a:srgbClr val="0F172A"/>
                          </a:solidFill>
                          <a:latin typeface="Calibri"/>
                          <a:cs typeface="Calibri"/>
                        </a:rPr>
                        <a:t>in </a:t>
                      </a:r>
                      <a:r>
                        <a:rPr dirty="0" sz="1100">
                          <a:solidFill>
                            <a:srgbClr val="0F172A"/>
                          </a:solidFill>
                          <a:latin typeface="Calibri"/>
                          <a:cs typeface="Calibri"/>
                        </a:rPr>
                        <a:t>Marine</a:t>
                      </a:r>
                      <a:r>
                        <a:rPr dirty="0" sz="1100" spc="-10">
                          <a:solidFill>
                            <a:srgbClr val="0F172A"/>
                          </a:solidFill>
                          <a:latin typeface="Calibri"/>
                          <a:cs typeface="Calibri"/>
                        </a:rPr>
                        <a:t> Science, Volume </a:t>
                      </a:r>
                      <a:r>
                        <a:rPr dirty="0" sz="1100" spc="-25">
                          <a:solidFill>
                            <a:srgbClr val="0F172A"/>
                          </a:solidFill>
                          <a:latin typeface="Calibri"/>
                          <a:cs typeface="Calibri"/>
                        </a:rPr>
                        <a:t>11,</a:t>
                      </a:r>
                      <a:endParaRPr sz="1100">
                        <a:latin typeface="Calibri"/>
                        <a:cs typeface="Calibri"/>
                      </a:endParaRPr>
                    </a:p>
                    <a:p>
                      <a:pPr marL="51435">
                        <a:lnSpc>
                          <a:spcPts val="1260"/>
                        </a:lnSpc>
                      </a:pPr>
                      <a:r>
                        <a:rPr dirty="0" sz="1100" spc="-10">
                          <a:solidFill>
                            <a:srgbClr val="0F172A"/>
                          </a:solidFill>
                          <a:latin typeface="Calibri"/>
                          <a:cs typeface="Calibri"/>
                        </a:rPr>
                        <a:t>2024.</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90805">
                        <a:lnSpc>
                          <a:spcPts val="1300"/>
                        </a:lnSpc>
                        <a:spcBef>
                          <a:spcPts val="150"/>
                        </a:spcBef>
                      </a:pPr>
                      <a:r>
                        <a:rPr dirty="0" sz="1100" spc="-10" b="1">
                          <a:solidFill>
                            <a:srgbClr val="0F172A"/>
                          </a:solidFill>
                          <a:latin typeface="Calibri"/>
                          <a:cs typeface="Calibri"/>
                        </a:rPr>
                        <a:t>Dissemination</a:t>
                      </a:r>
                      <a:r>
                        <a:rPr dirty="0" sz="1100" spc="5" b="1">
                          <a:solidFill>
                            <a:srgbClr val="0F172A"/>
                          </a:solidFill>
                          <a:latin typeface="Calibri"/>
                          <a:cs typeface="Calibri"/>
                        </a:rPr>
                        <a:t> </a:t>
                      </a:r>
                      <a:r>
                        <a:rPr dirty="0" sz="1100" b="1">
                          <a:solidFill>
                            <a:srgbClr val="0F172A"/>
                          </a:solidFill>
                          <a:latin typeface="Calibri"/>
                          <a:cs typeface="Calibri"/>
                        </a:rPr>
                        <a:t>of</a:t>
                      </a:r>
                      <a:r>
                        <a:rPr dirty="0" sz="1100" spc="5" b="1">
                          <a:solidFill>
                            <a:srgbClr val="0F172A"/>
                          </a:solidFill>
                          <a:latin typeface="Calibri"/>
                          <a:cs typeface="Calibri"/>
                        </a:rPr>
                        <a:t> </a:t>
                      </a:r>
                      <a:r>
                        <a:rPr dirty="0" sz="1100" b="1">
                          <a:solidFill>
                            <a:srgbClr val="0F172A"/>
                          </a:solidFill>
                          <a:latin typeface="Calibri"/>
                          <a:cs typeface="Calibri"/>
                        </a:rPr>
                        <a:t>Ocean</a:t>
                      </a:r>
                      <a:r>
                        <a:rPr dirty="0" sz="1100" spc="5" b="1">
                          <a:solidFill>
                            <a:srgbClr val="0F172A"/>
                          </a:solidFill>
                          <a:latin typeface="Calibri"/>
                          <a:cs typeface="Calibri"/>
                        </a:rPr>
                        <a:t> </a:t>
                      </a:r>
                      <a:r>
                        <a:rPr dirty="0" sz="1100" spc="-10" b="1">
                          <a:solidFill>
                            <a:srgbClr val="0F172A"/>
                          </a:solidFill>
                          <a:latin typeface="Calibri"/>
                          <a:cs typeface="Calibri"/>
                        </a:rPr>
                        <a:t>State</a:t>
                      </a:r>
                      <a:r>
                        <a:rPr dirty="0" sz="1100" spc="5" b="1">
                          <a:solidFill>
                            <a:srgbClr val="0F172A"/>
                          </a:solidFill>
                          <a:latin typeface="Calibri"/>
                          <a:cs typeface="Calibri"/>
                        </a:rPr>
                        <a:t> </a:t>
                      </a:r>
                      <a:r>
                        <a:rPr dirty="0" sz="1100" spc="-10" b="1">
                          <a:solidFill>
                            <a:srgbClr val="0F172A"/>
                          </a:solidFill>
                          <a:latin typeface="Calibri"/>
                          <a:cs typeface="Calibri"/>
                        </a:rPr>
                        <a:t>Forecasts </a:t>
                      </a:r>
                      <a:r>
                        <a:rPr dirty="0" sz="1100" b="1">
                          <a:solidFill>
                            <a:srgbClr val="0F172A"/>
                          </a:solidFill>
                          <a:latin typeface="Calibri"/>
                          <a:cs typeface="Calibri"/>
                        </a:rPr>
                        <a:t>and</a:t>
                      </a:r>
                      <a:r>
                        <a:rPr dirty="0" sz="1100" spc="-25" b="1">
                          <a:solidFill>
                            <a:srgbClr val="0F172A"/>
                          </a:solidFill>
                          <a:latin typeface="Calibri"/>
                          <a:cs typeface="Calibri"/>
                        </a:rPr>
                        <a:t> </a:t>
                      </a:r>
                      <a:r>
                        <a:rPr dirty="0" sz="1100" b="1">
                          <a:solidFill>
                            <a:srgbClr val="0F172A"/>
                          </a:solidFill>
                          <a:latin typeface="Calibri"/>
                          <a:cs typeface="Calibri"/>
                        </a:rPr>
                        <a:t>Hazard</a:t>
                      </a:r>
                      <a:r>
                        <a:rPr dirty="0" sz="1100" spc="-25" b="1">
                          <a:solidFill>
                            <a:srgbClr val="0F172A"/>
                          </a:solidFill>
                          <a:latin typeface="Calibri"/>
                          <a:cs typeface="Calibri"/>
                        </a:rPr>
                        <a:t> </a:t>
                      </a:r>
                      <a:r>
                        <a:rPr dirty="0" sz="1100" b="1">
                          <a:solidFill>
                            <a:srgbClr val="0F172A"/>
                          </a:solidFill>
                          <a:latin typeface="Calibri"/>
                          <a:cs typeface="Calibri"/>
                        </a:rPr>
                        <a:t>Warnings</a:t>
                      </a:r>
                      <a:r>
                        <a:rPr dirty="0" sz="1100" spc="-20" b="1">
                          <a:solidFill>
                            <a:srgbClr val="0F172A"/>
                          </a:solidFill>
                          <a:latin typeface="Calibri"/>
                          <a:cs typeface="Calibri"/>
                        </a:rPr>
                        <a:t> </a:t>
                      </a:r>
                      <a:r>
                        <a:rPr dirty="0" sz="1100" b="1">
                          <a:solidFill>
                            <a:srgbClr val="0F172A"/>
                          </a:solidFill>
                          <a:latin typeface="Calibri"/>
                          <a:cs typeface="Calibri"/>
                        </a:rPr>
                        <a:t>to</a:t>
                      </a:r>
                      <a:r>
                        <a:rPr dirty="0" sz="1100" spc="-25" b="1">
                          <a:solidFill>
                            <a:srgbClr val="0F172A"/>
                          </a:solidFill>
                          <a:latin typeface="Calibri"/>
                          <a:cs typeface="Calibri"/>
                        </a:rPr>
                        <a:t> </a:t>
                      </a:r>
                      <a:r>
                        <a:rPr dirty="0" sz="1100" b="1">
                          <a:solidFill>
                            <a:srgbClr val="0F172A"/>
                          </a:solidFill>
                          <a:latin typeface="Calibri"/>
                          <a:cs typeface="Calibri"/>
                        </a:rPr>
                        <a:t>Artisanal</a:t>
                      </a:r>
                      <a:r>
                        <a:rPr dirty="0" sz="1100" spc="-25" b="1">
                          <a:solidFill>
                            <a:srgbClr val="0F172A"/>
                          </a:solidFill>
                          <a:latin typeface="Calibri"/>
                          <a:cs typeface="Calibri"/>
                        </a:rPr>
                        <a:t> </a:t>
                      </a:r>
                      <a:r>
                        <a:rPr dirty="0" sz="1100" spc="-10" b="1">
                          <a:solidFill>
                            <a:srgbClr val="0F172A"/>
                          </a:solidFill>
                          <a:latin typeface="Calibri"/>
                          <a:cs typeface="Calibri"/>
                        </a:rPr>
                        <a:t>Fishers: </a:t>
                      </a:r>
                      <a:r>
                        <a:rPr dirty="0" sz="1100" b="1">
                          <a:solidFill>
                            <a:srgbClr val="0F172A"/>
                          </a:solidFill>
                          <a:latin typeface="Calibri"/>
                          <a:cs typeface="Calibri"/>
                        </a:rPr>
                        <a:t>An</a:t>
                      </a:r>
                      <a:r>
                        <a:rPr dirty="0" sz="1100" spc="-10" b="1">
                          <a:solidFill>
                            <a:srgbClr val="0F172A"/>
                          </a:solidFill>
                          <a:latin typeface="Calibri"/>
                          <a:cs typeface="Calibri"/>
                        </a:rPr>
                        <a:t> Evaluation</a:t>
                      </a:r>
                      <a:r>
                        <a:rPr dirty="0" sz="1100" spc="-5" b="1">
                          <a:solidFill>
                            <a:srgbClr val="0F172A"/>
                          </a:solidFill>
                          <a:latin typeface="Calibri"/>
                          <a:cs typeface="Calibri"/>
                        </a:rPr>
                        <a:t> </a:t>
                      </a:r>
                      <a:r>
                        <a:rPr dirty="0" sz="1100" b="1">
                          <a:solidFill>
                            <a:srgbClr val="0F172A"/>
                          </a:solidFill>
                          <a:latin typeface="Calibri"/>
                          <a:cs typeface="Calibri"/>
                        </a:rPr>
                        <a:t>of</a:t>
                      </a:r>
                      <a:r>
                        <a:rPr dirty="0" sz="1100" spc="-5" b="1">
                          <a:solidFill>
                            <a:srgbClr val="0F172A"/>
                          </a:solidFill>
                          <a:latin typeface="Calibri"/>
                          <a:cs typeface="Calibri"/>
                        </a:rPr>
                        <a:t> </a:t>
                      </a:r>
                      <a:r>
                        <a:rPr dirty="0" sz="1100" b="1">
                          <a:solidFill>
                            <a:srgbClr val="0F172A"/>
                          </a:solidFill>
                          <a:latin typeface="Calibri"/>
                          <a:cs typeface="Calibri"/>
                        </a:rPr>
                        <a:t>Digital</a:t>
                      </a:r>
                      <a:r>
                        <a:rPr dirty="0" sz="1100" spc="-10" b="1">
                          <a:solidFill>
                            <a:srgbClr val="0F172A"/>
                          </a:solidFill>
                          <a:latin typeface="Calibri"/>
                          <a:cs typeface="Calibri"/>
                        </a:rPr>
                        <a:t> Interventions</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52069">
                        <a:lnSpc>
                          <a:spcPct val="108300"/>
                        </a:lnSpc>
                        <a:spcBef>
                          <a:spcPts val="140"/>
                        </a:spcBef>
                      </a:pPr>
                      <a:r>
                        <a:rPr dirty="0" sz="1000">
                          <a:solidFill>
                            <a:srgbClr val="1E293B"/>
                          </a:solidFill>
                          <a:latin typeface="Calibri"/>
                          <a:cs typeface="Calibri"/>
                        </a:rPr>
                        <a:t>The</a:t>
                      </a:r>
                      <a:r>
                        <a:rPr dirty="0" sz="1000" spc="-15">
                          <a:solidFill>
                            <a:srgbClr val="1E293B"/>
                          </a:solidFill>
                          <a:latin typeface="Calibri"/>
                          <a:cs typeface="Calibri"/>
                        </a:rPr>
                        <a:t> </a:t>
                      </a:r>
                      <a:r>
                        <a:rPr dirty="0" sz="1000">
                          <a:solidFill>
                            <a:srgbClr val="1E293B"/>
                          </a:solidFill>
                          <a:latin typeface="Calibri"/>
                          <a:cs typeface="Calibri"/>
                        </a:rPr>
                        <a:t>paper</a:t>
                      </a:r>
                      <a:r>
                        <a:rPr dirty="0" sz="1000" spc="-15">
                          <a:solidFill>
                            <a:srgbClr val="1E293B"/>
                          </a:solidFill>
                          <a:latin typeface="Calibri"/>
                          <a:cs typeface="Calibri"/>
                        </a:rPr>
                        <a:t> </a:t>
                      </a:r>
                      <a:r>
                        <a:rPr dirty="0" sz="1000">
                          <a:solidFill>
                            <a:srgbClr val="1E293B"/>
                          </a:solidFill>
                          <a:latin typeface="Calibri"/>
                          <a:cs typeface="Calibri"/>
                        </a:rPr>
                        <a:t>analyzes</a:t>
                      </a:r>
                      <a:r>
                        <a:rPr dirty="0" sz="1000" spc="-15">
                          <a:solidFill>
                            <a:srgbClr val="1E293B"/>
                          </a:solidFill>
                          <a:latin typeface="Calibri"/>
                          <a:cs typeface="Calibri"/>
                        </a:rPr>
                        <a:t> </a:t>
                      </a:r>
                      <a:r>
                        <a:rPr dirty="0" sz="1000">
                          <a:solidFill>
                            <a:srgbClr val="1E293B"/>
                          </a:solidFill>
                          <a:latin typeface="Calibri"/>
                          <a:cs typeface="Calibri"/>
                        </a:rPr>
                        <a:t>the</a:t>
                      </a:r>
                      <a:r>
                        <a:rPr dirty="0" sz="1000" spc="-15">
                          <a:solidFill>
                            <a:srgbClr val="1E293B"/>
                          </a:solidFill>
                          <a:latin typeface="Calibri"/>
                          <a:cs typeface="Calibri"/>
                        </a:rPr>
                        <a:t> </a:t>
                      </a:r>
                      <a:r>
                        <a:rPr dirty="0" sz="1000">
                          <a:solidFill>
                            <a:srgbClr val="1E293B"/>
                          </a:solidFill>
                          <a:latin typeface="Calibri"/>
                          <a:cs typeface="Calibri"/>
                        </a:rPr>
                        <a:t>adoption</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a:solidFill>
                            <a:srgbClr val="1E293B"/>
                          </a:solidFill>
                          <a:latin typeface="Calibri"/>
                          <a:cs typeface="Calibri"/>
                        </a:rPr>
                        <a:t>impact</a:t>
                      </a:r>
                      <a:r>
                        <a:rPr dirty="0" sz="1000" spc="-10">
                          <a:solidFill>
                            <a:srgbClr val="1E293B"/>
                          </a:solidFill>
                          <a:latin typeface="Calibri"/>
                          <a:cs typeface="Calibri"/>
                        </a:rPr>
                        <a:t> </a:t>
                      </a:r>
                      <a:r>
                        <a:rPr dirty="0" sz="1000">
                          <a:solidFill>
                            <a:srgbClr val="1E293B"/>
                          </a:solidFill>
                          <a:latin typeface="Calibri"/>
                          <a:cs typeface="Calibri"/>
                        </a:rPr>
                        <a:t>of</a:t>
                      </a:r>
                      <a:r>
                        <a:rPr dirty="0" sz="1000" spc="-15">
                          <a:solidFill>
                            <a:srgbClr val="1E293B"/>
                          </a:solidFill>
                          <a:latin typeface="Calibri"/>
                          <a:cs typeface="Calibri"/>
                        </a:rPr>
                        <a:t> </a:t>
                      </a:r>
                      <a:r>
                        <a:rPr dirty="0" sz="1000">
                          <a:solidFill>
                            <a:srgbClr val="1E293B"/>
                          </a:solidFill>
                          <a:latin typeface="Calibri"/>
                          <a:cs typeface="Calibri"/>
                        </a:rPr>
                        <a:t>mobile</a:t>
                      </a:r>
                      <a:r>
                        <a:rPr dirty="0" sz="1000" spc="-15">
                          <a:solidFill>
                            <a:srgbClr val="1E293B"/>
                          </a:solidFill>
                          <a:latin typeface="Calibri"/>
                          <a:cs typeface="Calibri"/>
                        </a:rPr>
                        <a:t> </a:t>
                      </a:r>
                      <a:r>
                        <a:rPr dirty="0" sz="1000" spc="-25">
                          <a:solidFill>
                            <a:srgbClr val="1E293B"/>
                          </a:solidFill>
                          <a:latin typeface="Calibri"/>
                          <a:cs typeface="Calibri"/>
                        </a:rPr>
                        <a:t>ICT</a:t>
                      </a:r>
                      <a:r>
                        <a:rPr dirty="0" sz="1000">
                          <a:solidFill>
                            <a:srgbClr val="1E293B"/>
                          </a:solidFill>
                          <a:latin typeface="Calibri"/>
                          <a:cs typeface="Calibri"/>
                        </a:rPr>
                        <a:t> platforms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0">
                          <a:solidFill>
                            <a:srgbClr val="1E293B"/>
                          </a:solidFill>
                          <a:latin typeface="Calibri"/>
                          <a:cs typeface="Calibri"/>
                        </a:rPr>
                        <a:t> </a:t>
                      </a:r>
                      <a:r>
                        <a:rPr dirty="0" sz="1000">
                          <a:solidFill>
                            <a:srgbClr val="1E293B"/>
                          </a:solidFill>
                          <a:latin typeface="Calibri"/>
                          <a:cs typeface="Calibri"/>
                        </a:rPr>
                        <a:t>SMS</a:t>
                      </a:r>
                      <a:r>
                        <a:rPr dirty="0" sz="1000" spc="-10">
                          <a:solidFill>
                            <a:srgbClr val="1E293B"/>
                          </a:solidFill>
                          <a:latin typeface="Calibri"/>
                          <a:cs typeface="Calibri"/>
                        </a:rPr>
                        <a:t> </a:t>
                      </a:r>
                      <a:r>
                        <a:rPr dirty="0" sz="1000">
                          <a:solidFill>
                            <a:srgbClr val="1E293B"/>
                          </a:solidFill>
                          <a:latin typeface="Calibri"/>
                          <a:cs typeface="Calibri"/>
                        </a:rPr>
                        <a:t>advisories</a:t>
                      </a:r>
                      <a:r>
                        <a:rPr dirty="0" sz="1000" spc="-15">
                          <a:solidFill>
                            <a:srgbClr val="1E293B"/>
                          </a:solidFill>
                          <a:latin typeface="Calibri"/>
                          <a:cs typeface="Calibri"/>
                        </a:rPr>
                        <a:t> </a:t>
                      </a:r>
                      <a:r>
                        <a:rPr dirty="0" sz="1000" spc="-10">
                          <a:solidFill>
                            <a:srgbClr val="1E293B"/>
                          </a:solidFill>
                          <a:latin typeface="Calibri"/>
                          <a:cs typeface="Calibri"/>
                        </a:rPr>
                        <a:t>transmitting </a:t>
                      </a:r>
                      <a:r>
                        <a:rPr dirty="0" sz="1000">
                          <a:solidFill>
                            <a:srgbClr val="1E293B"/>
                          </a:solidFill>
                          <a:latin typeface="Calibri"/>
                          <a:cs typeface="Calibri"/>
                        </a:rPr>
                        <a:t>INCOIS</a:t>
                      </a:r>
                      <a:r>
                        <a:rPr dirty="0" sz="1000" spc="-10">
                          <a:solidFill>
                            <a:srgbClr val="1E293B"/>
                          </a:solidFill>
                          <a:latin typeface="Calibri"/>
                          <a:cs typeface="Calibri"/>
                        </a:rPr>
                        <a:t> </a:t>
                      </a:r>
                      <a:r>
                        <a:rPr dirty="0" sz="1000">
                          <a:solidFill>
                            <a:srgbClr val="1E293B"/>
                          </a:solidFill>
                          <a:latin typeface="Calibri"/>
                          <a:cs typeface="Calibri"/>
                        </a:rPr>
                        <a:t>ocean</a:t>
                      </a:r>
                      <a:r>
                        <a:rPr dirty="0" sz="1000" spc="-15">
                          <a:solidFill>
                            <a:srgbClr val="1E293B"/>
                          </a:solidFill>
                          <a:latin typeface="Calibri"/>
                          <a:cs typeface="Calibri"/>
                        </a:rPr>
                        <a:t> </a:t>
                      </a:r>
                      <a:r>
                        <a:rPr dirty="0" sz="1000" spc="-20">
                          <a:solidFill>
                            <a:srgbClr val="1E293B"/>
                          </a:solidFill>
                          <a:latin typeface="Calibri"/>
                          <a:cs typeface="Calibri"/>
                        </a:rPr>
                        <a:t>state </a:t>
                      </a:r>
                      <a:r>
                        <a:rPr dirty="0" sz="1000" spc="-10">
                          <a:solidFill>
                            <a:srgbClr val="1E293B"/>
                          </a:solidFill>
                          <a:latin typeface="Calibri"/>
                          <a:cs typeface="Calibri"/>
                        </a:rPr>
                        <a:t>forecasts</a:t>
                      </a:r>
                      <a:r>
                        <a:rPr dirty="0" sz="1000" spc="-20">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a:solidFill>
                            <a:srgbClr val="1E293B"/>
                          </a:solidFill>
                          <a:latin typeface="Calibri"/>
                          <a:cs typeface="Calibri"/>
                        </a:rPr>
                        <a:t>cyclone</a:t>
                      </a:r>
                      <a:r>
                        <a:rPr dirty="0" sz="1000" spc="-15">
                          <a:solidFill>
                            <a:srgbClr val="1E293B"/>
                          </a:solidFill>
                          <a:latin typeface="Calibri"/>
                          <a:cs typeface="Calibri"/>
                        </a:rPr>
                        <a:t> </a:t>
                      </a:r>
                      <a:r>
                        <a:rPr dirty="0" sz="1000">
                          <a:solidFill>
                            <a:srgbClr val="1E293B"/>
                          </a:solidFill>
                          <a:latin typeface="Calibri"/>
                          <a:cs typeface="Calibri"/>
                        </a:rPr>
                        <a:t>bulletins</a:t>
                      </a:r>
                      <a:r>
                        <a:rPr dirty="0" sz="1000" spc="-15">
                          <a:solidFill>
                            <a:srgbClr val="1E293B"/>
                          </a:solidFill>
                          <a:latin typeface="Calibri"/>
                          <a:cs typeface="Calibri"/>
                        </a:rPr>
                        <a:t> </a:t>
                      </a:r>
                      <a:r>
                        <a:rPr dirty="0" sz="1000">
                          <a:solidFill>
                            <a:srgbClr val="1E293B"/>
                          </a:solidFill>
                          <a:latin typeface="Calibri"/>
                          <a:cs typeface="Calibri"/>
                        </a:rPr>
                        <a:t>to</a:t>
                      </a:r>
                      <a:r>
                        <a:rPr dirty="0" sz="1000" spc="-20">
                          <a:solidFill>
                            <a:srgbClr val="1E293B"/>
                          </a:solidFill>
                          <a:latin typeface="Calibri"/>
                          <a:cs typeface="Calibri"/>
                        </a:rPr>
                        <a:t> </a:t>
                      </a:r>
                      <a:r>
                        <a:rPr dirty="0" sz="1000">
                          <a:solidFill>
                            <a:srgbClr val="1E293B"/>
                          </a:solidFill>
                          <a:latin typeface="Calibri"/>
                          <a:cs typeface="Calibri"/>
                        </a:rPr>
                        <a:t>artisanal</a:t>
                      </a:r>
                      <a:r>
                        <a:rPr dirty="0" sz="1000" spc="-15">
                          <a:solidFill>
                            <a:srgbClr val="1E293B"/>
                          </a:solidFill>
                          <a:latin typeface="Calibri"/>
                          <a:cs typeface="Calibri"/>
                        </a:rPr>
                        <a:t> </a:t>
                      </a:r>
                      <a:r>
                        <a:rPr dirty="0" sz="1000">
                          <a:solidFill>
                            <a:srgbClr val="1E293B"/>
                          </a:solidFill>
                          <a:latin typeface="Calibri"/>
                          <a:cs typeface="Calibri"/>
                        </a:rPr>
                        <a:t>coastal</a:t>
                      </a:r>
                      <a:r>
                        <a:rPr dirty="0" sz="1000" spc="-15">
                          <a:solidFill>
                            <a:srgbClr val="1E293B"/>
                          </a:solidFill>
                          <a:latin typeface="Calibri"/>
                          <a:cs typeface="Calibri"/>
                        </a:rPr>
                        <a:t> </a:t>
                      </a:r>
                      <a:r>
                        <a:rPr dirty="0" sz="1000" spc="-10">
                          <a:solidFill>
                            <a:srgbClr val="1E293B"/>
                          </a:solidFill>
                          <a:latin typeface="Calibri"/>
                          <a:cs typeface="Calibri"/>
                        </a:rPr>
                        <a:t>communities </a:t>
                      </a:r>
                      <a:r>
                        <a:rPr dirty="0" sz="1000">
                          <a:solidFill>
                            <a:srgbClr val="1E293B"/>
                          </a:solidFill>
                          <a:latin typeface="Calibri"/>
                          <a:cs typeface="Calibri"/>
                        </a:rPr>
                        <a:t>along</a:t>
                      </a:r>
                      <a:r>
                        <a:rPr dirty="0" sz="1000" spc="-10">
                          <a:solidFill>
                            <a:srgbClr val="1E293B"/>
                          </a:solidFill>
                          <a:latin typeface="Calibri"/>
                          <a:cs typeface="Calibri"/>
                        </a:rPr>
                        <a:t> </a:t>
                      </a:r>
                      <a:r>
                        <a:rPr dirty="0" sz="1000">
                          <a:solidFill>
                            <a:srgbClr val="1E293B"/>
                          </a:solidFill>
                          <a:latin typeface="Calibri"/>
                          <a:cs typeface="Calibri"/>
                        </a:rPr>
                        <a:t>the</a:t>
                      </a:r>
                      <a:r>
                        <a:rPr dirty="0" sz="1000" spc="-10">
                          <a:solidFill>
                            <a:srgbClr val="1E293B"/>
                          </a:solidFill>
                          <a:latin typeface="Calibri"/>
                          <a:cs typeface="Calibri"/>
                        </a:rPr>
                        <a:t> </a:t>
                      </a:r>
                      <a:r>
                        <a:rPr dirty="0" sz="1000">
                          <a:solidFill>
                            <a:srgbClr val="1E293B"/>
                          </a:solidFill>
                          <a:latin typeface="Calibri"/>
                          <a:cs typeface="Calibri"/>
                        </a:rPr>
                        <a:t>Indian</a:t>
                      </a:r>
                      <a:r>
                        <a:rPr dirty="0" sz="1000" spc="-10">
                          <a:solidFill>
                            <a:srgbClr val="1E293B"/>
                          </a:solidFill>
                          <a:latin typeface="Calibri"/>
                          <a:cs typeface="Calibri"/>
                        </a:rPr>
                        <a:t> coastline.</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59055">
                        <a:lnSpc>
                          <a:spcPct val="108300"/>
                        </a:lnSpc>
                        <a:spcBef>
                          <a:spcPts val="140"/>
                        </a:spcBef>
                      </a:pPr>
                      <a:r>
                        <a:rPr dirty="0" sz="1000">
                          <a:solidFill>
                            <a:srgbClr val="1E293B"/>
                          </a:solidFill>
                          <a:latin typeface="Calibri"/>
                          <a:cs typeface="Calibri"/>
                        </a:rPr>
                        <a:t>The</a:t>
                      </a:r>
                      <a:r>
                        <a:rPr dirty="0" sz="1000" spc="-25">
                          <a:solidFill>
                            <a:srgbClr val="1E293B"/>
                          </a:solidFill>
                          <a:latin typeface="Calibri"/>
                          <a:cs typeface="Calibri"/>
                        </a:rPr>
                        <a:t> </a:t>
                      </a:r>
                      <a:r>
                        <a:rPr dirty="0" sz="1000">
                          <a:solidFill>
                            <a:srgbClr val="1E293B"/>
                          </a:solidFill>
                          <a:latin typeface="Calibri"/>
                          <a:cs typeface="Calibri"/>
                        </a:rPr>
                        <a:t>approach</a:t>
                      </a:r>
                      <a:r>
                        <a:rPr dirty="0" sz="1000" spc="-20">
                          <a:solidFill>
                            <a:srgbClr val="1E293B"/>
                          </a:solidFill>
                          <a:latin typeface="Calibri"/>
                          <a:cs typeface="Calibri"/>
                        </a:rPr>
                        <a:t> </a:t>
                      </a:r>
                      <a:r>
                        <a:rPr dirty="0" sz="1000">
                          <a:solidFill>
                            <a:srgbClr val="1E293B"/>
                          </a:solidFill>
                          <a:latin typeface="Calibri"/>
                          <a:cs typeface="Calibri"/>
                        </a:rPr>
                        <a:t>follows</a:t>
                      </a:r>
                      <a:r>
                        <a:rPr dirty="0" sz="1000" spc="-20">
                          <a:solidFill>
                            <a:srgbClr val="1E293B"/>
                          </a:solidFill>
                          <a:latin typeface="Calibri"/>
                          <a:cs typeface="Calibri"/>
                        </a:rPr>
                        <a:t> </a:t>
                      </a:r>
                      <a:r>
                        <a:rPr dirty="0" sz="1000">
                          <a:solidFill>
                            <a:srgbClr val="1E293B"/>
                          </a:solidFill>
                          <a:latin typeface="Calibri"/>
                          <a:cs typeface="Calibri"/>
                        </a:rPr>
                        <a:t>a</a:t>
                      </a:r>
                      <a:r>
                        <a:rPr dirty="0" sz="1000" spc="-20">
                          <a:solidFill>
                            <a:srgbClr val="1E293B"/>
                          </a:solidFill>
                          <a:latin typeface="Calibri"/>
                          <a:cs typeface="Calibri"/>
                        </a:rPr>
                        <a:t> </a:t>
                      </a:r>
                      <a:r>
                        <a:rPr dirty="0" sz="1000">
                          <a:solidFill>
                            <a:srgbClr val="1E293B"/>
                          </a:solidFill>
                          <a:latin typeface="Calibri"/>
                          <a:cs typeface="Calibri"/>
                        </a:rPr>
                        <a:t>one-way</a:t>
                      </a:r>
                      <a:r>
                        <a:rPr dirty="0" sz="1000" spc="-20">
                          <a:solidFill>
                            <a:srgbClr val="1E293B"/>
                          </a:solidFill>
                          <a:latin typeface="Calibri"/>
                          <a:cs typeface="Calibri"/>
                        </a:rPr>
                        <a:t> </a:t>
                      </a:r>
                      <a:r>
                        <a:rPr dirty="0" sz="1000" spc="-10">
                          <a:solidFill>
                            <a:srgbClr val="1E293B"/>
                          </a:solidFill>
                          <a:latin typeface="Calibri"/>
                          <a:cs typeface="Calibri"/>
                        </a:rPr>
                        <a:t>broadcast communication</a:t>
                      </a:r>
                      <a:r>
                        <a:rPr dirty="0" sz="1000" spc="20">
                          <a:solidFill>
                            <a:srgbClr val="1E293B"/>
                          </a:solidFill>
                          <a:latin typeface="Calibri"/>
                          <a:cs typeface="Calibri"/>
                        </a:rPr>
                        <a:t> </a:t>
                      </a:r>
                      <a:r>
                        <a:rPr dirty="0" sz="1000">
                          <a:solidFill>
                            <a:srgbClr val="1E293B"/>
                          </a:solidFill>
                          <a:latin typeface="Calibri"/>
                          <a:cs typeface="Calibri"/>
                        </a:rPr>
                        <a:t>model</a:t>
                      </a:r>
                      <a:r>
                        <a:rPr dirty="0" sz="1000" spc="25">
                          <a:solidFill>
                            <a:srgbClr val="1E293B"/>
                          </a:solidFill>
                          <a:latin typeface="Calibri"/>
                          <a:cs typeface="Calibri"/>
                        </a:rPr>
                        <a:t> </a:t>
                      </a:r>
                      <a:r>
                        <a:rPr dirty="0" sz="1000">
                          <a:solidFill>
                            <a:srgbClr val="1E293B"/>
                          </a:solidFill>
                          <a:latin typeface="Calibri"/>
                          <a:cs typeface="Calibri"/>
                        </a:rPr>
                        <a:t>lacking</a:t>
                      </a:r>
                      <a:r>
                        <a:rPr dirty="0" sz="1000" spc="25">
                          <a:solidFill>
                            <a:srgbClr val="1E293B"/>
                          </a:solidFill>
                          <a:latin typeface="Calibri"/>
                          <a:cs typeface="Calibri"/>
                        </a:rPr>
                        <a:t> </a:t>
                      </a:r>
                      <a:r>
                        <a:rPr dirty="0" sz="1000" spc="-10">
                          <a:solidFill>
                            <a:srgbClr val="1E293B"/>
                          </a:solidFill>
                          <a:latin typeface="Calibri"/>
                          <a:cs typeface="Calibri"/>
                        </a:rPr>
                        <a:t>interactive</a:t>
                      </a:r>
                      <a:r>
                        <a:rPr dirty="0" sz="1000" spc="25">
                          <a:solidFill>
                            <a:srgbClr val="1E293B"/>
                          </a:solidFill>
                          <a:latin typeface="Calibri"/>
                          <a:cs typeface="Calibri"/>
                        </a:rPr>
                        <a:t> </a:t>
                      </a:r>
                      <a:r>
                        <a:rPr dirty="0" sz="1000" spc="-10">
                          <a:solidFill>
                            <a:srgbClr val="1E293B"/>
                          </a:solidFill>
                          <a:latin typeface="Calibri"/>
                          <a:cs typeface="Calibri"/>
                        </a:rPr>
                        <a:t>natural </a:t>
                      </a:r>
                      <a:r>
                        <a:rPr dirty="0" sz="1000">
                          <a:solidFill>
                            <a:srgbClr val="1E293B"/>
                          </a:solidFill>
                          <a:latin typeface="Calibri"/>
                          <a:cs typeface="Calibri"/>
                        </a:rPr>
                        <a:t>language</a:t>
                      </a:r>
                      <a:r>
                        <a:rPr dirty="0" sz="1000" spc="-10">
                          <a:solidFill>
                            <a:srgbClr val="1E293B"/>
                          </a:solidFill>
                          <a:latin typeface="Calibri"/>
                          <a:cs typeface="Calibri"/>
                        </a:rPr>
                        <a:t> </a:t>
                      </a:r>
                      <a:r>
                        <a:rPr dirty="0" sz="1000">
                          <a:solidFill>
                            <a:srgbClr val="1E293B"/>
                          </a:solidFill>
                          <a:latin typeface="Calibri"/>
                          <a:cs typeface="Calibri"/>
                        </a:rPr>
                        <a:t>query</a:t>
                      </a:r>
                      <a:r>
                        <a:rPr dirty="0" sz="1000" spc="-10">
                          <a:solidFill>
                            <a:srgbClr val="1E293B"/>
                          </a:solidFill>
                          <a:latin typeface="Calibri"/>
                          <a:cs typeface="Calibri"/>
                        </a:rPr>
                        <a:t> capability. </a:t>
                      </a:r>
                      <a:r>
                        <a:rPr dirty="0" sz="1000">
                          <a:solidFill>
                            <a:srgbClr val="1E293B"/>
                          </a:solidFill>
                          <a:latin typeface="Calibri"/>
                          <a:cs typeface="Calibri"/>
                        </a:rPr>
                        <a:t>It</a:t>
                      </a:r>
                      <a:r>
                        <a:rPr dirty="0" sz="1000" spc="-10">
                          <a:solidFill>
                            <a:srgbClr val="1E293B"/>
                          </a:solidFill>
                          <a:latin typeface="Calibri"/>
                          <a:cs typeface="Calibri"/>
                        </a:rPr>
                        <a:t> </a:t>
                      </a:r>
                      <a:r>
                        <a:rPr dirty="0" sz="1000">
                          <a:solidFill>
                            <a:srgbClr val="1E293B"/>
                          </a:solidFill>
                          <a:latin typeface="Calibri"/>
                          <a:cs typeface="Calibri"/>
                        </a:rPr>
                        <a:t>cannot</a:t>
                      </a:r>
                      <a:r>
                        <a:rPr dirty="0" sz="1000" spc="-10">
                          <a:solidFill>
                            <a:srgbClr val="1E293B"/>
                          </a:solidFill>
                          <a:latin typeface="Calibri"/>
                          <a:cs typeface="Calibri"/>
                        </a:rPr>
                        <a:t> compute customized</a:t>
                      </a:r>
                      <a:r>
                        <a:rPr dirty="0" sz="1000" spc="10">
                          <a:solidFill>
                            <a:srgbClr val="1E293B"/>
                          </a:solidFill>
                          <a:latin typeface="Calibri"/>
                          <a:cs typeface="Calibri"/>
                        </a:rPr>
                        <a:t> </a:t>
                      </a:r>
                      <a:r>
                        <a:rPr dirty="0" sz="1000" spc="-10">
                          <a:solidFill>
                            <a:srgbClr val="1E293B"/>
                          </a:solidFill>
                          <a:latin typeface="Calibri"/>
                          <a:cs typeface="Calibri"/>
                        </a:rPr>
                        <a:t>harbor-to-</a:t>
                      </a:r>
                      <a:r>
                        <a:rPr dirty="0" sz="1000">
                          <a:solidFill>
                            <a:srgbClr val="1E293B"/>
                          </a:solidFill>
                          <a:latin typeface="Calibri"/>
                          <a:cs typeface="Calibri"/>
                        </a:rPr>
                        <a:t>hotspot</a:t>
                      </a:r>
                      <a:r>
                        <a:rPr dirty="0" sz="1000" spc="10">
                          <a:solidFill>
                            <a:srgbClr val="1E293B"/>
                          </a:solidFill>
                          <a:latin typeface="Calibri"/>
                          <a:cs typeface="Calibri"/>
                        </a:rPr>
                        <a:t> </a:t>
                      </a:r>
                      <a:r>
                        <a:rPr dirty="0" sz="1000">
                          <a:solidFill>
                            <a:srgbClr val="1E293B"/>
                          </a:solidFill>
                          <a:latin typeface="Calibri"/>
                          <a:cs typeface="Calibri"/>
                        </a:rPr>
                        <a:t>navigable</a:t>
                      </a:r>
                      <a:r>
                        <a:rPr dirty="0" sz="1000" spc="10">
                          <a:solidFill>
                            <a:srgbClr val="1E293B"/>
                          </a:solidFill>
                          <a:latin typeface="Calibri"/>
                          <a:cs typeface="Calibri"/>
                        </a:rPr>
                        <a:t> </a:t>
                      </a:r>
                      <a:r>
                        <a:rPr dirty="0" sz="1000" spc="-10">
                          <a:solidFill>
                            <a:srgbClr val="1E293B"/>
                          </a:solidFill>
                          <a:latin typeface="Calibri"/>
                          <a:cs typeface="Calibri"/>
                        </a:rPr>
                        <a:t>courses </a:t>
                      </a:r>
                      <a:r>
                        <a:rPr dirty="0" sz="1000">
                          <a:solidFill>
                            <a:srgbClr val="1E293B"/>
                          </a:solidFill>
                          <a:latin typeface="Calibri"/>
                          <a:cs typeface="Calibri"/>
                        </a:rPr>
                        <a:t>or</a:t>
                      </a:r>
                      <a:r>
                        <a:rPr dirty="0" sz="1000" spc="-20">
                          <a:solidFill>
                            <a:srgbClr val="1E293B"/>
                          </a:solidFill>
                          <a:latin typeface="Calibri"/>
                          <a:cs typeface="Calibri"/>
                        </a:rPr>
                        <a:t> </a:t>
                      </a:r>
                      <a:r>
                        <a:rPr dirty="0" sz="1000">
                          <a:solidFill>
                            <a:srgbClr val="1E293B"/>
                          </a:solidFill>
                          <a:latin typeface="Calibri"/>
                          <a:cs typeface="Calibri"/>
                        </a:rPr>
                        <a:t>function</a:t>
                      </a:r>
                      <a:r>
                        <a:rPr dirty="0" sz="1000" spc="-15">
                          <a:solidFill>
                            <a:srgbClr val="1E293B"/>
                          </a:solidFill>
                          <a:latin typeface="Calibri"/>
                          <a:cs typeface="Calibri"/>
                        </a:rPr>
                        <a:t> </a:t>
                      </a:r>
                      <a:r>
                        <a:rPr dirty="0" sz="1000">
                          <a:solidFill>
                            <a:srgbClr val="1E293B"/>
                          </a:solidFill>
                          <a:latin typeface="Calibri"/>
                          <a:cs typeface="Calibri"/>
                        </a:rPr>
                        <a:t>offshore</a:t>
                      </a:r>
                      <a:r>
                        <a:rPr dirty="0" sz="1000" spc="-20">
                          <a:solidFill>
                            <a:srgbClr val="1E293B"/>
                          </a:solidFill>
                          <a:latin typeface="Calibri"/>
                          <a:cs typeface="Calibri"/>
                        </a:rPr>
                        <a:t> </a:t>
                      </a:r>
                      <a:r>
                        <a:rPr dirty="0" sz="1000">
                          <a:solidFill>
                            <a:srgbClr val="1E293B"/>
                          </a:solidFill>
                          <a:latin typeface="Calibri"/>
                          <a:cs typeface="Calibri"/>
                        </a:rPr>
                        <a:t>when</a:t>
                      </a:r>
                      <a:r>
                        <a:rPr dirty="0" sz="1000" spc="-15">
                          <a:solidFill>
                            <a:srgbClr val="1E293B"/>
                          </a:solidFill>
                          <a:latin typeface="Calibri"/>
                          <a:cs typeface="Calibri"/>
                        </a:rPr>
                        <a:t> </a:t>
                      </a:r>
                      <a:r>
                        <a:rPr dirty="0" sz="1000">
                          <a:solidFill>
                            <a:srgbClr val="1E293B"/>
                          </a:solidFill>
                          <a:latin typeface="Calibri"/>
                          <a:cs typeface="Calibri"/>
                        </a:rPr>
                        <a:t>cellular</a:t>
                      </a:r>
                      <a:r>
                        <a:rPr dirty="0" sz="1000" spc="-20">
                          <a:solidFill>
                            <a:srgbClr val="1E293B"/>
                          </a:solidFill>
                          <a:latin typeface="Calibri"/>
                          <a:cs typeface="Calibri"/>
                        </a:rPr>
                        <a:t> </a:t>
                      </a:r>
                      <a:r>
                        <a:rPr dirty="0" sz="1000">
                          <a:solidFill>
                            <a:srgbClr val="1E293B"/>
                          </a:solidFill>
                          <a:latin typeface="Calibri"/>
                          <a:cs typeface="Calibri"/>
                        </a:rPr>
                        <a:t>networks</a:t>
                      </a:r>
                      <a:r>
                        <a:rPr dirty="0" sz="1000" spc="-15">
                          <a:solidFill>
                            <a:srgbClr val="1E293B"/>
                          </a:solidFill>
                          <a:latin typeface="Calibri"/>
                          <a:cs typeface="Calibri"/>
                        </a:rPr>
                        <a:t> </a:t>
                      </a:r>
                      <a:r>
                        <a:rPr dirty="0" sz="1000" spc="-20">
                          <a:solidFill>
                            <a:srgbClr val="1E293B"/>
                          </a:solidFill>
                          <a:latin typeface="Calibri"/>
                          <a:cs typeface="Calibri"/>
                        </a:rPr>
                        <a:t>drop.</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r>
              <a:tr h="2193925">
                <a:tc>
                  <a:txBody>
                    <a:bodyPr/>
                    <a:lstStyle/>
                    <a:p>
                      <a:pPr algn="ctr">
                        <a:lnSpc>
                          <a:spcPct val="100000"/>
                        </a:lnSpc>
                        <a:spcBef>
                          <a:spcPts val="145"/>
                        </a:spcBef>
                      </a:pPr>
                      <a:r>
                        <a:rPr dirty="0" sz="1200" spc="-25">
                          <a:solidFill>
                            <a:srgbClr val="0F172A"/>
                          </a:solidFill>
                          <a:latin typeface="Calibri"/>
                          <a:cs typeface="Calibri"/>
                        </a:rPr>
                        <a:t>6.</a:t>
                      </a:r>
                      <a:endParaRPr sz="1200">
                        <a:latin typeface="Calibri"/>
                        <a:cs typeface="Calibri"/>
                      </a:endParaRPr>
                    </a:p>
                  </a:txBody>
                  <a:tcPr marL="0" marR="0" marB="0" marT="18415">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766445">
                        <a:lnSpc>
                          <a:spcPts val="1300"/>
                        </a:lnSpc>
                        <a:spcBef>
                          <a:spcPts val="150"/>
                        </a:spcBef>
                      </a:pPr>
                      <a:r>
                        <a:rPr dirty="0" sz="1100">
                          <a:solidFill>
                            <a:srgbClr val="0F172A"/>
                          </a:solidFill>
                          <a:latin typeface="Calibri"/>
                          <a:cs typeface="Calibri"/>
                        </a:rPr>
                        <a:t>Journal</a:t>
                      </a:r>
                      <a:r>
                        <a:rPr dirty="0" sz="1100" spc="-15">
                          <a:solidFill>
                            <a:srgbClr val="0F172A"/>
                          </a:solidFill>
                          <a:latin typeface="Calibri"/>
                          <a:cs typeface="Calibri"/>
                        </a:rPr>
                        <a:t> </a:t>
                      </a:r>
                      <a:r>
                        <a:rPr dirty="0" sz="1100">
                          <a:solidFill>
                            <a:srgbClr val="0F172A"/>
                          </a:solidFill>
                          <a:latin typeface="Calibri"/>
                          <a:cs typeface="Calibri"/>
                        </a:rPr>
                        <a:t>of</a:t>
                      </a:r>
                      <a:r>
                        <a:rPr dirty="0" sz="1100" spc="-10">
                          <a:solidFill>
                            <a:srgbClr val="0F172A"/>
                          </a:solidFill>
                          <a:latin typeface="Calibri"/>
                          <a:cs typeface="Calibri"/>
                        </a:rPr>
                        <a:t> Marine </a:t>
                      </a:r>
                      <a:r>
                        <a:rPr dirty="0" sz="1100">
                          <a:solidFill>
                            <a:srgbClr val="0F172A"/>
                          </a:solidFill>
                          <a:latin typeface="Calibri"/>
                          <a:cs typeface="Calibri"/>
                        </a:rPr>
                        <a:t>Science</a:t>
                      </a:r>
                      <a:r>
                        <a:rPr dirty="0" sz="1100" spc="-10">
                          <a:solidFill>
                            <a:srgbClr val="0F172A"/>
                          </a:solidFill>
                          <a:latin typeface="Calibri"/>
                          <a:cs typeface="Calibri"/>
                        </a:rPr>
                        <a:t> </a:t>
                      </a:r>
                      <a:r>
                        <a:rPr dirty="0" sz="1100" spc="-25">
                          <a:solidFill>
                            <a:srgbClr val="0F172A"/>
                          </a:solidFill>
                          <a:latin typeface="Calibri"/>
                          <a:cs typeface="Calibri"/>
                        </a:rPr>
                        <a:t>and </a:t>
                      </a:r>
                      <a:r>
                        <a:rPr dirty="0" sz="1100" spc="-10">
                          <a:solidFill>
                            <a:srgbClr val="0F172A"/>
                          </a:solidFill>
                          <a:latin typeface="Calibri"/>
                          <a:cs typeface="Calibri"/>
                        </a:rPr>
                        <a:t>Engineering (JMSE),</a:t>
                      </a:r>
                      <a:endParaRPr sz="1100">
                        <a:latin typeface="Calibri"/>
                        <a:cs typeface="Calibri"/>
                      </a:endParaRPr>
                    </a:p>
                    <a:p>
                      <a:pPr marL="51435">
                        <a:lnSpc>
                          <a:spcPts val="1260"/>
                        </a:lnSpc>
                      </a:pPr>
                      <a:r>
                        <a:rPr dirty="0" sz="1100">
                          <a:solidFill>
                            <a:srgbClr val="0F172A"/>
                          </a:solidFill>
                          <a:latin typeface="Calibri"/>
                          <a:cs typeface="Calibri"/>
                        </a:rPr>
                        <a:t>Vol.</a:t>
                      </a:r>
                      <a:r>
                        <a:rPr dirty="0" sz="1100" spc="-40">
                          <a:solidFill>
                            <a:srgbClr val="0F172A"/>
                          </a:solidFill>
                          <a:latin typeface="Calibri"/>
                          <a:cs typeface="Calibri"/>
                        </a:rPr>
                        <a:t> </a:t>
                      </a:r>
                      <a:r>
                        <a:rPr dirty="0" sz="1100">
                          <a:solidFill>
                            <a:srgbClr val="0F172A"/>
                          </a:solidFill>
                          <a:latin typeface="Calibri"/>
                          <a:cs typeface="Calibri"/>
                        </a:rPr>
                        <a:t>12,</a:t>
                      </a:r>
                      <a:r>
                        <a:rPr dirty="0" sz="1100" spc="-40">
                          <a:solidFill>
                            <a:srgbClr val="0F172A"/>
                          </a:solidFill>
                          <a:latin typeface="Calibri"/>
                          <a:cs typeface="Calibri"/>
                        </a:rPr>
                        <a:t> </a:t>
                      </a:r>
                      <a:r>
                        <a:rPr dirty="0" sz="1100" spc="-10">
                          <a:solidFill>
                            <a:srgbClr val="0F172A"/>
                          </a:solidFill>
                          <a:latin typeface="Calibri"/>
                          <a:cs typeface="Calibri"/>
                        </a:rPr>
                        <a:t>2024.</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1435" marR="103505">
                        <a:lnSpc>
                          <a:spcPts val="1300"/>
                        </a:lnSpc>
                        <a:spcBef>
                          <a:spcPts val="150"/>
                        </a:spcBef>
                      </a:pPr>
                      <a:r>
                        <a:rPr dirty="0" sz="1100" spc="-10" b="1">
                          <a:solidFill>
                            <a:srgbClr val="0F172A"/>
                          </a:solidFill>
                          <a:latin typeface="Calibri"/>
                          <a:cs typeface="Calibri"/>
                        </a:rPr>
                        <a:t>Multi-</a:t>
                      </a:r>
                      <a:r>
                        <a:rPr dirty="0" sz="1100" b="1">
                          <a:solidFill>
                            <a:srgbClr val="0F172A"/>
                          </a:solidFill>
                          <a:latin typeface="Calibri"/>
                          <a:cs typeface="Calibri"/>
                        </a:rPr>
                        <a:t>Criteria</a:t>
                      </a:r>
                      <a:r>
                        <a:rPr dirty="0" sz="1100" spc="-20" b="1">
                          <a:solidFill>
                            <a:srgbClr val="0F172A"/>
                          </a:solidFill>
                          <a:latin typeface="Calibri"/>
                          <a:cs typeface="Calibri"/>
                        </a:rPr>
                        <a:t> </a:t>
                      </a:r>
                      <a:r>
                        <a:rPr dirty="0" sz="1100" b="1">
                          <a:solidFill>
                            <a:srgbClr val="0F172A"/>
                          </a:solidFill>
                          <a:latin typeface="Calibri"/>
                          <a:cs typeface="Calibri"/>
                        </a:rPr>
                        <a:t>Seakeeping</a:t>
                      </a:r>
                      <a:r>
                        <a:rPr dirty="0" sz="1100" spc="-20" b="1">
                          <a:solidFill>
                            <a:srgbClr val="0F172A"/>
                          </a:solidFill>
                          <a:latin typeface="Calibri"/>
                          <a:cs typeface="Calibri"/>
                        </a:rPr>
                        <a:t> </a:t>
                      </a:r>
                      <a:r>
                        <a:rPr dirty="0" sz="1100" b="1">
                          <a:solidFill>
                            <a:srgbClr val="0F172A"/>
                          </a:solidFill>
                          <a:latin typeface="Calibri"/>
                          <a:cs typeface="Calibri"/>
                        </a:rPr>
                        <a:t>Risk</a:t>
                      </a:r>
                      <a:r>
                        <a:rPr dirty="0" sz="1100" spc="-20" b="1">
                          <a:solidFill>
                            <a:srgbClr val="0F172A"/>
                          </a:solidFill>
                          <a:latin typeface="Calibri"/>
                          <a:cs typeface="Calibri"/>
                        </a:rPr>
                        <a:t> </a:t>
                      </a:r>
                      <a:r>
                        <a:rPr dirty="0" sz="1100" spc="-10" b="1">
                          <a:solidFill>
                            <a:srgbClr val="0F172A"/>
                          </a:solidFill>
                          <a:latin typeface="Calibri"/>
                          <a:cs typeface="Calibri"/>
                        </a:rPr>
                        <a:t>Modeling </a:t>
                      </a:r>
                      <a:r>
                        <a:rPr dirty="0" sz="1100" b="1">
                          <a:solidFill>
                            <a:srgbClr val="0F172A"/>
                          </a:solidFill>
                          <a:latin typeface="Calibri"/>
                          <a:cs typeface="Calibri"/>
                        </a:rPr>
                        <a:t>for</a:t>
                      </a:r>
                      <a:r>
                        <a:rPr dirty="0" sz="1100" spc="-5" b="1">
                          <a:solidFill>
                            <a:srgbClr val="0F172A"/>
                          </a:solidFill>
                          <a:latin typeface="Calibri"/>
                          <a:cs typeface="Calibri"/>
                        </a:rPr>
                        <a:t> </a:t>
                      </a:r>
                      <a:r>
                        <a:rPr dirty="0" sz="1100" spc="-10" b="1">
                          <a:solidFill>
                            <a:srgbClr val="0F172A"/>
                          </a:solidFill>
                          <a:latin typeface="Calibri"/>
                          <a:cs typeface="Calibri"/>
                        </a:rPr>
                        <a:t>Small-</a:t>
                      </a:r>
                      <a:r>
                        <a:rPr dirty="0" sz="1100" b="1">
                          <a:solidFill>
                            <a:srgbClr val="0F172A"/>
                          </a:solidFill>
                          <a:latin typeface="Calibri"/>
                          <a:cs typeface="Calibri"/>
                        </a:rPr>
                        <a:t>Scale</a:t>
                      </a:r>
                      <a:r>
                        <a:rPr dirty="0" sz="1100" spc="-5" b="1">
                          <a:solidFill>
                            <a:srgbClr val="0F172A"/>
                          </a:solidFill>
                          <a:latin typeface="Calibri"/>
                          <a:cs typeface="Calibri"/>
                        </a:rPr>
                        <a:t> </a:t>
                      </a:r>
                      <a:r>
                        <a:rPr dirty="0" sz="1100" b="1">
                          <a:solidFill>
                            <a:srgbClr val="0F172A"/>
                          </a:solidFill>
                          <a:latin typeface="Calibri"/>
                          <a:cs typeface="Calibri"/>
                        </a:rPr>
                        <a:t>Fishing</a:t>
                      </a:r>
                      <a:r>
                        <a:rPr dirty="0" sz="1100" spc="-5" b="1">
                          <a:solidFill>
                            <a:srgbClr val="0F172A"/>
                          </a:solidFill>
                          <a:latin typeface="Calibri"/>
                          <a:cs typeface="Calibri"/>
                        </a:rPr>
                        <a:t> </a:t>
                      </a:r>
                      <a:r>
                        <a:rPr dirty="0" sz="1100" spc="-10" b="1">
                          <a:solidFill>
                            <a:srgbClr val="0F172A"/>
                          </a:solidFill>
                          <a:latin typeface="Calibri"/>
                          <a:cs typeface="Calibri"/>
                        </a:rPr>
                        <a:t>Vessels</a:t>
                      </a:r>
                      <a:r>
                        <a:rPr dirty="0" sz="1100" b="1">
                          <a:solidFill>
                            <a:srgbClr val="0F172A"/>
                          </a:solidFill>
                          <a:latin typeface="Calibri"/>
                          <a:cs typeface="Calibri"/>
                        </a:rPr>
                        <a:t> in</a:t>
                      </a:r>
                      <a:r>
                        <a:rPr dirty="0" sz="1100" spc="-5" b="1">
                          <a:solidFill>
                            <a:srgbClr val="0F172A"/>
                          </a:solidFill>
                          <a:latin typeface="Calibri"/>
                          <a:cs typeface="Calibri"/>
                        </a:rPr>
                        <a:t> </a:t>
                      </a:r>
                      <a:r>
                        <a:rPr dirty="0" sz="1100" spc="-10" b="1">
                          <a:solidFill>
                            <a:srgbClr val="0F172A"/>
                          </a:solidFill>
                          <a:latin typeface="Calibri"/>
                          <a:cs typeface="Calibri"/>
                        </a:rPr>
                        <a:t>Extreme Coastal</a:t>
                      </a:r>
                      <a:r>
                        <a:rPr dirty="0" sz="1100" spc="5" b="1">
                          <a:solidFill>
                            <a:srgbClr val="0F172A"/>
                          </a:solidFill>
                          <a:latin typeface="Calibri"/>
                          <a:cs typeface="Calibri"/>
                        </a:rPr>
                        <a:t> </a:t>
                      </a:r>
                      <a:r>
                        <a:rPr dirty="0" sz="1100" spc="-10" b="1">
                          <a:solidFill>
                            <a:srgbClr val="0F172A"/>
                          </a:solidFill>
                          <a:latin typeface="Calibri"/>
                          <a:cs typeface="Calibri"/>
                        </a:rPr>
                        <a:t>Environments</a:t>
                      </a:r>
                      <a:endParaRPr sz="1100">
                        <a:latin typeface="Calibri"/>
                        <a:cs typeface="Calibri"/>
                      </a:endParaRPr>
                    </a:p>
                  </a:txBody>
                  <a:tcPr marL="0" marR="0" marB="0" marT="1905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72390">
                        <a:lnSpc>
                          <a:spcPct val="108300"/>
                        </a:lnSpc>
                        <a:spcBef>
                          <a:spcPts val="140"/>
                        </a:spcBef>
                      </a:pPr>
                      <a:r>
                        <a:rPr dirty="0" sz="1000">
                          <a:solidFill>
                            <a:srgbClr val="1E293B"/>
                          </a:solidFill>
                          <a:latin typeface="Calibri"/>
                          <a:cs typeface="Calibri"/>
                        </a:rPr>
                        <a:t>The</a:t>
                      </a:r>
                      <a:r>
                        <a:rPr dirty="0" sz="1000" spc="5">
                          <a:solidFill>
                            <a:srgbClr val="1E293B"/>
                          </a:solidFill>
                          <a:latin typeface="Calibri"/>
                          <a:cs typeface="Calibri"/>
                        </a:rPr>
                        <a:t> </a:t>
                      </a:r>
                      <a:r>
                        <a:rPr dirty="0" sz="1000">
                          <a:solidFill>
                            <a:srgbClr val="1E293B"/>
                          </a:solidFill>
                          <a:latin typeface="Calibri"/>
                          <a:cs typeface="Calibri"/>
                        </a:rPr>
                        <a:t>paper</a:t>
                      </a:r>
                      <a:r>
                        <a:rPr dirty="0" sz="1000" spc="5">
                          <a:solidFill>
                            <a:srgbClr val="1E293B"/>
                          </a:solidFill>
                          <a:latin typeface="Calibri"/>
                          <a:cs typeface="Calibri"/>
                        </a:rPr>
                        <a:t> </a:t>
                      </a:r>
                      <a:r>
                        <a:rPr dirty="0" sz="1000" spc="-10">
                          <a:solidFill>
                            <a:srgbClr val="1E293B"/>
                          </a:solidFill>
                          <a:latin typeface="Calibri"/>
                          <a:cs typeface="Calibri"/>
                        </a:rPr>
                        <a:t>formulates</a:t>
                      </a:r>
                      <a:r>
                        <a:rPr dirty="0" sz="1000" spc="5">
                          <a:solidFill>
                            <a:srgbClr val="1E293B"/>
                          </a:solidFill>
                          <a:latin typeface="Calibri"/>
                          <a:cs typeface="Calibri"/>
                        </a:rPr>
                        <a:t> </a:t>
                      </a:r>
                      <a:r>
                        <a:rPr dirty="0" sz="1000">
                          <a:solidFill>
                            <a:srgbClr val="1E293B"/>
                          </a:solidFill>
                          <a:latin typeface="Calibri"/>
                          <a:cs typeface="Calibri"/>
                        </a:rPr>
                        <a:t>a</a:t>
                      </a:r>
                      <a:r>
                        <a:rPr dirty="0" sz="1000" spc="5">
                          <a:solidFill>
                            <a:srgbClr val="1E293B"/>
                          </a:solidFill>
                          <a:latin typeface="Calibri"/>
                          <a:cs typeface="Calibri"/>
                        </a:rPr>
                        <a:t> </a:t>
                      </a:r>
                      <a:r>
                        <a:rPr dirty="0" sz="1000" spc="-10">
                          <a:solidFill>
                            <a:srgbClr val="1E293B"/>
                          </a:solidFill>
                          <a:latin typeface="Calibri"/>
                          <a:cs typeface="Calibri"/>
                        </a:rPr>
                        <a:t>quantitative</a:t>
                      </a:r>
                      <a:r>
                        <a:rPr dirty="0" sz="1000" spc="5">
                          <a:solidFill>
                            <a:srgbClr val="1E293B"/>
                          </a:solidFill>
                          <a:latin typeface="Calibri"/>
                          <a:cs typeface="Calibri"/>
                        </a:rPr>
                        <a:t> </a:t>
                      </a:r>
                      <a:r>
                        <a:rPr dirty="0" sz="1000">
                          <a:solidFill>
                            <a:srgbClr val="1E293B"/>
                          </a:solidFill>
                          <a:latin typeface="Calibri"/>
                          <a:cs typeface="Calibri"/>
                        </a:rPr>
                        <a:t>risk</a:t>
                      </a:r>
                      <a:r>
                        <a:rPr dirty="0" sz="1000" spc="5">
                          <a:solidFill>
                            <a:srgbClr val="1E293B"/>
                          </a:solidFill>
                          <a:latin typeface="Calibri"/>
                          <a:cs typeface="Calibri"/>
                        </a:rPr>
                        <a:t> </a:t>
                      </a:r>
                      <a:r>
                        <a:rPr dirty="0" sz="1000">
                          <a:solidFill>
                            <a:srgbClr val="1E293B"/>
                          </a:solidFill>
                          <a:latin typeface="Calibri"/>
                          <a:cs typeface="Calibri"/>
                        </a:rPr>
                        <a:t>matrix</a:t>
                      </a:r>
                      <a:r>
                        <a:rPr dirty="0" sz="1000" spc="5">
                          <a:solidFill>
                            <a:srgbClr val="1E293B"/>
                          </a:solidFill>
                          <a:latin typeface="Calibri"/>
                          <a:cs typeface="Calibri"/>
                        </a:rPr>
                        <a:t> </a:t>
                      </a:r>
                      <a:r>
                        <a:rPr dirty="0" sz="1000" spc="-10">
                          <a:solidFill>
                            <a:srgbClr val="1E293B"/>
                          </a:solidFill>
                          <a:latin typeface="Calibri"/>
                          <a:cs typeface="Calibri"/>
                        </a:rPr>
                        <a:t>incorporating </a:t>
                      </a:r>
                      <a:r>
                        <a:rPr dirty="0" sz="1000">
                          <a:solidFill>
                            <a:srgbClr val="1E293B"/>
                          </a:solidFill>
                          <a:latin typeface="Calibri"/>
                          <a:cs typeface="Calibri"/>
                        </a:rPr>
                        <a:t>Beaufort</a:t>
                      </a:r>
                      <a:r>
                        <a:rPr dirty="0" sz="1000" spc="-20">
                          <a:solidFill>
                            <a:srgbClr val="1E293B"/>
                          </a:solidFill>
                          <a:latin typeface="Calibri"/>
                          <a:cs typeface="Calibri"/>
                        </a:rPr>
                        <a:t> </a:t>
                      </a:r>
                      <a:r>
                        <a:rPr dirty="0" sz="1000">
                          <a:solidFill>
                            <a:srgbClr val="1E293B"/>
                          </a:solidFill>
                          <a:latin typeface="Calibri"/>
                          <a:cs typeface="Calibri"/>
                        </a:rPr>
                        <a:t>wind</a:t>
                      </a:r>
                      <a:r>
                        <a:rPr dirty="0" sz="1000" spc="-15">
                          <a:solidFill>
                            <a:srgbClr val="1E293B"/>
                          </a:solidFill>
                          <a:latin typeface="Calibri"/>
                          <a:cs typeface="Calibri"/>
                        </a:rPr>
                        <a:t> </a:t>
                      </a:r>
                      <a:r>
                        <a:rPr dirty="0" sz="1000">
                          <a:solidFill>
                            <a:srgbClr val="1E293B"/>
                          </a:solidFill>
                          <a:latin typeface="Calibri"/>
                          <a:cs typeface="Calibri"/>
                        </a:rPr>
                        <a:t>force,</a:t>
                      </a:r>
                      <a:r>
                        <a:rPr dirty="0" sz="1000" spc="-20">
                          <a:solidFill>
                            <a:srgbClr val="1E293B"/>
                          </a:solidFill>
                          <a:latin typeface="Calibri"/>
                          <a:cs typeface="Calibri"/>
                        </a:rPr>
                        <a:t> </a:t>
                      </a:r>
                      <a:r>
                        <a:rPr dirty="0" sz="1000">
                          <a:solidFill>
                            <a:srgbClr val="1E293B"/>
                          </a:solidFill>
                          <a:latin typeface="Calibri"/>
                          <a:cs typeface="Calibri"/>
                        </a:rPr>
                        <a:t>Douglas</a:t>
                      </a:r>
                      <a:r>
                        <a:rPr dirty="0" sz="1000" spc="-15">
                          <a:solidFill>
                            <a:srgbClr val="1E293B"/>
                          </a:solidFill>
                          <a:latin typeface="Calibri"/>
                          <a:cs typeface="Calibri"/>
                        </a:rPr>
                        <a:t> </a:t>
                      </a:r>
                      <a:r>
                        <a:rPr dirty="0" sz="1000">
                          <a:solidFill>
                            <a:srgbClr val="1E293B"/>
                          </a:solidFill>
                          <a:latin typeface="Calibri"/>
                          <a:cs typeface="Calibri"/>
                        </a:rPr>
                        <a:t>sea</a:t>
                      </a:r>
                      <a:r>
                        <a:rPr dirty="0" sz="1000" spc="-15">
                          <a:solidFill>
                            <a:srgbClr val="1E293B"/>
                          </a:solidFill>
                          <a:latin typeface="Calibri"/>
                          <a:cs typeface="Calibri"/>
                        </a:rPr>
                        <a:t> </a:t>
                      </a:r>
                      <a:r>
                        <a:rPr dirty="0" sz="1000" spc="-10">
                          <a:solidFill>
                            <a:srgbClr val="1E293B"/>
                          </a:solidFill>
                          <a:latin typeface="Calibri"/>
                          <a:cs typeface="Calibri"/>
                        </a:rPr>
                        <a:t>state,</a:t>
                      </a:r>
                      <a:r>
                        <a:rPr dirty="0" sz="1000" spc="-20">
                          <a:solidFill>
                            <a:srgbClr val="1E293B"/>
                          </a:solidFill>
                          <a:latin typeface="Calibri"/>
                          <a:cs typeface="Calibri"/>
                        </a:rPr>
                        <a:t> </a:t>
                      </a:r>
                      <a:r>
                        <a:rPr dirty="0" sz="1000">
                          <a:solidFill>
                            <a:srgbClr val="1E293B"/>
                          </a:solidFill>
                          <a:latin typeface="Calibri"/>
                          <a:cs typeface="Calibri"/>
                        </a:rPr>
                        <a:t>swell</a:t>
                      </a:r>
                      <a:r>
                        <a:rPr dirty="0" sz="1000" spc="-15">
                          <a:solidFill>
                            <a:srgbClr val="1E293B"/>
                          </a:solidFill>
                          <a:latin typeface="Calibri"/>
                          <a:cs typeface="Calibri"/>
                        </a:rPr>
                        <a:t> </a:t>
                      </a:r>
                      <a:r>
                        <a:rPr dirty="0" sz="1000">
                          <a:solidFill>
                            <a:srgbClr val="1E293B"/>
                          </a:solidFill>
                          <a:latin typeface="Calibri"/>
                          <a:cs typeface="Calibri"/>
                        </a:rPr>
                        <a:t>period,</a:t>
                      </a:r>
                      <a:r>
                        <a:rPr dirty="0" sz="1000" spc="-15">
                          <a:solidFill>
                            <a:srgbClr val="1E293B"/>
                          </a:solidFill>
                          <a:latin typeface="Calibri"/>
                          <a:cs typeface="Calibri"/>
                        </a:rPr>
                        <a:t> </a:t>
                      </a:r>
                      <a:r>
                        <a:rPr dirty="0" sz="1000">
                          <a:solidFill>
                            <a:srgbClr val="1E293B"/>
                          </a:solidFill>
                          <a:latin typeface="Calibri"/>
                          <a:cs typeface="Calibri"/>
                        </a:rPr>
                        <a:t>and</a:t>
                      </a:r>
                      <a:r>
                        <a:rPr dirty="0" sz="1000" spc="-20">
                          <a:solidFill>
                            <a:srgbClr val="1E293B"/>
                          </a:solidFill>
                          <a:latin typeface="Calibri"/>
                          <a:cs typeface="Calibri"/>
                        </a:rPr>
                        <a:t> </a:t>
                      </a:r>
                      <a:r>
                        <a:rPr dirty="0" sz="1000" spc="-10">
                          <a:solidFill>
                            <a:srgbClr val="1E293B"/>
                          </a:solidFill>
                          <a:latin typeface="Calibri"/>
                          <a:cs typeface="Calibri"/>
                        </a:rPr>
                        <a:t>squall </a:t>
                      </a:r>
                      <a:r>
                        <a:rPr dirty="0" sz="1000">
                          <a:solidFill>
                            <a:srgbClr val="1E293B"/>
                          </a:solidFill>
                          <a:latin typeface="Calibri"/>
                          <a:cs typeface="Calibri"/>
                        </a:rPr>
                        <a:t>warnings</a:t>
                      </a:r>
                      <a:r>
                        <a:rPr dirty="0" sz="1000" spc="-20">
                          <a:solidFill>
                            <a:srgbClr val="1E293B"/>
                          </a:solidFill>
                          <a:latin typeface="Calibri"/>
                          <a:cs typeface="Calibri"/>
                        </a:rPr>
                        <a:t> </a:t>
                      </a:r>
                      <a:r>
                        <a:rPr dirty="0" sz="1000">
                          <a:solidFill>
                            <a:srgbClr val="1E293B"/>
                          </a:solidFill>
                          <a:latin typeface="Calibri"/>
                          <a:cs typeface="Calibri"/>
                        </a:rPr>
                        <a:t>to</a:t>
                      </a:r>
                      <a:r>
                        <a:rPr dirty="0" sz="1000" spc="-20">
                          <a:solidFill>
                            <a:srgbClr val="1E293B"/>
                          </a:solidFill>
                          <a:latin typeface="Calibri"/>
                          <a:cs typeface="Calibri"/>
                        </a:rPr>
                        <a:t> </a:t>
                      </a:r>
                      <a:r>
                        <a:rPr dirty="0" sz="1000">
                          <a:solidFill>
                            <a:srgbClr val="1E293B"/>
                          </a:solidFill>
                          <a:latin typeface="Calibri"/>
                          <a:cs typeface="Calibri"/>
                        </a:rPr>
                        <a:t>provide</a:t>
                      </a:r>
                      <a:r>
                        <a:rPr dirty="0" sz="1000" spc="-20">
                          <a:solidFill>
                            <a:srgbClr val="1E293B"/>
                          </a:solidFill>
                          <a:latin typeface="Calibri"/>
                          <a:cs typeface="Calibri"/>
                        </a:rPr>
                        <a:t> </a:t>
                      </a:r>
                      <a:r>
                        <a:rPr dirty="0" sz="1000">
                          <a:solidFill>
                            <a:srgbClr val="1E293B"/>
                          </a:solidFill>
                          <a:latin typeface="Calibri"/>
                          <a:cs typeface="Calibri"/>
                        </a:rPr>
                        <a:t>sail/no-sail</a:t>
                      </a:r>
                      <a:r>
                        <a:rPr dirty="0" sz="1000" spc="-20">
                          <a:solidFill>
                            <a:srgbClr val="1E293B"/>
                          </a:solidFill>
                          <a:latin typeface="Calibri"/>
                          <a:cs typeface="Calibri"/>
                        </a:rPr>
                        <a:t> </a:t>
                      </a:r>
                      <a:r>
                        <a:rPr dirty="0" sz="1000">
                          <a:solidFill>
                            <a:srgbClr val="1E293B"/>
                          </a:solidFill>
                          <a:latin typeface="Calibri"/>
                          <a:cs typeface="Calibri"/>
                        </a:rPr>
                        <a:t>safety</a:t>
                      </a:r>
                      <a:r>
                        <a:rPr dirty="0" sz="1000" spc="-20">
                          <a:solidFill>
                            <a:srgbClr val="1E293B"/>
                          </a:solidFill>
                          <a:latin typeface="Calibri"/>
                          <a:cs typeface="Calibri"/>
                        </a:rPr>
                        <a:t> </a:t>
                      </a:r>
                      <a:r>
                        <a:rPr dirty="0" sz="1000">
                          <a:solidFill>
                            <a:srgbClr val="1E293B"/>
                          </a:solidFill>
                          <a:latin typeface="Calibri"/>
                          <a:cs typeface="Calibri"/>
                        </a:rPr>
                        <a:t>advisories</a:t>
                      </a:r>
                      <a:r>
                        <a:rPr dirty="0" sz="1000" spc="-20">
                          <a:solidFill>
                            <a:srgbClr val="1E293B"/>
                          </a:solidFill>
                          <a:latin typeface="Calibri"/>
                          <a:cs typeface="Calibri"/>
                        </a:rPr>
                        <a:t> </a:t>
                      </a:r>
                      <a:r>
                        <a:rPr dirty="0" sz="1000">
                          <a:solidFill>
                            <a:srgbClr val="1E293B"/>
                          </a:solidFill>
                          <a:latin typeface="Calibri"/>
                          <a:cs typeface="Calibri"/>
                        </a:rPr>
                        <a:t>for</a:t>
                      </a:r>
                      <a:r>
                        <a:rPr dirty="0" sz="1000" spc="-20">
                          <a:solidFill>
                            <a:srgbClr val="1E293B"/>
                          </a:solidFill>
                          <a:latin typeface="Calibri"/>
                          <a:cs typeface="Calibri"/>
                        </a:rPr>
                        <a:t> non-</a:t>
                      </a:r>
                      <a:r>
                        <a:rPr dirty="0" sz="1000" spc="-10">
                          <a:solidFill>
                            <a:srgbClr val="1E293B"/>
                          </a:solidFill>
                          <a:latin typeface="Calibri"/>
                          <a:cs typeface="Calibri"/>
                        </a:rPr>
                        <a:t>mechanized</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spc="-10">
                          <a:solidFill>
                            <a:srgbClr val="1E293B"/>
                          </a:solidFill>
                          <a:latin typeface="Calibri"/>
                          <a:cs typeface="Calibri"/>
                        </a:rPr>
                        <a:t>motorized</a:t>
                      </a:r>
                      <a:r>
                        <a:rPr dirty="0" sz="1000" spc="20">
                          <a:solidFill>
                            <a:srgbClr val="1E293B"/>
                          </a:solidFill>
                          <a:latin typeface="Calibri"/>
                          <a:cs typeface="Calibri"/>
                        </a:rPr>
                        <a:t> </a:t>
                      </a:r>
                      <a:r>
                        <a:rPr dirty="0" sz="1000">
                          <a:solidFill>
                            <a:srgbClr val="1E293B"/>
                          </a:solidFill>
                          <a:latin typeface="Calibri"/>
                          <a:cs typeface="Calibri"/>
                        </a:rPr>
                        <a:t>fishing</a:t>
                      </a:r>
                      <a:r>
                        <a:rPr dirty="0" sz="1000" spc="15">
                          <a:solidFill>
                            <a:srgbClr val="1E293B"/>
                          </a:solidFill>
                          <a:latin typeface="Calibri"/>
                          <a:cs typeface="Calibri"/>
                        </a:rPr>
                        <a:t> </a:t>
                      </a:r>
                      <a:r>
                        <a:rPr dirty="0" sz="1000" spc="-10">
                          <a:solidFill>
                            <a:srgbClr val="1E293B"/>
                          </a:solidFill>
                          <a:latin typeface="Calibri"/>
                          <a:cs typeface="Calibri"/>
                        </a:rPr>
                        <a:t>boats.</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c>
                  <a:txBody>
                    <a:bodyPr/>
                    <a:lstStyle/>
                    <a:p>
                      <a:pPr marL="52069" marR="236854">
                        <a:lnSpc>
                          <a:spcPct val="108300"/>
                        </a:lnSpc>
                        <a:spcBef>
                          <a:spcPts val="140"/>
                        </a:spcBef>
                      </a:pPr>
                      <a:r>
                        <a:rPr dirty="0" sz="1000">
                          <a:solidFill>
                            <a:srgbClr val="1E293B"/>
                          </a:solidFill>
                          <a:latin typeface="Calibri"/>
                          <a:cs typeface="Calibri"/>
                        </a:rPr>
                        <a:t>The</a:t>
                      </a:r>
                      <a:r>
                        <a:rPr dirty="0" sz="1000" spc="-10">
                          <a:solidFill>
                            <a:srgbClr val="1E293B"/>
                          </a:solidFill>
                          <a:latin typeface="Calibri"/>
                          <a:cs typeface="Calibri"/>
                        </a:rPr>
                        <a:t> </a:t>
                      </a:r>
                      <a:r>
                        <a:rPr dirty="0" sz="1000">
                          <a:solidFill>
                            <a:srgbClr val="1E293B"/>
                          </a:solidFill>
                          <a:latin typeface="Calibri"/>
                          <a:cs typeface="Calibri"/>
                        </a:rPr>
                        <a:t>model</a:t>
                      </a:r>
                      <a:r>
                        <a:rPr dirty="0" sz="1000" spc="-10">
                          <a:solidFill>
                            <a:srgbClr val="1E293B"/>
                          </a:solidFill>
                          <a:latin typeface="Calibri"/>
                          <a:cs typeface="Calibri"/>
                        </a:rPr>
                        <a:t> </a:t>
                      </a:r>
                      <a:r>
                        <a:rPr dirty="0" sz="1000">
                          <a:solidFill>
                            <a:srgbClr val="1E293B"/>
                          </a:solidFill>
                          <a:latin typeface="Calibri"/>
                          <a:cs typeface="Calibri"/>
                        </a:rPr>
                        <a:t>utilizes</a:t>
                      </a:r>
                      <a:r>
                        <a:rPr dirty="0" sz="1000" spc="-10">
                          <a:solidFill>
                            <a:srgbClr val="1E293B"/>
                          </a:solidFill>
                          <a:latin typeface="Calibri"/>
                          <a:cs typeface="Calibri"/>
                        </a:rPr>
                        <a:t> </a:t>
                      </a:r>
                      <a:r>
                        <a:rPr dirty="0" sz="1000">
                          <a:solidFill>
                            <a:srgbClr val="1E293B"/>
                          </a:solidFill>
                          <a:latin typeface="Calibri"/>
                          <a:cs typeface="Calibri"/>
                        </a:rPr>
                        <a:t>manual</a:t>
                      </a:r>
                      <a:r>
                        <a:rPr dirty="0" sz="1000" spc="-10">
                          <a:solidFill>
                            <a:srgbClr val="1E293B"/>
                          </a:solidFill>
                          <a:latin typeface="Calibri"/>
                          <a:cs typeface="Calibri"/>
                        </a:rPr>
                        <a:t> parameter input </a:t>
                      </a:r>
                      <a:r>
                        <a:rPr dirty="0" sz="1000">
                          <a:solidFill>
                            <a:srgbClr val="1E293B"/>
                          </a:solidFill>
                          <a:latin typeface="Calibri"/>
                          <a:cs typeface="Calibri"/>
                        </a:rPr>
                        <a:t>without</a:t>
                      </a:r>
                      <a:r>
                        <a:rPr dirty="0" sz="1000" spc="-5">
                          <a:solidFill>
                            <a:srgbClr val="1E293B"/>
                          </a:solidFill>
                          <a:latin typeface="Calibri"/>
                          <a:cs typeface="Calibri"/>
                        </a:rPr>
                        <a:t> </a:t>
                      </a:r>
                      <a:r>
                        <a:rPr dirty="0" sz="1000" spc="-10">
                          <a:solidFill>
                            <a:srgbClr val="1E293B"/>
                          </a:solidFill>
                          <a:latin typeface="Calibri"/>
                          <a:cs typeface="Calibri"/>
                        </a:rPr>
                        <a:t>automated</a:t>
                      </a:r>
                      <a:r>
                        <a:rPr dirty="0" sz="1000" spc="-5">
                          <a:solidFill>
                            <a:srgbClr val="1E293B"/>
                          </a:solidFill>
                          <a:latin typeface="Calibri"/>
                          <a:cs typeface="Calibri"/>
                        </a:rPr>
                        <a:t> </a:t>
                      </a:r>
                      <a:r>
                        <a:rPr dirty="0" sz="1000" spc="-10">
                          <a:solidFill>
                            <a:srgbClr val="1E293B"/>
                          </a:solidFill>
                          <a:latin typeface="Calibri"/>
                          <a:cs typeface="Calibri"/>
                        </a:rPr>
                        <a:t>real-</a:t>
                      </a:r>
                      <a:r>
                        <a:rPr dirty="0" sz="1000">
                          <a:solidFill>
                            <a:srgbClr val="1E293B"/>
                          </a:solidFill>
                          <a:latin typeface="Calibri"/>
                          <a:cs typeface="Calibri"/>
                        </a:rPr>
                        <a:t>time</a:t>
                      </a:r>
                      <a:r>
                        <a:rPr dirty="0" sz="1000" spc="-5">
                          <a:solidFill>
                            <a:srgbClr val="1E293B"/>
                          </a:solidFill>
                          <a:latin typeface="Calibri"/>
                          <a:cs typeface="Calibri"/>
                        </a:rPr>
                        <a:t> </a:t>
                      </a:r>
                      <a:r>
                        <a:rPr dirty="0" sz="1000">
                          <a:solidFill>
                            <a:srgbClr val="1E293B"/>
                          </a:solidFill>
                          <a:latin typeface="Calibri"/>
                          <a:cs typeface="Calibri"/>
                        </a:rPr>
                        <a:t>satellite</a:t>
                      </a:r>
                      <a:r>
                        <a:rPr dirty="0" sz="1000" spc="-5">
                          <a:solidFill>
                            <a:srgbClr val="1E293B"/>
                          </a:solidFill>
                          <a:latin typeface="Calibri"/>
                          <a:cs typeface="Calibri"/>
                        </a:rPr>
                        <a:t> </a:t>
                      </a:r>
                      <a:r>
                        <a:rPr dirty="0" sz="1000" spc="-20">
                          <a:solidFill>
                            <a:srgbClr val="1E293B"/>
                          </a:solidFill>
                          <a:latin typeface="Calibri"/>
                          <a:cs typeface="Calibri"/>
                        </a:rPr>
                        <a:t>data </a:t>
                      </a:r>
                      <a:r>
                        <a:rPr dirty="0" sz="1000" spc="-10">
                          <a:solidFill>
                            <a:srgbClr val="1E293B"/>
                          </a:solidFill>
                          <a:latin typeface="Calibri"/>
                          <a:cs typeface="Calibri"/>
                        </a:rPr>
                        <a:t>retrieval. </a:t>
                      </a:r>
                      <a:r>
                        <a:rPr dirty="0" sz="1000">
                          <a:solidFill>
                            <a:srgbClr val="1E293B"/>
                          </a:solidFill>
                          <a:latin typeface="Calibri"/>
                          <a:cs typeface="Calibri"/>
                        </a:rPr>
                        <a:t>It</a:t>
                      </a:r>
                      <a:r>
                        <a:rPr dirty="0" sz="1000" spc="-5">
                          <a:solidFill>
                            <a:srgbClr val="1E293B"/>
                          </a:solidFill>
                          <a:latin typeface="Calibri"/>
                          <a:cs typeface="Calibri"/>
                        </a:rPr>
                        <a:t> </a:t>
                      </a:r>
                      <a:r>
                        <a:rPr dirty="0" sz="1000">
                          <a:solidFill>
                            <a:srgbClr val="1E293B"/>
                          </a:solidFill>
                          <a:latin typeface="Calibri"/>
                          <a:cs typeface="Calibri"/>
                        </a:rPr>
                        <a:t>lacks</a:t>
                      </a:r>
                      <a:r>
                        <a:rPr dirty="0" sz="1000" spc="-5">
                          <a:solidFill>
                            <a:srgbClr val="1E293B"/>
                          </a:solidFill>
                          <a:latin typeface="Calibri"/>
                          <a:cs typeface="Calibri"/>
                        </a:rPr>
                        <a:t> </a:t>
                      </a:r>
                      <a:r>
                        <a:rPr dirty="0" sz="1000">
                          <a:solidFill>
                            <a:srgbClr val="1E293B"/>
                          </a:solidFill>
                          <a:latin typeface="Calibri"/>
                          <a:cs typeface="Calibri"/>
                        </a:rPr>
                        <a:t>geospatial</a:t>
                      </a:r>
                      <a:r>
                        <a:rPr dirty="0" sz="1000" spc="-5">
                          <a:solidFill>
                            <a:srgbClr val="1E293B"/>
                          </a:solidFill>
                          <a:latin typeface="Calibri"/>
                          <a:cs typeface="Calibri"/>
                        </a:rPr>
                        <a:t> </a:t>
                      </a:r>
                      <a:r>
                        <a:rPr dirty="0" sz="1000">
                          <a:solidFill>
                            <a:srgbClr val="1E293B"/>
                          </a:solidFill>
                          <a:latin typeface="Calibri"/>
                          <a:cs typeface="Calibri"/>
                        </a:rPr>
                        <a:t>routing,</a:t>
                      </a:r>
                      <a:r>
                        <a:rPr dirty="0" sz="1000" spc="-5">
                          <a:solidFill>
                            <a:srgbClr val="1E293B"/>
                          </a:solidFill>
                          <a:latin typeface="Calibri"/>
                          <a:cs typeface="Calibri"/>
                        </a:rPr>
                        <a:t> </a:t>
                      </a:r>
                      <a:r>
                        <a:rPr dirty="0" sz="1000" spc="-10">
                          <a:solidFill>
                            <a:srgbClr val="1E293B"/>
                          </a:solidFill>
                          <a:latin typeface="Calibri"/>
                          <a:cs typeface="Calibri"/>
                        </a:rPr>
                        <a:t>automatic </a:t>
                      </a:r>
                      <a:r>
                        <a:rPr dirty="0" sz="1000">
                          <a:solidFill>
                            <a:srgbClr val="1E293B"/>
                          </a:solidFill>
                          <a:latin typeface="Calibri"/>
                          <a:cs typeface="Calibri"/>
                        </a:rPr>
                        <a:t>obstacle</a:t>
                      </a:r>
                      <a:r>
                        <a:rPr dirty="0" sz="1000" spc="-10">
                          <a:solidFill>
                            <a:srgbClr val="1E293B"/>
                          </a:solidFill>
                          <a:latin typeface="Calibri"/>
                          <a:cs typeface="Calibri"/>
                        </a:rPr>
                        <a:t> </a:t>
                      </a:r>
                      <a:r>
                        <a:rPr dirty="0" sz="1000">
                          <a:solidFill>
                            <a:srgbClr val="1E293B"/>
                          </a:solidFill>
                          <a:latin typeface="Calibri"/>
                          <a:cs typeface="Calibri"/>
                        </a:rPr>
                        <a:t>bypass,</a:t>
                      </a:r>
                      <a:r>
                        <a:rPr dirty="0" sz="1000" spc="-5">
                          <a:solidFill>
                            <a:srgbClr val="1E293B"/>
                          </a:solidFill>
                          <a:latin typeface="Calibri"/>
                          <a:cs typeface="Calibri"/>
                        </a:rPr>
                        <a:t> </a:t>
                      </a:r>
                      <a:r>
                        <a:rPr dirty="0" sz="1000">
                          <a:solidFill>
                            <a:srgbClr val="1E293B"/>
                          </a:solidFill>
                          <a:latin typeface="Calibri"/>
                          <a:cs typeface="Calibri"/>
                        </a:rPr>
                        <a:t>and</a:t>
                      </a:r>
                      <a:r>
                        <a:rPr dirty="0" sz="1000" spc="-10">
                          <a:solidFill>
                            <a:srgbClr val="1E293B"/>
                          </a:solidFill>
                          <a:latin typeface="Calibri"/>
                          <a:cs typeface="Calibri"/>
                        </a:rPr>
                        <a:t> automated</a:t>
                      </a:r>
                      <a:r>
                        <a:rPr dirty="0" sz="1000" spc="-5">
                          <a:solidFill>
                            <a:srgbClr val="1E293B"/>
                          </a:solidFill>
                          <a:latin typeface="Calibri"/>
                          <a:cs typeface="Calibri"/>
                        </a:rPr>
                        <a:t> </a:t>
                      </a:r>
                      <a:r>
                        <a:rPr dirty="0" sz="1000" spc="-20">
                          <a:solidFill>
                            <a:srgbClr val="1E293B"/>
                          </a:solidFill>
                          <a:latin typeface="Calibri"/>
                          <a:cs typeface="Calibri"/>
                        </a:rPr>
                        <a:t>GMDSS </a:t>
                      </a:r>
                      <a:r>
                        <a:rPr dirty="0" sz="1000" spc="-10">
                          <a:solidFill>
                            <a:srgbClr val="1E293B"/>
                          </a:solidFill>
                          <a:latin typeface="Calibri"/>
                          <a:cs typeface="Calibri"/>
                        </a:rPr>
                        <a:t>emergency </a:t>
                      </a:r>
                      <a:r>
                        <a:rPr dirty="0" sz="1000">
                          <a:solidFill>
                            <a:srgbClr val="1E293B"/>
                          </a:solidFill>
                          <a:latin typeface="Calibri"/>
                          <a:cs typeface="Calibri"/>
                        </a:rPr>
                        <a:t>distress</a:t>
                      </a:r>
                      <a:r>
                        <a:rPr dirty="0" sz="1000" spc="-5">
                          <a:solidFill>
                            <a:srgbClr val="1E293B"/>
                          </a:solidFill>
                          <a:latin typeface="Calibri"/>
                          <a:cs typeface="Calibri"/>
                        </a:rPr>
                        <a:t> </a:t>
                      </a:r>
                      <a:r>
                        <a:rPr dirty="0" sz="1000" spc="-10">
                          <a:solidFill>
                            <a:srgbClr val="1E293B"/>
                          </a:solidFill>
                          <a:latin typeface="Calibri"/>
                          <a:cs typeface="Calibri"/>
                        </a:rPr>
                        <a:t>dispatch.</a:t>
                      </a:r>
                      <a:endParaRPr sz="1000">
                        <a:latin typeface="Calibri"/>
                        <a:cs typeface="Calibri"/>
                      </a:endParaRPr>
                    </a:p>
                  </a:txBody>
                  <a:tcPr marL="0" marR="0" marB="0" marT="17780">
                    <a:lnL w="12700">
                      <a:solidFill>
                        <a:srgbClr val="475569"/>
                      </a:solidFill>
                      <a:prstDash val="solid"/>
                    </a:lnL>
                    <a:lnR w="12700">
                      <a:solidFill>
                        <a:srgbClr val="475569"/>
                      </a:solidFill>
                      <a:prstDash val="solid"/>
                    </a:lnR>
                    <a:lnT w="12700">
                      <a:solidFill>
                        <a:srgbClr val="475569"/>
                      </a:solidFill>
                      <a:prstDash val="solid"/>
                    </a:lnT>
                    <a:lnB w="12700">
                      <a:solidFill>
                        <a:srgbClr val="475569"/>
                      </a:solidFill>
                      <a:prstDash val="soli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892175">
              <a:lnSpc>
                <a:spcPct val="100000"/>
              </a:lnSpc>
              <a:spcBef>
                <a:spcPts val="100"/>
              </a:spcBef>
            </a:pPr>
            <a:r>
              <a:rPr dirty="0" spc="-10"/>
              <a:t>System</a:t>
            </a:r>
            <a:r>
              <a:rPr dirty="0" spc="-125"/>
              <a:t> </a:t>
            </a:r>
            <a:r>
              <a:rPr dirty="0" spc="-10"/>
              <a:t>Overview</a:t>
            </a:r>
          </a:p>
        </p:txBody>
      </p:sp>
      <p:sp>
        <p:nvSpPr>
          <p:cNvPr id="3" name="object 3"/>
          <p:cNvSpPr txBox="1"/>
          <p:nvPr/>
        </p:nvSpPr>
        <p:spPr>
          <a:xfrm>
            <a:off x="810259" y="1389273"/>
            <a:ext cx="10328275" cy="398780"/>
          </a:xfrm>
          <a:prstGeom prst="rect">
            <a:avLst/>
          </a:prstGeom>
        </p:spPr>
        <p:txBody>
          <a:bodyPr wrap="square" lIns="0" tIns="5080" rIns="0" bIns="0" rtlCol="0" vert="horz">
            <a:spAutoFit/>
          </a:bodyPr>
          <a:lstStyle/>
          <a:p>
            <a:pPr marL="12700" marR="5080">
              <a:lnSpc>
                <a:spcPct val="104200"/>
              </a:lnSpc>
              <a:spcBef>
                <a:spcPts val="40"/>
              </a:spcBef>
            </a:pPr>
            <a:r>
              <a:rPr dirty="0" sz="1200">
                <a:solidFill>
                  <a:srgbClr val="1E293B"/>
                </a:solidFill>
                <a:latin typeface="Calibri"/>
                <a:cs typeface="Calibri"/>
              </a:rPr>
              <a:t>The</a:t>
            </a:r>
            <a:r>
              <a:rPr dirty="0" sz="1200" spc="-20">
                <a:solidFill>
                  <a:srgbClr val="1E293B"/>
                </a:solidFill>
                <a:latin typeface="Calibri"/>
                <a:cs typeface="Calibri"/>
              </a:rPr>
              <a:t> </a:t>
            </a:r>
            <a:r>
              <a:rPr dirty="0" sz="1200">
                <a:solidFill>
                  <a:srgbClr val="1E293B"/>
                </a:solidFill>
                <a:latin typeface="Calibri"/>
                <a:cs typeface="Calibri"/>
              </a:rPr>
              <a:t>proposed</a:t>
            </a:r>
            <a:r>
              <a:rPr dirty="0" sz="1200" spc="-20">
                <a:solidFill>
                  <a:srgbClr val="1E293B"/>
                </a:solidFill>
                <a:latin typeface="Calibri"/>
                <a:cs typeface="Calibri"/>
              </a:rPr>
              <a:t> </a:t>
            </a:r>
            <a:r>
              <a:rPr dirty="0" sz="1200" spc="-10">
                <a:solidFill>
                  <a:srgbClr val="1E293B"/>
                </a:solidFill>
                <a:latin typeface="Calibri"/>
                <a:cs typeface="Calibri"/>
              </a:rPr>
              <a:t>system</a:t>
            </a:r>
            <a:r>
              <a:rPr dirty="0" sz="1200" spc="-20">
                <a:solidFill>
                  <a:srgbClr val="1E293B"/>
                </a:solidFill>
                <a:latin typeface="Calibri"/>
                <a:cs typeface="Calibri"/>
              </a:rPr>
              <a:t> </a:t>
            </a:r>
            <a:r>
              <a:rPr dirty="0" sz="1200">
                <a:solidFill>
                  <a:srgbClr val="1E293B"/>
                </a:solidFill>
                <a:latin typeface="Calibri"/>
                <a:cs typeface="Calibri"/>
              </a:rPr>
              <a:t>is</a:t>
            </a:r>
            <a:r>
              <a:rPr dirty="0" sz="1200" spc="-20">
                <a:solidFill>
                  <a:srgbClr val="1E293B"/>
                </a:solidFill>
                <a:latin typeface="Calibri"/>
                <a:cs typeface="Calibri"/>
              </a:rPr>
              <a:t> </a:t>
            </a:r>
            <a:r>
              <a:rPr dirty="0" sz="1200">
                <a:solidFill>
                  <a:srgbClr val="1E293B"/>
                </a:solidFill>
                <a:latin typeface="Calibri"/>
                <a:cs typeface="Calibri"/>
              </a:rPr>
              <a:t>a</a:t>
            </a:r>
            <a:r>
              <a:rPr dirty="0" sz="1200" spc="-20">
                <a:solidFill>
                  <a:srgbClr val="1E293B"/>
                </a:solidFill>
                <a:latin typeface="Calibri"/>
                <a:cs typeface="Calibri"/>
              </a:rPr>
              <a:t> </a:t>
            </a:r>
            <a:r>
              <a:rPr dirty="0" sz="1200" spc="-10">
                <a:solidFill>
                  <a:srgbClr val="1E293B"/>
                </a:solidFill>
                <a:latin typeface="Calibri"/>
                <a:cs typeface="Calibri"/>
              </a:rPr>
              <a:t>multi-</a:t>
            </a:r>
            <a:r>
              <a:rPr dirty="0" sz="1200">
                <a:solidFill>
                  <a:srgbClr val="1E293B"/>
                </a:solidFill>
                <a:latin typeface="Calibri"/>
                <a:cs typeface="Calibri"/>
              </a:rPr>
              <a:t>agent,</a:t>
            </a:r>
            <a:r>
              <a:rPr dirty="0" sz="1200" spc="-15">
                <a:solidFill>
                  <a:srgbClr val="1E293B"/>
                </a:solidFill>
                <a:latin typeface="Calibri"/>
                <a:cs typeface="Calibri"/>
              </a:rPr>
              <a:t> </a:t>
            </a:r>
            <a:r>
              <a:rPr dirty="0" sz="1200" spc="-10">
                <a:solidFill>
                  <a:srgbClr val="1E293B"/>
                </a:solidFill>
                <a:latin typeface="Calibri"/>
                <a:cs typeface="Calibri"/>
              </a:rPr>
              <a:t>two-</a:t>
            </a:r>
            <a:r>
              <a:rPr dirty="0" sz="1200">
                <a:solidFill>
                  <a:srgbClr val="1E293B"/>
                </a:solidFill>
                <a:latin typeface="Calibri"/>
                <a:cs typeface="Calibri"/>
              </a:rPr>
              <a:t>tier</a:t>
            </a:r>
            <a:r>
              <a:rPr dirty="0" sz="1200" spc="-20">
                <a:solidFill>
                  <a:srgbClr val="1E293B"/>
                </a:solidFill>
                <a:latin typeface="Calibri"/>
                <a:cs typeface="Calibri"/>
              </a:rPr>
              <a:t> </a:t>
            </a:r>
            <a:r>
              <a:rPr dirty="0" sz="1200">
                <a:solidFill>
                  <a:srgbClr val="1E293B"/>
                </a:solidFill>
                <a:latin typeface="Calibri"/>
                <a:cs typeface="Calibri"/>
              </a:rPr>
              <a:t>intelligence</a:t>
            </a:r>
            <a:r>
              <a:rPr dirty="0" sz="1200" spc="-20">
                <a:solidFill>
                  <a:srgbClr val="1E293B"/>
                </a:solidFill>
                <a:latin typeface="Calibri"/>
                <a:cs typeface="Calibri"/>
              </a:rPr>
              <a:t> </a:t>
            </a:r>
            <a:r>
              <a:rPr dirty="0" sz="1200">
                <a:solidFill>
                  <a:srgbClr val="1E293B"/>
                </a:solidFill>
                <a:latin typeface="Calibri"/>
                <a:cs typeface="Calibri"/>
              </a:rPr>
              <a:t>pipeline</a:t>
            </a:r>
            <a:r>
              <a:rPr dirty="0" sz="1200" spc="-20">
                <a:solidFill>
                  <a:srgbClr val="1E293B"/>
                </a:solidFill>
                <a:latin typeface="Calibri"/>
                <a:cs typeface="Calibri"/>
              </a:rPr>
              <a:t> </a:t>
            </a:r>
            <a:r>
              <a:rPr dirty="0" sz="1200">
                <a:solidFill>
                  <a:srgbClr val="1E293B"/>
                </a:solidFill>
                <a:latin typeface="Calibri"/>
                <a:cs typeface="Calibri"/>
              </a:rPr>
              <a:t>that</a:t>
            </a:r>
            <a:r>
              <a:rPr dirty="0" sz="1200" spc="-20">
                <a:solidFill>
                  <a:srgbClr val="1E293B"/>
                </a:solidFill>
                <a:latin typeface="Calibri"/>
                <a:cs typeface="Calibri"/>
              </a:rPr>
              <a:t> </a:t>
            </a:r>
            <a:r>
              <a:rPr dirty="0" sz="1200">
                <a:solidFill>
                  <a:srgbClr val="1E293B"/>
                </a:solidFill>
                <a:latin typeface="Calibri"/>
                <a:cs typeface="Calibri"/>
              </a:rPr>
              <a:t>ingests</a:t>
            </a:r>
            <a:r>
              <a:rPr dirty="0" sz="1200" spc="-15">
                <a:solidFill>
                  <a:srgbClr val="1E293B"/>
                </a:solidFill>
                <a:latin typeface="Calibri"/>
                <a:cs typeface="Calibri"/>
              </a:rPr>
              <a:t> </a:t>
            </a:r>
            <a:r>
              <a:rPr dirty="0" sz="1200" spc="-10">
                <a:solidFill>
                  <a:srgbClr val="1E293B"/>
                </a:solidFill>
                <a:latin typeface="Calibri"/>
                <a:cs typeface="Calibri"/>
              </a:rPr>
              <a:t>heterogeneous</a:t>
            </a:r>
            <a:r>
              <a:rPr dirty="0" sz="1200" spc="-20">
                <a:solidFill>
                  <a:srgbClr val="1E293B"/>
                </a:solidFill>
                <a:latin typeface="Calibri"/>
                <a:cs typeface="Calibri"/>
              </a:rPr>
              <a:t> </a:t>
            </a:r>
            <a:r>
              <a:rPr dirty="0" sz="1200" spc="-10">
                <a:solidFill>
                  <a:srgbClr val="1E293B"/>
                </a:solidFill>
                <a:latin typeface="Calibri"/>
                <a:cs typeface="Calibri"/>
              </a:rPr>
              <a:t>oceanographic</a:t>
            </a:r>
            <a:r>
              <a:rPr dirty="0" sz="1200" spc="-20">
                <a:solidFill>
                  <a:srgbClr val="1E293B"/>
                </a:solidFill>
                <a:latin typeface="Calibri"/>
                <a:cs typeface="Calibri"/>
              </a:rPr>
              <a:t> </a:t>
            </a:r>
            <a:r>
              <a:rPr dirty="0" sz="1200">
                <a:solidFill>
                  <a:srgbClr val="1E293B"/>
                </a:solidFill>
                <a:latin typeface="Calibri"/>
                <a:cs typeface="Calibri"/>
              </a:rPr>
              <a:t>data,</a:t>
            </a:r>
            <a:r>
              <a:rPr dirty="0" sz="1200" spc="-20">
                <a:solidFill>
                  <a:srgbClr val="1E293B"/>
                </a:solidFill>
                <a:latin typeface="Calibri"/>
                <a:cs typeface="Calibri"/>
              </a:rPr>
              <a:t> </a:t>
            </a:r>
            <a:r>
              <a:rPr dirty="0" sz="1200" spc="-10">
                <a:solidFill>
                  <a:srgbClr val="1E293B"/>
                </a:solidFill>
                <a:latin typeface="Calibri"/>
                <a:cs typeface="Calibri"/>
              </a:rPr>
              <a:t>coordinates</a:t>
            </a:r>
            <a:r>
              <a:rPr dirty="0" sz="1200" spc="-20">
                <a:solidFill>
                  <a:srgbClr val="1E293B"/>
                </a:solidFill>
                <a:latin typeface="Calibri"/>
                <a:cs typeface="Calibri"/>
              </a:rPr>
              <a:t> </a:t>
            </a:r>
            <a:r>
              <a:rPr dirty="0" sz="1200">
                <a:solidFill>
                  <a:srgbClr val="1E293B"/>
                </a:solidFill>
                <a:latin typeface="Calibri"/>
                <a:cs typeface="Calibri"/>
              </a:rPr>
              <a:t>8</a:t>
            </a:r>
            <a:r>
              <a:rPr dirty="0" sz="1200" spc="-20">
                <a:solidFill>
                  <a:srgbClr val="1E293B"/>
                </a:solidFill>
                <a:latin typeface="Calibri"/>
                <a:cs typeface="Calibri"/>
              </a:rPr>
              <a:t> </a:t>
            </a:r>
            <a:r>
              <a:rPr dirty="0" sz="1200">
                <a:solidFill>
                  <a:srgbClr val="1E293B"/>
                </a:solidFill>
                <a:latin typeface="Calibri"/>
                <a:cs typeface="Calibri"/>
              </a:rPr>
              <a:t>specialized</a:t>
            </a:r>
            <a:r>
              <a:rPr dirty="0" sz="1200" spc="-15">
                <a:solidFill>
                  <a:srgbClr val="1E293B"/>
                </a:solidFill>
                <a:latin typeface="Calibri"/>
                <a:cs typeface="Calibri"/>
              </a:rPr>
              <a:t> </a:t>
            </a:r>
            <a:r>
              <a:rPr dirty="0" sz="1200">
                <a:solidFill>
                  <a:srgbClr val="1E293B"/>
                </a:solidFill>
                <a:latin typeface="Calibri"/>
                <a:cs typeface="Calibri"/>
              </a:rPr>
              <a:t>domain</a:t>
            </a:r>
            <a:r>
              <a:rPr dirty="0" sz="1200" spc="-20">
                <a:solidFill>
                  <a:srgbClr val="1E293B"/>
                </a:solidFill>
                <a:latin typeface="Calibri"/>
                <a:cs typeface="Calibri"/>
              </a:rPr>
              <a:t> </a:t>
            </a:r>
            <a:r>
              <a:rPr dirty="0" sz="1200">
                <a:solidFill>
                  <a:srgbClr val="1E293B"/>
                </a:solidFill>
                <a:latin typeface="Calibri"/>
                <a:cs typeface="Calibri"/>
              </a:rPr>
              <a:t>agents,</a:t>
            </a:r>
            <a:r>
              <a:rPr dirty="0" sz="1200" spc="-20">
                <a:solidFill>
                  <a:srgbClr val="1E293B"/>
                </a:solidFill>
                <a:latin typeface="Calibri"/>
                <a:cs typeface="Calibri"/>
              </a:rPr>
              <a:t> </a:t>
            </a:r>
            <a:r>
              <a:rPr dirty="0" sz="1200" spc="-10">
                <a:solidFill>
                  <a:srgbClr val="1E293B"/>
                </a:solidFill>
                <a:latin typeface="Calibri"/>
                <a:cs typeface="Calibri"/>
              </a:rPr>
              <a:t>executes deterministic</a:t>
            </a:r>
            <a:r>
              <a:rPr dirty="0" sz="1200" spc="-25">
                <a:solidFill>
                  <a:srgbClr val="1E293B"/>
                </a:solidFill>
                <a:latin typeface="Calibri"/>
                <a:cs typeface="Calibri"/>
              </a:rPr>
              <a:t> </a:t>
            </a:r>
            <a:r>
              <a:rPr dirty="0" sz="1200">
                <a:solidFill>
                  <a:srgbClr val="1E293B"/>
                </a:solidFill>
                <a:latin typeface="Calibri"/>
                <a:cs typeface="Calibri"/>
              </a:rPr>
              <a:t>safety</a:t>
            </a:r>
            <a:r>
              <a:rPr dirty="0" sz="1200" spc="-20">
                <a:solidFill>
                  <a:srgbClr val="1E293B"/>
                </a:solidFill>
                <a:latin typeface="Calibri"/>
                <a:cs typeface="Calibri"/>
              </a:rPr>
              <a:t> </a:t>
            </a:r>
            <a:r>
              <a:rPr dirty="0" sz="1200">
                <a:solidFill>
                  <a:srgbClr val="1E293B"/>
                </a:solidFill>
                <a:latin typeface="Calibri"/>
                <a:cs typeface="Calibri"/>
              </a:rPr>
              <a:t>engines,</a:t>
            </a:r>
            <a:r>
              <a:rPr dirty="0" sz="1200" spc="-20">
                <a:solidFill>
                  <a:srgbClr val="1E293B"/>
                </a:solidFill>
                <a:latin typeface="Calibri"/>
                <a:cs typeface="Calibri"/>
              </a:rPr>
              <a:t> </a:t>
            </a:r>
            <a:r>
              <a:rPr dirty="0" sz="1200">
                <a:solidFill>
                  <a:srgbClr val="1E293B"/>
                </a:solidFill>
                <a:latin typeface="Calibri"/>
                <a:cs typeface="Calibri"/>
              </a:rPr>
              <a:t>and</a:t>
            </a:r>
            <a:r>
              <a:rPr dirty="0" sz="1200" spc="-25">
                <a:solidFill>
                  <a:srgbClr val="1E293B"/>
                </a:solidFill>
                <a:latin typeface="Calibri"/>
                <a:cs typeface="Calibri"/>
              </a:rPr>
              <a:t> </a:t>
            </a:r>
            <a:r>
              <a:rPr dirty="0" sz="1200">
                <a:solidFill>
                  <a:srgbClr val="1E293B"/>
                </a:solidFill>
                <a:latin typeface="Calibri"/>
                <a:cs typeface="Calibri"/>
              </a:rPr>
              <a:t>delivers</a:t>
            </a:r>
            <a:r>
              <a:rPr dirty="0" sz="1200" spc="-20">
                <a:solidFill>
                  <a:srgbClr val="1E293B"/>
                </a:solidFill>
                <a:latin typeface="Calibri"/>
                <a:cs typeface="Calibri"/>
              </a:rPr>
              <a:t> </a:t>
            </a:r>
            <a:r>
              <a:rPr dirty="0" sz="1200">
                <a:solidFill>
                  <a:srgbClr val="1E293B"/>
                </a:solidFill>
                <a:latin typeface="Calibri"/>
                <a:cs typeface="Calibri"/>
              </a:rPr>
              <a:t>grounded</a:t>
            </a:r>
            <a:r>
              <a:rPr dirty="0" sz="1200" spc="-25">
                <a:solidFill>
                  <a:srgbClr val="1E293B"/>
                </a:solidFill>
                <a:latin typeface="Calibri"/>
                <a:cs typeface="Calibri"/>
              </a:rPr>
              <a:t> </a:t>
            </a:r>
            <a:r>
              <a:rPr dirty="0" sz="1200">
                <a:solidFill>
                  <a:srgbClr val="1E293B"/>
                </a:solidFill>
                <a:latin typeface="Calibri"/>
                <a:cs typeface="Calibri"/>
              </a:rPr>
              <a:t>decision</a:t>
            </a:r>
            <a:r>
              <a:rPr dirty="0" sz="1200" spc="-20">
                <a:solidFill>
                  <a:srgbClr val="1E293B"/>
                </a:solidFill>
                <a:latin typeface="Calibri"/>
                <a:cs typeface="Calibri"/>
              </a:rPr>
              <a:t> </a:t>
            </a:r>
            <a:r>
              <a:rPr dirty="0" sz="1200">
                <a:solidFill>
                  <a:srgbClr val="1E293B"/>
                </a:solidFill>
                <a:latin typeface="Calibri"/>
                <a:cs typeface="Calibri"/>
              </a:rPr>
              <a:t>support</a:t>
            </a:r>
            <a:r>
              <a:rPr dirty="0" sz="1200" spc="-20">
                <a:solidFill>
                  <a:srgbClr val="1E293B"/>
                </a:solidFill>
                <a:latin typeface="Calibri"/>
                <a:cs typeface="Calibri"/>
              </a:rPr>
              <a:t> </a:t>
            </a:r>
            <a:r>
              <a:rPr dirty="0" sz="1200">
                <a:solidFill>
                  <a:srgbClr val="1E293B"/>
                </a:solidFill>
                <a:latin typeface="Calibri"/>
                <a:cs typeface="Calibri"/>
              </a:rPr>
              <a:t>across</a:t>
            </a:r>
            <a:r>
              <a:rPr dirty="0" sz="1200" spc="-25">
                <a:solidFill>
                  <a:srgbClr val="1E293B"/>
                </a:solidFill>
                <a:latin typeface="Calibri"/>
                <a:cs typeface="Calibri"/>
              </a:rPr>
              <a:t> </a:t>
            </a:r>
            <a:r>
              <a:rPr dirty="0" sz="1200">
                <a:solidFill>
                  <a:srgbClr val="1E293B"/>
                </a:solidFill>
                <a:latin typeface="Calibri"/>
                <a:cs typeface="Calibri"/>
              </a:rPr>
              <a:t>web</a:t>
            </a:r>
            <a:r>
              <a:rPr dirty="0" sz="1200" spc="-20">
                <a:solidFill>
                  <a:srgbClr val="1E293B"/>
                </a:solidFill>
                <a:latin typeface="Calibri"/>
                <a:cs typeface="Calibri"/>
              </a:rPr>
              <a:t> </a:t>
            </a:r>
            <a:r>
              <a:rPr dirty="0" sz="1200">
                <a:solidFill>
                  <a:srgbClr val="1E293B"/>
                </a:solidFill>
                <a:latin typeface="Calibri"/>
                <a:cs typeface="Calibri"/>
              </a:rPr>
              <a:t>and</a:t>
            </a:r>
            <a:r>
              <a:rPr dirty="0" sz="1200" spc="-20">
                <a:solidFill>
                  <a:srgbClr val="1E293B"/>
                </a:solidFill>
                <a:latin typeface="Calibri"/>
                <a:cs typeface="Calibri"/>
              </a:rPr>
              <a:t> </a:t>
            </a:r>
            <a:r>
              <a:rPr dirty="0" sz="1200">
                <a:solidFill>
                  <a:srgbClr val="1E293B"/>
                </a:solidFill>
                <a:latin typeface="Calibri"/>
                <a:cs typeface="Calibri"/>
              </a:rPr>
              <a:t>mobile</a:t>
            </a:r>
            <a:r>
              <a:rPr dirty="0" sz="1200" spc="-25">
                <a:solidFill>
                  <a:srgbClr val="1E293B"/>
                </a:solidFill>
                <a:latin typeface="Calibri"/>
                <a:cs typeface="Calibri"/>
              </a:rPr>
              <a:t> </a:t>
            </a:r>
            <a:r>
              <a:rPr dirty="0" sz="1200" spc="-10">
                <a:solidFill>
                  <a:srgbClr val="1E293B"/>
                </a:solidFill>
                <a:latin typeface="Calibri"/>
                <a:cs typeface="Calibri"/>
              </a:rPr>
              <a:t>interfaces.</a:t>
            </a:r>
            <a:r>
              <a:rPr dirty="0" sz="1200" spc="-20">
                <a:solidFill>
                  <a:srgbClr val="1E293B"/>
                </a:solidFill>
                <a:latin typeface="Calibri"/>
                <a:cs typeface="Calibri"/>
              </a:rPr>
              <a:t> </a:t>
            </a:r>
            <a:r>
              <a:rPr dirty="0" sz="1200">
                <a:solidFill>
                  <a:srgbClr val="1E293B"/>
                </a:solidFill>
                <a:latin typeface="Calibri"/>
                <a:cs typeface="Calibri"/>
              </a:rPr>
              <a:t>The</a:t>
            </a:r>
            <a:r>
              <a:rPr dirty="0" sz="1200" spc="-20">
                <a:solidFill>
                  <a:srgbClr val="1E293B"/>
                </a:solidFill>
                <a:latin typeface="Calibri"/>
                <a:cs typeface="Calibri"/>
              </a:rPr>
              <a:t> </a:t>
            </a:r>
            <a:r>
              <a:rPr dirty="0" sz="1200" spc="-10">
                <a:solidFill>
                  <a:srgbClr val="1E293B"/>
                </a:solidFill>
                <a:latin typeface="Calibri"/>
                <a:cs typeface="Calibri"/>
              </a:rPr>
              <a:t>system</a:t>
            </a:r>
            <a:r>
              <a:rPr dirty="0" sz="1200" spc="-25">
                <a:solidFill>
                  <a:srgbClr val="1E293B"/>
                </a:solidFill>
                <a:latin typeface="Calibri"/>
                <a:cs typeface="Calibri"/>
              </a:rPr>
              <a:t> </a:t>
            </a:r>
            <a:r>
              <a:rPr dirty="0" sz="1200">
                <a:solidFill>
                  <a:srgbClr val="1E293B"/>
                </a:solidFill>
                <a:latin typeface="Calibri"/>
                <a:cs typeface="Calibri"/>
              </a:rPr>
              <a:t>is</a:t>
            </a:r>
            <a:r>
              <a:rPr dirty="0" sz="1200" spc="-20">
                <a:solidFill>
                  <a:srgbClr val="1E293B"/>
                </a:solidFill>
                <a:latin typeface="Calibri"/>
                <a:cs typeface="Calibri"/>
              </a:rPr>
              <a:t> </a:t>
            </a:r>
            <a:r>
              <a:rPr dirty="0" sz="1200" spc="-10">
                <a:solidFill>
                  <a:srgbClr val="1E293B"/>
                </a:solidFill>
                <a:latin typeface="Calibri"/>
                <a:cs typeface="Calibri"/>
              </a:rPr>
              <a:t>organized</a:t>
            </a:r>
            <a:r>
              <a:rPr dirty="0" sz="1200" spc="-20">
                <a:solidFill>
                  <a:srgbClr val="1E293B"/>
                </a:solidFill>
                <a:latin typeface="Calibri"/>
                <a:cs typeface="Calibri"/>
              </a:rPr>
              <a:t> </a:t>
            </a:r>
            <a:r>
              <a:rPr dirty="0" sz="1200">
                <a:solidFill>
                  <a:srgbClr val="1E293B"/>
                </a:solidFill>
                <a:latin typeface="Calibri"/>
                <a:cs typeface="Calibri"/>
              </a:rPr>
              <a:t>into</a:t>
            </a:r>
            <a:r>
              <a:rPr dirty="0" sz="1200" spc="-25">
                <a:solidFill>
                  <a:srgbClr val="1E293B"/>
                </a:solidFill>
                <a:latin typeface="Calibri"/>
                <a:cs typeface="Calibri"/>
              </a:rPr>
              <a:t> </a:t>
            </a:r>
            <a:r>
              <a:rPr dirty="0" sz="1200">
                <a:solidFill>
                  <a:srgbClr val="1E293B"/>
                </a:solidFill>
                <a:latin typeface="Calibri"/>
                <a:cs typeface="Calibri"/>
              </a:rPr>
              <a:t>four</a:t>
            </a:r>
            <a:r>
              <a:rPr dirty="0" sz="1200" spc="-20">
                <a:solidFill>
                  <a:srgbClr val="1E293B"/>
                </a:solidFill>
                <a:latin typeface="Calibri"/>
                <a:cs typeface="Calibri"/>
              </a:rPr>
              <a:t> </a:t>
            </a:r>
            <a:r>
              <a:rPr dirty="0" sz="1200">
                <a:solidFill>
                  <a:srgbClr val="1E293B"/>
                </a:solidFill>
                <a:latin typeface="Calibri"/>
                <a:cs typeface="Calibri"/>
              </a:rPr>
              <a:t>functional</a:t>
            </a:r>
            <a:r>
              <a:rPr dirty="0" sz="1200" spc="-20">
                <a:solidFill>
                  <a:srgbClr val="1E293B"/>
                </a:solidFill>
                <a:latin typeface="Calibri"/>
                <a:cs typeface="Calibri"/>
              </a:rPr>
              <a:t> </a:t>
            </a:r>
            <a:r>
              <a:rPr dirty="0" sz="1200" spc="-10">
                <a:solidFill>
                  <a:srgbClr val="1E293B"/>
                </a:solidFill>
                <a:latin typeface="Calibri"/>
                <a:cs typeface="Calibri"/>
              </a:rPr>
              <a:t>subsystems:</a:t>
            </a:r>
            <a:endParaRPr sz="1200">
              <a:latin typeface="Calibri"/>
              <a:cs typeface="Calibri"/>
            </a:endParaRPr>
          </a:p>
        </p:txBody>
      </p:sp>
      <p:grpSp>
        <p:nvGrpSpPr>
          <p:cNvPr id="4" name="object 4"/>
          <p:cNvGrpSpPr/>
          <p:nvPr/>
        </p:nvGrpSpPr>
        <p:grpSpPr>
          <a:xfrm>
            <a:off x="685800" y="1988959"/>
            <a:ext cx="2606040" cy="4389120"/>
            <a:chOff x="685800" y="1988959"/>
            <a:chExt cx="2606040" cy="4389120"/>
          </a:xfrm>
        </p:grpSpPr>
        <p:pic>
          <p:nvPicPr>
            <p:cNvPr id="5" name="object 5"/>
            <p:cNvPicPr/>
            <p:nvPr/>
          </p:nvPicPr>
          <p:blipFill>
            <a:blip r:embed="rId2" cstate="print"/>
            <a:stretch>
              <a:fillRect/>
            </a:stretch>
          </p:blipFill>
          <p:spPr>
            <a:xfrm>
              <a:off x="685800" y="1988959"/>
              <a:ext cx="2606040" cy="4389120"/>
            </a:xfrm>
            <a:prstGeom prst="rect">
              <a:avLst/>
            </a:prstGeom>
          </p:spPr>
        </p:pic>
        <p:sp>
          <p:nvSpPr>
            <p:cNvPr id="6" name="object 6"/>
            <p:cNvSpPr/>
            <p:nvPr/>
          </p:nvSpPr>
          <p:spPr>
            <a:xfrm>
              <a:off x="731519" y="2011679"/>
              <a:ext cx="2514600" cy="4297680"/>
            </a:xfrm>
            <a:custGeom>
              <a:avLst/>
              <a:gdLst/>
              <a:ahLst/>
              <a:cxnLst/>
              <a:rect l="l" t="t" r="r" b="b"/>
              <a:pathLst>
                <a:path w="2514600" h="4297680">
                  <a:moveTo>
                    <a:pt x="2095491" y="0"/>
                  </a:moveTo>
                  <a:lnTo>
                    <a:pt x="419108" y="0"/>
                  </a:lnTo>
                  <a:lnTo>
                    <a:pt x="370231" y="2819"/>
                  </a:lnTo>
                  <a:lnTo>
                    <a:pt x="323010"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3878571"/>
                  </a:lnTo>
                  <a:lnTo>
                    <a:pt x="2819" y="3927448"/>
                  </a:lnTo>
                  <a:lnTo>
                    <a:pt x="11068" y="3974669"/>
                  </a:lnTo>
                  <a:lnTo>
                    <a:pt x="24433" y="4019919"/>
                  </a:lnTo>
                  <a:lnTo>
                    <a:pt x="42598" y="4062884"/>
                  </a:lnTo>
                  <a:lnTo>
                    <a:pt x="65250" y="4103250"/>
                  </a:lnTo>
                  <a:lnTo>
                    <a:pt x="92073" y="4140702"/>
                  </a:lnTo>
                  <a:lnTo>
                    <a:pt x="122754" y="4174925"/>
                  </a:lnTo>
                  <a:lnTo>
                    <a:pt x="156977" y="4205606"/>
                  </a:lnTo>
                  <a:lnTo>
                    <a:pt x="194429" y="4232429"/>
                  </a:lnTo>
                  <a:lnTo>
                    <a:pt x="234795" y="4255081"/>
                  </a:lnTo>
                  <a:lnTo>
                    <a:pt x="277760" y="4273246"/>
                  </a:lnTo>
                  <a:lnTo>
                    <a:pt x="323010" y="4286610"/>
                  </a:lnTo>
                  <a:lnTo>
                    <a:pt x="370231" y="4294860"/>
                  </a:lnTo>
                  <a:lnTo>
                    <a:pt x="419108" y="4297679"/>
                  </a:lnTo>
                  <a:lnTo>
                    <a:pt x="2095491" y="4297679"/>
                  </a:lnTo>
                  <a:lnTo>
                    <a:pt x="2144368" y="4294860"/>
                  </a:lnTo>
                  <a:lnTo>
                    <a:pt x="2191588" y="4286610"/>
                  </a:lnTo>
                  <a:lnTo>
                    <a:pt x="2236839" y="4273246"/>
                  </a:lnTo>
                  <a:lnTo>
                    <a:pt x="2279804" y="4255081"/>
                  </a:lnTo>
                  <a:lnTo>
                    <a:pt x="2320170" y="4232429"/>
                  </a:lnTo>
                  <a:lnTo>
                    <a:pt x="2357622" y="4205606"/>
                  </a:lnTo>
                  <a:lnTo>
                    <a:pt x="2391845" y="4174925"/>
                  </a:lnTo>
                  <a:lnTo>
                    <a:pt x="2422526" y="4140702"/>
                  </a:lnTo>
                  <a:lnTo>
                    <a:pt x="2449349" y="4103250"/>
                  </a:lnTo>
                  <a:lnTo>
                    <a:pt x="2472001" y="4062884"/>
                  </a:lnTo>
                  <a:lnTo>
                    <a:pt x="2490166" y="4019919"/>
                  </a:lnTo>
                  <a:lnTo>
                    <a:pt x="2503531" y="3974669"/>
                  </a:lnTo>
                  <a:lnTo>
                    <a:pt x="2511780" y="3927448"/>
                  </a:lnTo>
                  <a:lnTo>
                    <a:pt x="2514600" y="3878571"/>
                  </a:lnTo>
                  <a:lnTo>
                    <a:pt x="2514600"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F8FAFC"/>
            </a:solidFill>
          </p:spPr>
          <p:txBody>
            <a:bodyPr wrap="square" lIns="0" tIns="0" rIns="0" bIns="0" rtlCol="0"/>
            <a:lstStyle/>
            <a:p/>
          </p:txBody>
        </p:sp>
        <p:sp>
          <p:nvSpPr>
            <p:cNvPr id="7" name="object 7"/>
            <p:cNvSpPr/>
            <p:nvPr/>
          </p:nvSpPr>
          <p:spPr>
            <a:xfrm>
              <a:off x="731519" y="2011679"/>
              <a:ext cx="2514600" cy="4297680"/>
            </a:xfrm>
            <a:custGeom>
              <a:avLst/>
              <a:gdLst/>
              <a:ahLst/>
              <a:cxnLst/>
              <a:rect l="l" t="t" r="r" b="b"/>
              <a:pathLst>
                <a:path w="2514600" h="42976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3878571"/>
                  </a:lnTo>
                  <a:lnTo>
                    <a:pt x="2511780" y="3927448"/>
                  </a:lnTo>
                  <a:lnTo>
                    <a:pt x="2503531" y="3974668"/>
                  </a:lnTo>
                  <a:lnTo>
                    <a:pt x="2490166" y="4019919"/>
                  </a:lnTo>
                  <a:lnTo>
                    <a:pt x="2472001" y="4062884"/>
                  </a:lnTo>
                  <a:lnTo>
                    <a:pt x="2449349" y="4103250"/>
                  </a:lnTo>
                  <a:lnTo>
                    <a:pt x="2422526" y="4140702"/>
                  </a:lnTo>
                  <a:lnTo>
                    <a:pt x="2391845" y="4174925"/>
                  </a:lnTo>
                  <a:lnTo>
                    <a:pt x="2357622" y="4205606"/>
                  </a:lnTo>
                  <a:lnTo>
                    <a:pt x="2320170" y="4232429"/>
                  </a:lnTo>
                  <a:lnTo>
                    <a:pt x="2279804" y="4255081"/>
                  </a:lnTo>
                  <a:lnTo>
                    <a:pt x="2236839" y="4273246"/>
                  </a:lnTo>
                  <a:lnTo>
                    <a:pt x="2191588" y="4286611"/>
                  </a:lnTo>
                  <a:lnTo>
                    <a:pt x="2144368" y="4294860"/>
                  </a:lnTo>
                  <a:lnTo>
                    <a:pt x="2095491" y="4297680"/>
                  </a:lnTo>
                  <a:lnTo>
                    <a:pt x="419108" y="4297680"/>
                  </a:lnTo>
                  <a:lnTo>
                    <a:pt x="370231" y="4294860"/>
                  </a:lnTo>
                  <a:lnTo>
                    <a:pt x="323010" y="4286611"/>
                  </a:lnTo>
                  <a:lnTo>
                    <a:pt x="277760" y="4273246"/>
                  </a:lnTo>
                  <a:lnTo>
                    <a:pt x="234795" y="4255081"/>
                  </a:lnTo>
                  <a:lnTo>
                    <a:pt x="194429" y="4232429"/>
                  </a:lnTo>
                  <a:lnTo>
                    <a:pt x="156977" y="4205606"/>
                  </a:lnTo>
                  <a:lnTo>
                    <a:pt x="122754" y="4174925"/>
                  </a:lnTo>
                  <a:lnTo>
                    <a:pt x="92073" y="4140702"/>
                  </a:lnTo>
                  <a:lnTo>
                    <a:pt x="65250" y="4103250"/>
                  </a:lnTo>
                  <a:lnTo>
                    <a:pt x="42598" y="4062884"/>
                  </a:lnTo>
                  <a:lnTo>
                    <a:pt x="24433" y="4019919"/>
                  </a:lnTo>
                  <a:lnTo>
                    <a:pt x="11068" y="3974668"/>
                  </a:lnTo>
                  <a:lnTo>
                    <a:pt x="2819" y="3927448"/>
                  </a:lnTo>
                  <a:lnTo>
                    <a:pt x="0" y="38785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39">
              <a:solidFill>
                <a:srgbClr val="CBD5E1"/>
              </a:solidFill>
            </a:ln>
          </p:spPr>
          <p:txBody>
            <a:bodyPr wrap="square" lIns="0" tIns="0" rIns="0" bIns="0" rtlCol="0"/>
            <a:lstStyle/>
            <a:p/>
          </p:txBody>
        </p:sp>
      </p:grpSp>
      <p:sp>
        <p:nvSpPr>
          <p:cNvPr id="8" name="object 8"/>
          <p:cNvSpPr txBox="1"/>
          <p:nvPr/>
        </p:nvSpPr>
        <p:spPr>
          <a:xfrm>
            <a:off x="947419" y="2194689"/>
            <a:ext cx="2072639" cy="1341755"/>
          </a:xfrm>
          <a:prstGeom prst="rect">
            <a:avLst/>
          </a:prstGeom>
        </p:spPr>
        <p:txBody>
          <a:bodyPr wrap="square" lIns="0" tIns="12700" rIns="0" bIns="0" rtlCol="0" vert="horz">
            <a:spAutoFit/>
          </a:bodyPr>
          <a:lstStyle/>
          <a:p>
            <a:pPr marL="12700">
              <a:lnSpc>
                <a:spcPct val="100000"/>
              </a:lnSpc>
              <a:spcBef>
                <a:spcPts val="100"/>
              </a:spcBef>
            </a:pPr>
            <a:r>
              <a:rPr dirty="0" sz="1400" b="1">
                <a:solidFill>
                  <a:srgbClr val="0284C7"/>
                </a:solidFill>
                <a:latin typeface="Calibri"/>
                <a:cs typeface="Calibri"/>
              </a:rPr>
              <a:t>Data</a:t>
            </a:r>
            <a:r>
              <a:rPr dirty="0" sz="1400" spc="-55" b="1">
                <a:solidFill>
                  <a:srgbClr val="0284C7"/>
                </a:solidFill>
                <a:latin typeface="Calibri"/>
                <a:cs typeface="Calibri"/>
              </a:rPr>
              <a:t> </a:t>
            </a:r>
            <a:r>
              <a:rPr dirty="0" sz="1400" spc="-10" b="1">
                <a:solidFill>
                  <a:srgbClr val="0284C7"/>
                </a:solidFill>
                <a:latin typeface="Calibri"/>
                <a:cs typeface="Calibri"/>
              </a:rPr>
              <a:t>Subsystem</a:t>
            </a:r>
            <a:endParaRPr sz="1400">
              <a:latin typeface="Calibri"/>
              <a:cs typeface="Calibri"/>
            </a:endParaRPr>
          </a:p>
          <a:p>
            <a:pPr marL="12700" marR="5080">
              <a:lnSpc>
                <a:spcPts val="1300"/>
              </a:lnSpc>
              <a:spcBef>
                <a:spcPts val="919"/>
              </a:spcBef>
            </a:pPr>
            <a:r>
              <a:rPr dirty="0" sz="1100">
                <a:solidFill>
                  <a:srgbClr val="1E293B"/>
                </a:solidFill>
                <a:latin typeface="Calibri"/>
                <a:cs typeface="Calibri"/>
              </a:rPr>
              <a:t>Acquires,</a:t>
            </a:r>
            <a:r>
              <a:rPr dirty="0" sz="1100" spc="-35">
                <a:solidFill>
                  <a:srgbClr val="1E293B"/>
                </a:solidFill>
                <a:latin typeface="Calibri"/>
                <a:cs typeface="Calibri"/>
              </a:rPr>
              <a:t> </a:t>
            </a:r>
            <a:r>
              <a:rPr dirty="0" sz="1100">
                <a:solidFill>
                  <a:srgbClr val="1E293B"/>
                </a:solidFill>
                <a:latin typeface="Calibri"/>
                <a:cs typeface="Calibri"/>
              </a:rPr>
              <a:t>validates,</a:t>
            </a:r>
            <a:r>
              <a:rPr dirty="0" sz="1100" spc="-35">
                <a:solidFill>
                  <a:srgbClr val="1E293B"/>
                </a:solidFill>
                <a:latin typeface="Calibri"/>
                <a:cs typeface="Calibri"/>
              </a:rPr>
              <a:t> </a:t>
            </a:r>
            <a:r>
              <a:rPr dirty="0" sz="1100">
                <a:solidFill>
                  <a:srgbClr val="1E293B"/>
                </a:solidFill>
                <a:latin typeface="Calibri"/>
                <a:cs typeface="Calibri"/>
              </a:rPr>
              <a:t>and</a:t>
            </a:r>
            <a:r>
              <a:rPr dirty="0" sz="1100" spc="-30">
                <a:solidFill>
                  <a:srgbClr val="1E293B"/>
                </a:solidFill>
                <a:latin typeface="Calibri"/>
                <a:cs typeface="Calibri"/>
              </a:rPr>
              <a:t> </a:t>
            </a:r>
            <a:r>
              <a:rPr dirty="0" sz="1100" spc="-10">
                <a:solidFill>
                  <a:srgbClr val="1E293B"/>
                </a:solidFill>
                <a:latin typeface="Calibri"/>
                <a:cs typeface="Calibri"/>
              </a:rPr>
              <a:t>normalizes </a:t>
            </a:r>
            <a:r>
              <a:rPr dirty="0" sz="1100">
                <a:solidFill>
                  <a:srgbClr val="1E293B"/>
                </a:solidFill>
                <a:latin typeface="Calibri"/>
                <a:cs typeface="Calibri"/>
              </a:rPr>
              <a:t>live</a:t>
            </a:r>
            <a:r>
              <a:rPr dirty="0" sz="1100" spc="-20">
                <a:solidFill>
                  <a:srgbClr val="1E293B"/>
                </a:solidFill>
                <a:latin typeface="Calibri"/>
                <a:cs typeface="Calibri"/>
              </a:rPr>
              <a:t> </a:t>
            </a:r>
            <a:r>
              <a:rPr dirty="0" sz="1100">
                <a:solidFill>
                  <a:srgbClr val="1E293B"/>
                </a:solidFill>
                <a:latin typeface="Calibri"/>
                <a:cs typeface="Calibri"/>
              </a:rPr>
              <a:t>feeds</a:t>
            </a:r>
            <a:r>
              <a:rPr dirty="0" sz="1100" spc="-20">
                <a:solidFill>
                  <a:srgbClr val="1E293B"/>
                </a:solidFill>
                <a:latin typeface="Calibri"/>
                <a:cs typeface="Calibri"/>
              </a:rPr>
              <a:t> </a:t>
            </a:r>
            <a:r>
              <a:rPr dirty="0" sz="1100">
                <a:solidFill>
                  <a:srgbClr val="1E293B"/>
                </a:solidFill>
                <a:latin typeface="Calibri"/>
                <a:cs typeface="Calibri"/>
              </a:rPr>
              <a:t>from</a:t>
            </a:r>
            <a:r>
              <a:rPr dirty="0" sz="1100" spc="-20">
                <a:solidFill>
                  <a:srgbClr val="1E293B"/>
                </a:solidFill>
                <a:latin typeface="Calibri"/>
                <a:cs typeface="Calibri"/>
              </a:rPr>
              <a:t> </a:t>
            </a:r>
            <a:r>
              <a:rPr dirty="0" sz="1100" spc="-10">
                <a:solidFill>
                  <a:srgbClr val="1E293B"/>
                </a:solidFill>
                <a:latin typeface="Calibri"/>
                <a:cs typeface="Calibri"/>
              </a:rPr>
              <a:t>Open-</a:t>
            </a:r>
            <a:r>
              <a:rPr dirty="0" sz="1100" spc="-20">
                <a:solidFill>
                  <a:srgbClr val="1E293B"/>
                </a:solidFill>
                <a:latin typeface="Calibri"/>
                <a:cs typeface="Calibri"/>
              </a:rPr>
              <a:t>Meteo</a:t>
            </a:r>
            <a:r>
              <a:rPr dirty="0" sz="1100" spc="500">
                <a:solidFill>
                  <a:srgbClr val="1E293B"/>
                </a:solidFill>
                <a:latin typeface="Calibri"/>
                <a:cs typeface="Calibri"/>
              </a:rPr>
              <a:t> </a:t>
            </a:r>
            <a:r>
              <a:rPr dirty="0" sz="1100">
                <a:solidFill>
                  <a:srgbClr val="1E293B"/>
                </a:solidFill>
                <a:latin typeface="Calibri"/>
                <a:cs typeface="Calibri"/>
              </a:rPr>
              <a:t>Marine,</a:t>
            </a:r>
            <a:r>
              <a:rPr dirty="0" sz="1100" spc="-15">
                <a:solidFill>
                  <a:srgbClr val="1E293B"/>
                </a:solidFill>
                <a:latin typeface="Calibri"/>
                <a:cs typeface="Calibri"/>
              </a:rPr>
              <a:t> </a:t>
            </a:r>
            <a:r>
              <a:rPr dirty="0" sz="1100">
                <a:solidFill>
                  <a:srgbClr val="1E293B"/>
                </a:solidFill>
                <a:latin typeface="Calibri"/>
                <a:cs typeface="Calibri"/>
              </a:rPr>
              <a:t>NOAA</a:t>
            </a:r>
            <a:r>
              <a:rPr dirty="0" sz="1100" spc="-10">
                <a:solidFill>
                  <a:srgbClr val="1E293B"/>
                </a:solidFill>
                <a:latin typeface="Calibri"/>
                <a:cs typeface="Calibri"/>
              </a:rPr>
              <a:t> CoastWatch</a:t>
            </a:r>
            <a:r>
              <a:rPr dirty="0" sz="1100" spc="-15">
                <a:solidFill>
                  <a:srgbClr val="1E293B"/>
                </a:solidFill>
                <a:latin typeface="Calibri"/>
                <a:cs typeface="Calibri"/>
              </a:rPr>
              <a:t> </a:t>
            </a:r>
            <a:r>
              <a:rPr dirty="0" sz="1100" spc="-10">
                <a:solidFill>
                  <a:srgbClr val="1E293B"/>
                </a:solidFill>
                <a:latin typeface="Calibri"/>
                <a:cs typeface="Calibri"/>
              </a:rPr>
              <a:t>(GHRSST </a:t>
            </a:r>
            <a:r>
              <a:rPr dirty="0" sz="1100">
                <a:solidFill>
                  <a:srgbClr val="1E293B"/>
                </a:solidFill>
                <a:latin typeface="Calibri"/>
                <a:cs typeface="Calibri"/>
              </a:rPr>
              <a:t>L4</a:t>
            </a:r>
            <a:r>
              <a:rPr dirty="0" sz="1100" spc="5">
                <a:solidFill>
                  <a:srgbClr val="1E293B"/>
                </a:solidFill>
                <a:latin typeface="Calibri"/>
                <a:cs typeface="Calibri"/>
              </a:rPr>
              <a:t> </a:t>
            </a:r>
            <a:r>
              <a:rPr dirty="0" sz="1100">
                <a:solidFill>
                  <a:srgbClr val="1E293B"/>
                </a:solidFill>
                <a:latin typeface="Calibri"/>
                <a:cs typeface="Calibri"/>
              </a:rPr>
              <a:t>SST),</a:t>
            </a:r>
            <a:r>
              <a:rPr dirty="0" sz="1100" spc="5">
                <a:solidFill>
                  <a:srgbClr val="1E293B"/>
                </a:solidFill>
                <a:latin typeface="Calibri"/>
                <a:cs typeface="Calibri"/>
              </a:rPr>
              <a:t> </a:t>
            </a:r>
            <a:r>
              <a:rPr dirty="0" sz="1100">
                <a:solidFill>
                  <a:srgbClr val="1E293B"/>
                </a:solidFill>
                <a:latin typeface="Calibri"/>
                <a:cs typeface="Calibri"/>
              </a:rPr>
              <a:t>ISRO</a:t>
            </a:r>
            <a:r>
              <a:rPr dirty="0" sz="1100" spc="5">
                <a:solidFill>
                  <a:srgbClr val="1E293B"/>
                </a:solidFill>
                <a:latin typeface="Calibri"/>
                <a:cs typeface="Calibri"/>
              </a:rPr>
              <a:t> </a:t>
            </a:r>
            <a:r>
              <a:rPr dirty="0" sz="1100" spc="-10">
                <a:solidFill>
                  <a:srgbClr val="1E293B"/>
                </a:solidFill>
                <a:latin typeface="Calibri"/>
                <a:cs typeface="Calibri"/>
              </a:rPr>
              <a:t>OCM-</a:t>
            </a:r>
            <a:r>
              <a:rPr dirty="0" sz="1100">
                <a:solidFill>
                  <a:srgbClr val="1E293B"/>
                </a:solidFill>
                <a:latin typeface="Calibri"/>
                <a:cs typeface="Calibri"/>
              </a:rPr>
              <a:t>3</a:t>
            </a:r>
            <a:r>
              <a:rPr dirty="0" sz="1100" spc="10">
                <a:solidFill>
                  <a:srgbClr val="1E293B"/>
                </a:solidFill>
                <a:latin typeface="Calibri"/>
                <a:cs typeface="Calibri"/>
              </a:rPr>
              <a:t> </a:t>
            </a:r>
            <a:r>
              <a:rPr dirty="0" sz="1100" spc="-10">
                <a:solidFill>
                  <a:srgbClr val="1E293B"/>
                </a:solidFill>
                <a:latin typeface="Calibri"/>
                <a:cs typeface="Calibri"/>
              </a:rPr>
              <a:t>Chlorophyll-</a:t>
            </a:r>
            <a:r>
              <a:rPr dirty="0" sz="1100" spc="-25">
                <a:solidFill>
                  <a:srgbClr val="1E293B"/>
                </a:solidFill>
                <a:latin typeface="Calibri"/>
                <a:cs typeface="Calibri"/>
              </a:rPr>
              <a:t>a, </a:t>
            </a:r>
            <a:r>
              <a:rPr dirty="0" sz="1100">
                <a:solidFill>
                  <a:srgbClr val="1E293B"/>
                </a:solidFill>
                <a:latin typeface="Calibri"/>
                <a:cs typeface="Calibri"/>
              </a:rPr>
              <a:t>INCOIS</a:t>
            </a:r>
            <a:r>
              <a:rPr dirty="0" sz="1100" spc="-35">
                <a:solidFill>
                  <a:srgbClr val="1E293B"/>
                </a:solidFill>
                <a:latin typeface="Calibri"/>
                <a:cs typeface="Calibri"/>
              </a:rPr>
              <a:t> </a:t>
            </a:r>
            <a:r>
              <a:rPr dirty="0" sz="1100">
                <a:solidFill>
                  <a:srgbClr val="1E293B"/>
                </a:solidFill>
                <a:latin typeface="Calibri"/>
                <a:cs typeface="Calibri"/>
              </a:rPr>
              <a:t>Buoy</a:t>
            </a:r>
            <a:r>
              <a:rPr dirty="0" sz="1100" spc="-35">
                <a:solidFill>
                  <a:srgbClr val="1E293B"/>
                </a:solidFill>
                <a:latin typeface="Calibri"/>
                <a:cs typeface="Calibri"/>
              </a:rPr>
              <a:t> </a:t>
            </a:r>
            <a:r>
              <a:rPr dirty="0" sz="1100">
                <a:solidFill>
                  <a:srgbClr val="1E293B"/>
                </a:solidFill>
                <a:latin typeface="Calibri"/>
                <a:cs typeface="Calibri"/>
              </a:rPr>
              <a:t>Network,</a:t>
            </a:r>
            <a:r>
              <a:rPr dirty="0" sz="1100" spc="-30">
                <a:solidFill>
                  <a:srgbClr val="1E293B"/>
                </a:solidFill>
                <a:latin typeface="Calibri"/>
                <a:cs typeface="Calibri"/>
              </a:rPr>
              <a:t> </a:t>
            </a:r>
            <a:r>
              <a:rPr dirty="0" sz="1100" spc="-25">
                <a:solidFill>
                  <a:srgbClr val="1E293B"/>
                </a:solidFill>
                <a:latin typeface="Calibri"/>
                <a:cs typeface="Calibri"/>
              </a:rPr>
              <a:t>and</a:t>
            </a:r>
            <a:r>
              <a:rPr dirty="0" sz="1100" spc="500">
                <a:solidFill>
                  <a:srgbClr val="1E293B"/>
                </a:solidFill>
                <a:latin typeface="Calibri"/>
                <a:cs typeface="Calibri"/>
              </a:rPr>
              <a:t> </a:t>
            </a:r>
            <a:r>
              <a:rPr dirty="0" sz="1100">
                <a:solidFill>
                  <a:srgbClr val="1E293B"/>
                </a:solidFill>
                <a:latin typeface="Calibri"/>
                <a:cs typeface="Calibri"/>
              </a:rPr>
              <a:t>Maritime</a:t>
            </a:r>
            <a:r>
              <a:rPr dirty="0" sz="1100" spc="-10">
                <a:solidFill>
                  <a:srgbClr val="1E293B"/>
                </a:solidFill>
                <a:latin typeface="Calibri"/>
                <a:cs typeface="Calibri"/>
              </a:rPr>
              <a:t> </a:t>
            </a:r>
            <a:r>
              <a:rPr dirty="0" sz="1100">
                <a:solidFill>
                  <a:srgbClr val="1E293B"/>
                </a:solidFill>
                <a:latin typeface="Calibri"/>
                <a:cs typeface="Calibri"/>
              </a:rPr>
              <a:t>GIS</a:t>
            </a:r>
            <a:r>
              <a:rPr dirty="0" sz="1100" spc="-10">
                <a:solidFill>
                  <a:srgbClr val="1E293B"/>
                </a:solidFill>
                <a:latin typeface="Calibri"/>
                <a:cs typeface="Calibri"/>
              </a:rPr>
              <a:t> boundaries.</a:t>
            </a:r>
            <a:endParaRPr sz="1100">
              <a:latin typeface="Calibri"/>
              <a:cs typeface="Calibri"/>
            </a:endParaRPr>
          </a:p>
        </p:txBody>
      </p:sp>
      <p:pic>
        <p:nvPicPr>
          <p:cNvPr id="9" name="object 9"/>
          <p:cNvPicPr/>
          <p:nvPr/>
        </p:nvPicPr>
        <p:blipFill>
          <a:blip r:embed="rId3" cstate="print"/>
          <a:stretch>
            <a:fillRect/>
          </a:stretch>
        </p:blipFill>
        <p:spPr>
          <a:xfrm>
            <a:off x="1463039" y="5120640"/>
            <a:ext cx="1051560" cy="960119"/>
          </a:xfrm>
          <a:prstGeom prst="rect">
            <a:avLst/>
          </a:prstGeom>
        </p:spPr>
      </p:pic>
      <p:grpSp>
        <p:nvGrpSpPr>
          <p:cNvPr id="10" name="object 10"/>
          <p:cNvGrpSpPr/>
          <p:nvPr/>
        </p:nvGrpSpPr>
        <p:grpSpPr>
          <a:xfrm>
            <a:off x="3419855" y="1988959"/>
            <a:ext cx="2606040" cy="4389120"/>
            <a:chOff x="3419855" y="1988959"/>
            <a:chExt cx="2606040" cy="4389120"/>
          </a:xfrm>
        </p:grpSpPr>
        <p:pic>
          <p:nvPicPr>
            <p:cNvPr id="11" name="object 11"/>
            <p:cNvPicPr/>
            <p:nvPr/>
          </p:nvPicPr>
          <p:blipFill>
            <a:blip r:embed="rId2" cstate="print"/>
            <a:stretch>
              <a:fillRect/>
            </a:stretch>
          </p:blipFill>
          <p:spPr>
            <a:xfrm>
              <a:off x="3419855" y="1988959"/>
              <a:ext cx="2606040" cy="4389120"/>
            </a:xfrm>
            <a:prstGeom prst="rect">
              <a:avLst/>
            </a:prstGeom>
          </p:spPr>
        </p:pic>
        <p:sp>
          <p:nvSpPr>
            <p:cNvPr id="12" name="object 12"/>
            <p:cNvSpPr/>
            <p:nvPr/>
          </p:nvSpPr>
          <p:spPr>
            <a:xfrm>
              <a:off x="3465575" y="2011679"/>
              <a:ext cx="2514600" cy="4297680"/>
            </a:xfrm>
            <a:custGeom>
              <a:avLst/>
              <a:gdLst/>
              <a:ahLst/>
              <a:cxnLst/>
              <a:rect l="l" t="t" r="r" b="b"/>
              <a:pathLst>
                <a:path w="2514600" h="4297680">
                  <a:moveTo>
                    <a:pt x="2095491" y="0"/>
                  </a:moveTo>
                  <a:lnTo>
                    <a:pt x="419108" y="0"/>
                  </a:lnTo>
                  <a:lnTo>
                    <a:pt x="370231" y="2819"/>
                  </a:lnTo>
                  <a:lnTo>
                    <a:pt x="323011"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3878571"/>
                  </a:lnTo>
                  <a:lnTo>
                    <a:pt x="2819" y="3927448"/>
                  </a:lnTo>
                  <a:lnTo>
                    <a:pt x="11068" y="3974669"/>
                  </a:lnTo>
                  <a:lnTo>
                    <a:pt x="24433" y="4019919"/>
                  </a:lnTo>
                  <a:lnTo>
                    <a:pt x="42598" y="4062884"/>
                  </a:lnTo>
                  <a:lnTo>
                    <a:pt x="65250" y="4103250"/>
                  </a:lnTo>
                  <a:lnTo>
                    <a:pt x="92073" y="4140702"/>
                  </a:lnTo>
                  <a:lnTo>
                    <a:pt x="122754" y="4174925"/>
                  </a:lnTo>
                  <a:lnTo>
                    <a:pt x="156977" y="4205606"/>
                  </a:lnTo>
                  <a:lnTo>
                    <a:pt x="194429" y="4232429"/>
                  </a:lnTo>
                  <a:lnTo>
                    <a:pt x="234795" y="4255081"/>
                  </a:lnTo>
                  <a:lnTo>
                    <a:pt x="277760" y="4273246"/>
                  </a:lnTo>
                  <a:lnTo>
                    <a:pt x="323011" y="4286610"/>
                  </a:lnTo>
                  <a:lnTo>
                    <a:pt x="370231" y="4294860"/>
                  </a:lnTo>
                  <a:lnTo>
                    <a:pt x="419108" y="4297679"/>
                  </a:lnTo>
                  <a:lnTo>
                    <a:pt x="2095491" y="4297679"/>
                  </a:lnTo>
                  <a:lnTo>
                    <a:pt x="2144368" y="4294860"/>
                  </a:lnTo>
                  <a:lnTo>
                    <a:pt x="2191588" y="4286610"/>
                  </a:lnTo>
                  <a:lnTo>
                    <a:pt x="2236839" y="4273246"/>
                  </a:lnTo>
                  <a:lnTo>
                    <a:pt x="2279804" y="4255081"/>
                  </a:lnTo>
                  <a:lnTo>
                    <a:pt x="2320170" y="4232429"/>
                  </a:lnTo>
                  <a:lnTo>
                    <a:pt x="2357622" y="4205606"/>
                  </a:lnTo>
                  <a:lnTo>
                    <a:pt x="2391845" y="4174925"/>
                  </a:lnTo>
                  <a:lnTo>
                    <a:pt x="2422526" y="4140702"/>
                  </a:lnTo>
                  <a:lnTo>
                    <a:pt x="2449349" y="4103250"/>
                  </a:lnTo>
                  <a:lnTo>
                    <a:pt x="2472001" y="4062884"/>
                  </a:lnTo>
                  <a:lnTo>
                    <a:pt x="2490166" y="4019919"/>
                  </a:lnTo>
                  <a:lnTo>
                    <a:pt x="2503531" y="3974669"/>
                  </a:lnTo>
                  <a:lnTo>
                    <a:pt x="2511780" y="3927448"/>
                  </a:lnTo>
                  <a:lnTo>
                    <a:pt x="2514600" y="3878571"/>
                  </a:lnTo>
                  <a:lnTo>
                    <a:pt x="2514600"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F8FAFC"/>
            </a:solidFill>
          </p:spPr>
          <p:txBody>
            <a:bodyPr wrap="square" lIns="0" tIns="0" rIns="0" bIns="0" rtlCol="0"/>
            <a:lstStyle/>
            <a:p/>
          </p:txBody>
        </p:sp>
        <p:sp>
          <p:nvSpPr>
            <p:cNvPr id="13" name="object 13"/>
            <p:cNvSpPr/>
            <p:nvPr/>
          </p:nvSpPr>
          <p:spPr>
            <a:xfrm>
              <a:off x="3465575" y="2011679"/>
              <a:ext cx="2514600" cy="4297680"/>
            </a:xfrm>
            <a:custGeom>
              <a:avLst/>
              <a:gdLst/>
              <a:ahLst/>
              <a:cxnLst/>
              <a:rect l="l" t="t" r="r" b="b"/>
              <a:pathLst>
                <a:path w="2514600" h="42976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3878571"/>
                  </a:lnTo>
                  <a:lnTo>
                    <a:pt x="2511780" y="3927448"/>
                  </a:lnTo>
                  <a:lnTo>
                    <a:pt x="2503531" y="3974668"/>
                  </a:lnTo>
                  <a:lnTo>
                    <a:pt x="2490166" y="4019919"/>
                  </a:lnTo>
                  <a:lnTo>
                    <a:pt x="2472001" y="4062884"/>
                  </a:lnTo>
                  <a:lnTo>
                    <a:pt x="2449349" y="4103250"/>
                  </a:lnTo>
                  <a:lnTo>
                    <a:pt x="2422526" y="4140702"/>
                  </a:lnTo>
                  <a:lnTo>
                    <a:pt x="2391845" y="4174925"/>
                  </a:lnTo>
                  <a:lnTo>
                    <a:pt x="2357622" y="4205606"/>
                  </a:lnTo>
                  <a:lnTo>
                    <a:pt x="2320170" y="4232429"/>
                  </a:lnTo>
                  <a:lnTo>
                    <a:pt x="2279804" y="4255081"/>
                  </a:lnTo>
                  <a:lnTo>
                    <a:pt x="2236839" y="4273246"/>
                  </a:lnTo>
                  <a:lnTo>
                    <a:pt x="2191588" y="4286611"/>
                  </a:lnTo>
                  <a:lnTo>
                    <a:pt x="2144368" y="4294860"/>
                  </a:lnTo>
                  <a:lnTo>
                    <a:pt x="2095491" y="4297680"/>
                  </a:lnTo>
                  <a:lnTo>
                    <a:pt x="419108" y="4297680"/>
                  </a:lnTo>
                  <a:lnTo>
                    <a:pt x="370231" y="4294860"/>
                  </a:lnTo>
                  <a:lnTo>
                    <a:pt x="323010" y="4286611"/>
                  </a:lnTo>
                  <a:lnTo>
                    <a:pt x="277760" y="4273246"/>
                  </a:lnTo>
                  <a:lnTo>
                    <a:pt x="234795" y="4255081"/>
                  </a:lnTo>
                  <a:lnTo>
                    <a:pt x="194429" y="4232429"/>
                  </a:lnTo>
                  <a:lnTo>
                    <a:pt x="156977" y="4205606"/>
                  </a:lnTo>
                  <a:lnTo>
                    <a:pt x="122754" y="4174925"/>
                  </a:lnTo>
                  <a:lnTo>
                    <a:pt x="92073" y="4140702"/>
                  </a:lnTo>
                  <a:lnTo>
                    <a:pt x="65250" y="4103250"/>
                  </a:lnTo>
                  <a:lnTo>
                    <a:pt x="42598" y="4062884"/>
                  </a:lnTo>
                  <a:lnTo>
                    <a:pt x="24433" y="4019919"/>
                  </a:lnTo>
                  <a:lnTo>
                    <a:pt x="11068" y="3974668"/>
                  </a:lnTo>
                  <a:lnTo>
                    <a:pt x="2819" y="3927448"/>
                  </a:lnTo>
                  <a:lnTo>
                    <a:pt x="0" y="38785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39">
              <a:solidFill>
                <a:srgbClr val="CBD5E1"/>
              </a:solidFill>
            </a:ln>
          </p:spPr>
          <p:txBody>
            <a:bodyPr wrap="square" lIns="0" tIns="0" rIns="0" bIns="0" rtlCol="0"/>
            <a:lstStyle/>
            <a:p/>
          </p:txBody>
        </p:sp>
      </p:grpSp>
      <p:sp>
        <p:nvSpPr>
          <p:cNvPr id="14" name="object 14"/>
          <p:cNvSpPr txBox="1"/>
          <p:nvPr/>
        </p:nvSpPr>
        <p:spPr>
          <a:xfrm>
            <a:off x="3681476" y="2194689"/>
            <a:ext cx="1959610" cy="1341755"/>
          </a:xfrm>
          <a:prstGeom prst="rect">
            <a:avLst/>
          </a:prstGeom>
        </p:spPr>
        <p:txBody>
          <a:bodyPr wrap="square" lIns="0" tIns="12700" rIns="0" bIns="0" rtlCol="0" vert="horz">
            <a:spAutoFit/>
          </a:bodyPr>
          <a:lstStyle/>
          <a:p>
            <a:pPr marL="12700">
              <a:lnSpc>
                <a:spcPct val="100000"/>
              </a:lnSpc>
              <a:spcBef>
                <a:spcPts val="100"/>
              </a:spcBef>
            </a:pPr>
            <a:r>
              <a:rPr dirty="0" sz="1400" spc="-10" b="1">
                <a:solidFill>
                  <a:srgbClr val="0284C7"/>
                </a:solidFill>
                <a:latin typeface="Calibri"/>
                <a:cs typeface="Calibri"/>
              </a:rPr>
              <a:t>Orchestration</a:t>
            </a:r>
            <a:r>
              <a:rPr dirty="0" sz="1400" spc="-45" b="1">
                <a:solidFill>
                  <a:srgbClr val="0284C7"/>
                </a:solidFill>
                <a:latin typeface="Calibri"/>
                <a:cs typeface="Calibri"/>
              </a:rPr>
              <a:t> </a:t>
            </a:r>
            <a:r>
              <a:rPr dirty="0" sz="1400" spc="-10" b="1">
                <a:solidFill>
                  <a:srgbClr val="0284C7"/>
                </a:solidFill>
                <a:latin typeface="Calibri"/>
                <a:cs typeface="Calibri"/>
              </a:rPr>
              <a:t>Subsystem</a:t>
            </a:r>
            <a:endParaRPr sz="1400">
              <a:latin typeface="Calibri"/>
              <a:cs typeface="Calibri"/>
            </a:endParaRPr>
          </a:p>
          <a:p>
            <a:pPr marL="12700" marR="5080">
              <a:lnSpc>
                <a:spcPts val="1300"/>
              </a:lnSpc>
              <a:spcBef>
                <a:spcPts val="919"/>
              </a:spcBef>
            </a:pPr>
            <a:r>
              <a:rPr dirty="0" sz="1100">
                <a:solidFill>
                  <a:srgbClr val="1E293B"/>
                </a:solidFill>
                <a:latin typeface="Calibri"/>
                <a:cs typeface="Calibri"/>
              </a:rPr>
              <a:t>Employs</a:t>
            </a:r>
            <a:r>
              <a:rPr dirty="0" sz="1100" spc="-20">
                <a:solidFill>
                  <a:srgbClr val="1E293B"/>
                </a:solidFill>
                <a:latin typeface="Calibri"/>
                <a:cs typeface="Calibri"/>
              </a:rPr>
              <a:t> </a:t>
            </a:r>
            <a:r>
              <a:rPr dirty="0" sz="1100">
                <a:solidFill>
                  <a:srgbClr val="1E293B"/>
                </a:solidFill>
                <a:latin typeface="Calibri"/>
                <a:cs typeface="Calibri"/>
              </a:rPr>
              <a:t>FastAPI</a:t>
            </a:r>
            <a:r>
              <a:rPr dirty="0" sz="1100" spc="-20">
                <a:solidFill>
                  <a:srgbClr val="1E293B"/>
                </a:solidFill>
                <a:latin typeface="Calibri"/>
                <a:cs typeface="Calibri"/>
              </a:rPr>
              <a:t> </a:t>
            </a:r>
            <a:r>
              <a:rPr dirty="0" sz="1100">
                <a:solidFill>
                  <a:srgbClr val="1E293B"/>
                </a:solidFill>
                <a:latin typeface="Calibri"/>
                <a:cs typeface="Calibri"/>
              </a:rPr>
              <a:t>and</a:t>
            </a:r>
            <a:r>
              <a:rPr dirty="0" sz="1100" spc="-20">
                <a:solidFill>
                  <a:srgbClr val="1E293B"/>
                </a:solidFill>
                <a:latin typeface="Calibri"/>
                <a:cs typeface="Calibri"/>
              </a:rPr>
              <a:t> </a:t>
            </a:r>
            <a:r>
              <a:rPr dirty="0" sz="1100">
                <a:solidFill>
                  <a:srgbClr val="1E293B"/>
                </a:solidFill>
                <a:latin typeface="Calibri"/>
                <a:cs typeface="Calibri"/>
              </a:rPr>
              <a:t>a</a:t>
            </a:r>
            <a:r>
              <a:rPr dirty="0" sz="1100" spc="-20">
                <a:solidFill>
                  <a:srgbClr val="1E293B"/>
                </a:solidFill>
                <a:latin typeface="Calibri"/>
                <a:cs typeface="Calibri"/>
              </a:rPr>
              <a:t> </a:t>
            </a:r>
            <a:r>
              <a:rPr dirty="0" sz="1100" spc="-10">
                <a:solidFill>
                  <a:srgbClr val="1E293B"/>
                </a:solidFill>
                <a:latin typeface="Calibri"/>
                <a:cs typeface="Calibri"/>
              </a:rPr>
              <a:t>Planning </a:t>
            </a:r>
            <a:r>
              <a:rPr dirty="0" sz="1100">
                <a:solidFill>
                  <a:srgbClr val="1E293B"/>
                </a:solidFill>
                <a:latin typeface="Calibri"/>
                <a:cs typeface="Calibri"/>
              </a:rPr>
              <a:t>Agent</a:t>
            </a:r>
            <a:r>
              <a:rPr dirty="0" sz="1100" spc="-30">
                <a:solidFill>
                  <a:srgbClr val="1E293B"/>
                </a:solidFill>
                <a:latin typeface="Calibri"/>
                <a:cs typeface="Calibri"/>
              </a:rPr>
              <a:t> </a:t>
            </a:r>
            <a:r>
              <a:rPr dirty="0" sz="1100">
                <a:solidFill>
                  <a:srgbClr val="1E293B"/>
                </a:solidFill>
                <a:latin typeface="Calibri"/>
                <a:cs typeface="Calibri"/>
              </a:rPr>
              <a:t>(LLM</a:t>
            </a:r>
            <a:r>
              <a:rPr dirty="0" sz="1100" spc="-30">
                <a:solidFill>
                  <a:srgbClr val="1E293B"/>
                </a:solidFill>
                <a:latin typeface="Calibri"/>
                <a:cs typeface="Calibri"/>
              </a:rPr>
              <a:t> </a:t>
            </a:r>
            <a:r>
              <a:rPr dirty="0" sz="1100">
                <a:solidFill>
                  <a:srgbClr val="1E293B"/>
                </a:solidFill>
                <a:latin typeface="Calibri"/>
                <a:cs typeface="Calibri"/>
              </a:rPr>
              <a:t>intent</a:t>
            </a:r>
            <a:r>
              <a:rPr dirty="0" sz="1100" spc="-30">
                <a:solidFill>
                  <a:srgbClr val="1E293B"/>
                </a:solidFill>
                <a:latin typeface="Calibri"/>
                <a:cs typeface="Calibri"/>
              </a:rPr>
              <a:t> </a:t>
            </a:r>
            <a:r>
              <a:rPr dirty="0" sz="1100" spc="-10">
                <a:solidFill>
                  <a:srgbClr val="1E293B"/>
                </a:solidFill>
                <a:latin typeface="Calibri"/>
                <a:cs typeface="Calibri"/>
              </a:rPr>
              <a:t>decomposition) </a:t>
            </a:r>
            <a:r>
              <a:rPr dirty="0" sz="1100">
                <a:solidFill>
                  <a:srgbClr val="1E293B"/>
                </a:solidFill>
                <a:latin typeface="Calibri"/>
                <a:cs typeface="Calibri"/>
              </a:rPr>
              <a:t>to</a:t>
            </a:r>
            <a:r>
              <a:rPr dirty="0" sz="1100" spc="-30">
                <a:solidFill>
                  <a:srgbClr val="1E293B"/>
                </a:solidFill>
                <a:latin typeface="Calibri"/>
                <a:cs typeface="Calibri"/>
              </a:rPr>
              <a:t> </a:t>
            </a:r>
            <a:r>
              <a:rPr dirty="0" sz="1100">
                <a:solidFill>
                  <a:srgbClr val="1E293B"/>
                </a:solidFill>
                <a:latin typeface="Calibri"/>
                <a:cs typeface="Calibri"/>
              </a:rPr>
              <a:t>parse</a:t>
            </a:r>
            <a:r>
              <a:rPr dirty="0" sz="1100" spc="-30">
                <a:solidFill>
                  <a:srgbClr val="1E293B"/>
                </a:solidFill>
                <a:latin typeface="Calibri"/>
                <a:cs typeface="Calibri"/>
              </a:rPr>
              <a:t> </a:t>
            </a:r>
            <a:r>
              <a:rPr dirty="0" sz="1100">
                <a:solidFill>
                  <a:srgbClr val="1E293B"/>
                </a:solidFill>
                <a:latin typeface="Calibri"/>
                <a:cs typeface="Calibri"/>
              </a:rPr>
              <a:t>natural</a:t>
            </a:r>
            <a:r>
              <a:rPr dirty="0" sz="1100" spc="-30">
                <a:solidFill>
                  <a:srgbClr val="1E293B"/>
                </a:solidFill>
                <a:latin typeface="Calibri"/>
                <a:cs typeface="Calibri"/>
              </a:rPr>
              <a:t> </a:t>
            </a:r>
            <a:r>
              <a:rPr dirty="0" sz="1100">
                <a:solidFill>
                  <a:srgbClr val="1E293B"/>
                </a:solidFill>
                <a:latin typeface="Calibri"/>
                <a:cs typeface="Calibri"/>
              </a:rPr>
              <a:t>language</a:t>
            </a:r>
            <a:r>
              <a:rPr dirty="0" sz="1100" spc="-25">
                <a:solidFill>
                  <a:srgbClr val="1E293B"/>
                </a:solidFill>
                <a:latin typeface="Calibri"/>
                <a:cs typeface="Calibri"/>
              </a:rPr>
              <a:t> </a:t>
            </a:r>
            <a:r>
              <a:rPr dirty="0" sz="1100" spc="-10">
                <a:solidFill>
                  <a:srgbClr val="1E293B"/>
                </a:solidFill>
                <a:latin typeface="Calibri"/>
                <a:cs typeface="Calibri"/>
              </a:rPr>
              <a:t>queries, </a:t>
            </a:r>
            <a:r>
              <a:rPr dirty="0" sz="1100">
                <a:solidFill>
                  <a:srgbClr val="1E293B"/>
                </a:solidFill>
                <a:latin typeface="Calibri"/>
                <a:cs typeface="Calibri"/>
              </a:rPr>
              <a:t>resolve port </a:t>
            </a:r>
            <a:r>
              <a:rPr dirty="0" sz="1100" spc="-10">
                <a:solidFill>
                  <a:srgbClr val="1E293B"/>
                </a:solidFill>
                <a:latin typeface="Calibri"/>
                <a:cs typeface="Calibri"/>
              </a:rPr>
              <a:t>coordinates,</a:t>
            </a:r>
            <a:r>
              <a:rPr dirty="0" sz="1100">
                <a:solidFill>
                  <a:srgbClr val="1E293B"/>
                </a:solidFill>
                <a:latin typeface="Calibri"/>
                <a:cs typeface="Calibri"/>
              </a:rPr>
              <a:t> </a:t>
            </a:r>
            <a:r>
              <a:rPr dirty="0" sz="1100" spc="-25">
                <a:solidFill>
                  <a:srgbClr val="1E293B"/>
                </a:solidFill>
                <a:latin typeface="Calibri"/>
                <a:cs typeface="Calibri"/>
              </a:rPr>
              <a:t>and </a:t>
            </a:r>
            <a:r>
              <a:rPr dirty="0" sz="1100">
                <a:solidFill>
                  <a:srgbClr val="1E293B"/>
                </a:solidFill>
                <a:latin typeface="Calibri"/>
                <a:cs typeface="Calibri"/>
              </a:rPr>
              <a:t>dynamically</a:t>
            </a:r>
            <a:r>
              <a:rPr dirty="0" sz="1100" spc="-10">
                <a:solidFill>
                  <a:srgbClr val="1E293B"/>
                </a:solidFill>
                <a:latin typeface="Calibri"/>
                <a:cs typeface="Calibri"/>
              </a:rPr>
              <a:t> </a:t>
            </a:r>
            <a:r>
              <a:rPr dirty="0" sz="1100">
                <a:solidFill>
                  <a:srgbClr val="1E293B"/>
                </a:solidFill>
                <a:latin typeface="Calibri"/>
                <a:cs typeface="Calibri"/>
              </a:rPr>
              <a:t>select</a:t>
            </a:r>
            <a:r>
              <a:rPr dirty="0" sz="1100" spc="-10">
                <a:solidFill>
                  <a:srgbClr val="1E293B"/>
                </a:solidFill>
                <a:latin typeface="Calibri"/>
                <a:cs typeface="Calibri"/>
              </a:rPr>
              <a:t> </a:t>
            </a:r>
            <a:r>
              <a:rPr dirty="0" sz="1100">
                <a:solidFill>
                  <a:srgbClr val="1E293B"/>
                </a:solidFill>
                <a:latin typeface="Calibri"/>
                <a:cs typeface="Calibri"/>
              </a:rPr>
              <a:t>among</a:t>
            </a:r>
            <a:r>
              <a:rPr dirty="0" sz="1100" spc="-5">
                <a:solidFill>
                  <a:srgbClr val="1E293B"/>
                </a:solidFill>
                <a:latin typeface="Calibri"/>
                <a:cs typeface="Calibri"/>
              </a:rPr>
              <a:t> </a:t>
            </a:r>
            <a:r>
              <a:rPr dirty="0" sz="1100" spc="-50">
                <a:solidFill>
                  <a:srgbClr val="1E293B"/>
                </a:solidFill>
                <a:latin typeface="Calibri"/>
                <a:cs typeface="Calibri"/>
              </a:rPr>
              <a:t>8</a:t>
            </a:r>
            <a:r>
              <a:rPr dirty="0" sz="1100">
                <a:solidFill>
                  <a:srgbClr val="1E293B"/>
                </a:solidFill>
                <a:latin typeface="Calibri"/>
                <a:cs typeface="Calibri"/>
              </a:rPr>
              <a:t> specialized</a:t>
            </a:r>
            <a:r>
              <a:rPr dirty="0" sz="1100" spc="-25">
                <a:solidFill>
                  <a:srgbClr val="1E293B"/>
                </a:solidFill>
                <a:latin typeface="Calibri"/>
                <a:cs typeface="Calibri"/>
              </a:rPr>
              <a:t> </a:t>
            </a:r>
            <a:r>
              <a:rPr dirty="0" sz="1100">
                <a:solidFill>
                  <a:srgbClr val="1E293B"/>
                </a:solidFill>
                <a:latin typeface="Calibri"/>
                <a:cs typeface="Calibri"/>
              </a:rPr>
              <a:t>domain</a:t>
            </a:r>
            <a:r>
              <a:rPr dirty="0" sz="1100" spc="-25">
                <a:solidFill>
                  <a:srgbClr val="1E293B"/>
                </a:solidFill>
                <a:latin typeface="Calibri"/>
                <a:cs typeface="Calibri"/>
              </a:rPr>
              <a:t> </a:t>
            </a:r>
            <a:r>
              <a:rPr dirty="0" sz="1100" spc="-10">
                <a:solidFill>
                  <a:srgbClr val="1E293B"/>
                </a:solidFill>
                <a:latin typeface="Calibri"/>
                <a:cs typeface="Calibri"/>
              </a:rPr>
              <a:t>agents.</a:t>
            </a:r>
            <a:endParaRPr sz="1100">
              <a:latin typeface="Calibri"/>
              <a:cs typeface="Calibri"/>
            </a:endParaRPr>
          </a:p>
        </p:txBody>
      </p:sp>
      <p:pic>
        <p:nvPicPr>
          <p:cNvPr id="15" name="object 15"/>
          <p:cNvPicPr/>
          <p:nvPr/>
        </p:nvPicPr>
        <p:blipFill>
          <a:blip r:embed="rId4" cstate="print"/>
          <a:stretch>
            <a:fillRect/>
          </a:stretch>
        </p:blipFill>
        <p:spPr>
          <a:xfrm>
            <a:off x="4197096" y="5120640"/>
            <a:ext cx="1051560" cy="960119"/>
          </a:xfrm>
          <a:prstGeom prst="rect">
            <a:avLst/>
          </a:prstGeom>
        </p:spPr>
      </p:pic>
      <p:grpSp>
        <p:nvGrpSpPr>
          <p:cNvPr id="16" name="object 16"/>
          <p:cNvGrpSpPr/>
          <p:nvPr/>
        </p:nvGrpSpPr>
        <p:grpSpPr>
          <a:xfrm>
            <a:off x="6153911" y="1988959"/>
            <a:ext cx="2606040" cy="4389120"/>
            <a:chOff x="6153911" y="1988959"/>
            <a:chExt cx="2606040" cy="4389120"/>
          </a:xfrm>
        </p:grpSpPr>
        <p:pic>
          <p:nvPicPr>
            <p:cNvPr id="17" name="object 17"/>
            <p:cNvPicPr/>
            <p:nvPr/>
          </p:nvPicPr>
          <p:blipFill>
            <a:blip r:embed="rId2" cstate="print"/>
            <a:stretch>
              <a:fillRect/>
            </a:stretch>
          </p:blipFill>
          <p:spPr>
            <a:xfrm>
              <a:off x="6153911" y="1988959"/>
              <a:ext cx="2606040" cy="4389120"/>
            </a:xfrm>
            <a:prstGeom prst="rect">
              <a:avLst/>
            </a:prstGeom>
          </p:spPr>
        </p:pic>
        <p:sp>
          <p:nvSpPr>
            <p:cNvPr id="18" name="object 18"/>
            <p:cNvSpPr/>
            <p:nvPr/>
          </p:nvSpPr>
          <p:spPr>
            <a:xfrm>
              <a:off x="6199631" y="2011679"/>
              <a:ext cx="2514600" cy="4297680"/>
            </a:xfrm>
            <a:custGeom>
              <a:avLst/>
              <a:gdLst/>
              <a:ahLst/>
              <a:cxnLst/>
              <a:rect l="l" t="t" r="r" b="b"/>
              <a:pathLst>
                <a:path w="2514600" h="4297680">
                  <a:moveTo>
                    <a:pt x="2095491" y="0"/>
                  </a:moveTo>
                  <a:lnTo>
                    <a:pt x="419108" y="0"/>
                  </a:lnTo>
                  <a:lnTo>
                    <a:pt x="370231" y="2819"/>
                  </a:lnTo>
                  <a:lnTo>
                    <a:pt x="323011"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3878571"/>
                  </a:lnTo>
                  <a:lnTo>
                    <a:pt x="2819" y="3927448"/>
                  </a:lnTo>
                  <a:lnTo>
                    <a:pt x="11068" y="3974669"/>
                  </a:lnTo>
                  <a:lnTo>
                    <a:pt x="24433" y="4019919"/>
                  </a:lnTo>
                  <a:lnTo>
                    <a:pt x="42598" y="4062884"/>
                  </a:lnTo>
                  <a:lnTo>
                    <a:pt x="65250" y="4103250"/>
                  </a:lnTo>
                  <a:lnTo>
                    <a:pt x="92073" y="4140702"/>
                  </a:lnTo>
                  <a:lnTo>
                    <a:pt x="122754" y="4174925"/>
                  </a:lnTo>
                  <a:lnTo>
                    <a:pt x="156977" y="4205606"/>
                  </a:lnTo>
                  <a:lnTo>
                    <a:pt x="194429" y="4232429"/>
                  </a:lnTo>
                  <a:lnTo>
                    <a:pt x="234795" y="4255081"/>
                  </a:lnTo>
                  <a:lnTo>
                    <a:pt x="277760" y="4273246"/>
                  </a:lnTo>
                  <a:lnTo>
                    <a:pt x="323011" y="4286610"/>
                  </a:lnTo>
                  <a:lnTo>
                    <a:pt x="370231" y="4294860"/>
                  </a:lnTo>
                  <a:lnTo>
                    <a:pt x="419108" y="4297679"/>
                  </a:lnTo>
                  <a:lnTo>
                    <a:pt x="2095491" y="4297679"/>
                  </a:lnTo>
                  <a:lnTo>
                    <a:pt x="2144368" y="4294860"/>
                  </a:lnTo>
                  <a:lnTo>
                    <a:pt x="2191588" y="4286610"/>
                  </a:lnTo>
                  <a:lnTo>
                    <a:pt x="2236839" y="4273246"/>
                  </a:lnTo>
                  <a:lnTo>
                    <a:pt x="2279804" y="4255081"/>
                  </a:lnTo>
                  <a:lnTo>
                    <a:pt x="2320170" y="4232429"/>
                  </a:lnTo>
                  <a:lnTo>
                    <a:pt x="2357622" y="4205606"/>
                  </a:lnTo>
                  <a:lnTo>
                    <a:pt x="2391845" y="4174925"/>
                  </a:lnTo>
                  <a:lnTo>
                    <a:pt x="2422526" y="4140702"/>
                  </a:lnTo>
                  <a:lnTo>
                    <a:pt x="2449349" y="4103250"/>
                  </a:lnTo>
                  <a:lnTo>
                    <a:pt x="2472001" y="4062884"/>
                  </a:lnTo>
                  <a:lnTo>
                    <a:pt x="2490166" y="4019919"/>
                  </a:lnTo>
                  <a:lnTo>
                    <a:pt x="2503531" y="3974669"/>
                  </a:lnTo>
                  <a:lnTo>
                    <a:pt x="2511780" y="3927448"/>
                  </a:lnTo>
                  <a:lnTo>
                    <a:pt x="2514599" y="3878571"/>
                  </a:lnTo>
                  <a:lnTo>
                    <a:pt x="2514599"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F8FAFC"/>
            </a:solidFill>
          </p:spPr>
          <p:txBody>
            <a:bodyPr wrap="square" lIns="0" tIns="0" rIns="0" bIns="0" rtlCol="0"/>
            <a:lstStyle/>
            <a:p/>
          </p:txBody>
        </p:sp>
        <p:sp>
          <p:nvSpPr>
            <p:cNvPr id="19" name="object 19"/>
            <p:cNvSpPr/>
            <p:nvPr/>
          </p:nvSpPr>
          <p:spPr>
            <a:xfrm>
              <a:off x="6199631" y="2011679"/>
              <a:ext cx="2514600" cy="4297680"/>
            </a:xfrm>
            <a:custGeom>
              <a:avLst/>
              <a:gdLst/>
              <a:ahLst/>
              <a:cxnLst/>
              <a:rect l="l" t="t" r="r" b="b"/>
              <a:pathLst>
                <a:path w="2514600" h="42976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3878571"/>
                  </a:lnTo>
                  <a:lnTo>
                    <a:pt x="2511780" y="3927448"/>
                  </a:lnTo>
                  <a:lnTo>
                    <a:pt x="2503531" y="3974668"/>
                  </a:lnTo>
                  <a:lnTo>
                    <a:pt x="2490166" y="4019919"/>
                  </a:lnTo>
                  <a:lnTo>
                    <a:pt x="2472001" y="4062884"/>
                  </a:lnTo>
                  <a:lnTo>
                    <a:pt x="2449349" y="4103250"/>
                  </a:lnTo>
                  <a:lnTo>
                    <a:pt x="2422526" y="4140702"/>
                  </a:lnTo>
                  <a:lnTo>
                    <a:pt x="2391845" y="4174925"/>
                  </a:lnTo>
                  <a:lnTo>
                    <a:pt x="2357622" y="4205606"/>
                  </a:lnTo>
                  <a:lnTo>
                    <a:pt x="2320170" y="4232429"/>
                  </a:lnTo>
                  <a:lnTo>
                    <a:pt x="2279804" y="4255081"/>
                  </a:lnTo>
                  <a:lnTo>
                    <a:pt x="2236839" y="4273246"/>
                  </a:lnTo>
                  <a:lnTo>
                    <a:pt x="2191588" y="4286611"/>
                  </a:lnTo>
                  <a:lnTo>
                    <a:pt x="2144368" y="4294860"/>
                  </a:lnTo>
                  <a:lnTo>
                    <a:pt x="2095491" y="4297680"/>
                  </a:lnTo>
                  <a:lnTo>
                    <a:pt x="419108" y="4297680"/>
                  </a:lnTo>
                  <a:lnTo>
                    <a:pt x="370231" y="4294860"/>
                  </a:lnTo>
                  <a:lnTo>
                    <a:pt x="323010" y="4286611"/>
                  </a:lnTo>
                  <a:lnTo>
                    <a:pt x="277760" y="4273246"/>
                  </a:lnTo>
                  <a:lnTo>
                    <a:pt x="234795" y="4255081"/>
                  </a:lnTo>
                  <a:lnTo>
                    <a:pt x="194429" y="4232429"/>
                  </a:lnTo>
                  <a:lnTo>
                    <a:pt x="156977" y="4205606"/>
                  </a:lnTo>
                  <a:lnTo>
                    <a:pt x="122754" y="4174925"/>
                  </a:lnTo>
                  <a:lnTo>
                    <a:pt x="92073" y="4140702"/>
                  </a:lnTo>
                  <a:lnTo>
                    <a:pt x="65250" y="4103250"/>
                  </a:lnTo>
                  <a:lnTo>
                    <a:pt x="42598" y="4062884"/>
                  </a:lnTo>
                  <a:lnTo>
                    <a:pt x="24433" y="4019919"/>
                  </a:lnTo>
                  <a:lnTo>
                    <a:pt x="11068" y="3974668"/>
                  </a:lnTo>
                  <a:lnTo>
                    <a:pt x="2819" y="3927448"/>
                  </a:lnTo>
                  <a:lnTo>
                    <a:pt x="0" y="38785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39">
              <a:solidFill>
                <a:srgbClr val="CBD5E1"/>
              </a:solidFill>
            </a:ln>
          </p:spPr>
          <p:txBody>
            <a:bodyPr wrap="square" lIns="0" tIns="0" rIns="0" bIns="0" rtlCol="0"/>
            <a:lstStyle/>
            <a:p/>
          </p:txBody>
        </p:sp>
      </p:grpSp>
      <p:sp>
        <p:nvSpPr>
          <p:cNvPr id="20" name="object 20"/>
          <p:cNvSpPr txBox="1"/>
          <p:nvPr/>
        </p:nvSpPr>
        <p:spPr>
          <a:xfrm>
            <a:off x="6415532" y="2179449"/>
            <a:ext cx="2075180" cy="1585595"/>
          </a:xfrm>
          <a:prstGeom prst="rect">
            <a:avLst/>
          </a:prstGeom>
        </p:spPr>
        <p:txBody>
          <a:bodyPr wrap="square" lIns="0" tIns="12700" rIns="0" bIns="0" rtlCol="0" vert="horz">
            <a:spAutoFit/>
          </a:bodyPr>
          <a:lstStyle/>
          <a:p>
            <a:pPr marL="12700" marR="681990">
              <a:lnSpc>
                <a:spcPct val="107100"/>
              </a:lnSpc>
              <a:spcBef>
                <a:spcPts val="100"/>
              </a:spcBef>
            </a:pPr>
            <a:r>
              <a:rPr dirty="0" sz="1400" spc="-10" b="1">
                <a:solidFill>
                  <a:srgbClr val="0284C7"/>
                </a:solidFill>
                <a:latin typeface="Calibri"/>
                <a:cs typeface="Calibri"/>
              </a:rPr>
              <a:t>Scientific</a:t>
            </a:r>
            <a:r>
              <a:rPr dirty="0" sz="1400" spc="-5" b="1">
                <a:solidFill>
                  <a:srgbClr val="0284C7"/>
                </a:solidFill>
                <a:latin typeface="Calibri"/>
                <a:cs typeface="Calibri"/>
              </a:rPr>
              <a:t> </a:t>
            </a:r>
            <a:r>
              <a:rPr dirty="0" sz="1400" b="1">
                <a:solidFill>
                  <a:srgbClr val="0284C7"/>
                </a:solidFill>
                <a:latin typeface="Calibri"/>
                <a:cs typeface="Calibri"/>
              </a:rPr>
              <a:t>&amp; </a:t>
            </a:r>
            <a:r>
              <a:rPr dirty="0" sz="1400" spc="-10" b="1">
                <a:solidFill>
                  <a:srgbClr val="0284C7"/>
                </a:solidFill>
                <a:latin typeface="Calibri"/>
                <a:cs typeface="Calibri"/>
              </a:rPr>
              <a:t>Spatial Subsystem</a:t>
            </a:r>
            <a:endParaRPr sz="1400">
              <a:latin typeface="Calibri"/>
              <a:cs typeface="Calibri"/>
            </a:endParaRPr>
          </a:p>
          <a:p>
            <a:pPr marL="12700" marR="5080">
              <a:lnSpc>
                <a:spcPts val="1300"/>
              </a:lnSpc>
              <a:spcBef>
                <a:spcPts val="919"/>
              </a:spcBef>
            </a:pPr>
            <a:r>
              <a:rPr dirty="0" sz="1100">
                <a:solidFill>
                  <a:srgbClr val="1E293B"/>
                </a:solidFill>
                <a:latin typeface="Calibri"/>
                <a:cs typeface="Calibri"/>
              </a:rPr>
              <a:t>Executes</a:t>
            </a:r>
            <a:r>
              <a:rPr dirty="0" sz="1100" spc="-35">
                <a:solidFill>
                  <a:srgbClr val="1E293B"/>
                </a:solidFill>
                <a:latin typeface="Calibri"/>
                <a:cs typeface="Calibri"/>
              </a:rPr>
              <a:t> </a:t>
            </a:r>
            <a:r>
              <a:rPr dirty="0" sz="1100">
                <a:solidFill>
                  <a:srgbClr val="1E293B"/>
                </a:solidFill>
                <a:latin typeface="Calibri"/>
                <a:cs typeface="Calibri"/>
              </a:rPr>
              <a:t>deterministic</a:t>
            </a:r>
            <a:r>
              <a:rPr dirty="0" sz="1100" spc="-35">
                <a:solidFill>
                  <a:srgbClr val="1E293B"/>
                </a:solidFill>
                <a:latin typeface="Calibri"/>
                <a:cs typeface="Calibri"/>
              </a:rPr>
              <a:t> </a:t>
            </a:r>
            <a:r>
              <a:rPr dirty="0" sz="1100" spc="-10">
                <a:solidFill>
                  <a:srgbClr val="1E293B"/>
                </a:solidFill>
                <a:latin typeface="Calibri"/>
                <a:cs typeface="Calibri"/>
              </a:rPr>
              <a:t>rule-</a:t>
            </a:r>
            <a:r>
              <a:rPr dirty="0" sz="1100" spc="-20">
                <a:solidFill>
                  <a:srgbClr val="1E293B"/>
                </a:solidFill>
                <a:latin typeface="Calibri"/>
                <a:cs typeface="Calibri"/>
              </a:rPr>
              <a:t>based </a:t>
            </a:r>
            <a:r>
              <a:rPr dirty="0" sz="1100">
                <a:solidFill>
                  <a:srgbClr val="1E293B"/>
                </a:solidFill>
                <a:latin typeface="Calibri"/>
                <a:cs typeface="Calibri"/>
              </a:rPr>
              <a:t>engines: </a:t>
            </a:r>
            <a:r>
              <a:rPr dirty="0" sz="1100" spc="-10">
                <a:solidFill>
                  <a:srgbClr val="1E293B"/>
                </a:solidFill>
                <a:latin typeface="Calibri"/>
                <a:cs typeface="Calibri"/>
              </a:rPr>
              <a:t>Multi-</a:t>
            </a:r>
            <a:r>
              <a:rPr dirty="0" sz="1100">
                <a:solidFill>
                  <a:srgbClr val="1E293B"/>
                </a:solidFill>
                <a:latin typeface="Calibri"/>
                <a:cs typeface="Calibri"/>
              </a:rPr>
              <a:t>Factor </a:t>
            </a:r>
            <a:r>
              <a:rPr dirty="0" sz="1100" spc="-20">
                <a:solidFill>
                  <a:srgbClr val="1E293B"/>
                </a:solidFill>
                <a:latin typeface="Calibri"/>
                <a:cs typeface="Calibri"/>
              </a:rPr>
              <a:t>Risk </a:t>
            </a:r>
            <a:r>
              <a:rPr dirty="0" sz="1100">
                <a:solidFill>
                  <a:srgbClr val="1E293B"/>
                </a:solidFill>
                <a:latin typeface="Calibri"/>
                <a:cs typeface="Calibri"/>
              </a:rPr>
              <a:t>Assessment</a:t>
            </a:r>
            <a:r>
              <a:rPr dirty="0" sz="1100" spc="-20">
                <a:solidFill>
                  <a:srgbClr val="1E293B"/>
                </a:solidFill>
                <a:latin typeface="Calibri"/>
                <a:cs typeface="Calibri"/>
              </a:rPr>
              <a:t> </a:t>
            </a:r>
            <a:r>
              <a:rPr dirty="0" sz="1100" spc="-10">
                <a:solidFill>
                  <a:srgbClr val="1E293B"/>
                </a:solidFill>
                <a:latin typeface="Calibri"/>
                <a:cs typeface="Calibri"/>
              </a:rPr>
              <a:t>(0–</a:t>
            </a:r>
            <a:r>
              <a:rPr dirty="0" sz="1100">
                <a:solidFill>
                  <a:srgbClr val="1E293B"/>
                </a:solidFill>
                <a:latin typeface="Calibri"/>
                <a:cs typeface="Calibri"/>
              </a:rPr>
              <a:t>100</a:t>
            </a:r>
            <a:r>
              <a:rPr dirty="0" sz="1100" spc="-20">
                <a:solidFill>
                  <a:srgbClr val="1E293B"/>
                </a:solidFill>
                <a:latin typeface="Calibri"/>
                <a:cs typeface="Calibri"/>
              </a:rPr>
              <a:t> </a:t>
            </a:r>
            <a:r>
              <a:rPr dirty="0" sz="1100">
                <a:solidFill>
                  <a:srgbClr val="1E293B"/>
                </a:solidFill>
                <a:latin typeface="Calibri"/>
                <a:cs typeface="Calibri"/>
              </a:rPr>
              <a:t>score),</a:t>
            </a:r>
            <a:r>
              <a:rPr dirty="0" sz="1100" spc="-20">
                <a:solidFill>
                  <a:srgbClr val="1E293B"/>
                </a:solidFill>
                <a:latin typeface="Calibri"/>
                <a:cs typeface="Calibri"/>
              </a:rPr>
              <a:t> </a:t>
            </a:r>
            <a:r>
              <a:rPr dirty="0" sz="1100" spc="-10">
                <a:solidFill>
                  <a:srgbClr val="1E293B"/>
                </a:solidFill>
                <a:latin typeface="Calibri"/>
                <a:cs typeface="Calibri"/>
              </a:rPr>
              <a:t>Douglas </a:t>
            </a:r>
            <a:r>
              <a:rPr dirty="0" sz="1100">
                <a:solidFill>
                  <a:srgbClr val="1E293B"/>
                </a:solidFill>
                <a:latin typeface="Calibri"/>
                <a:cs typeface="Calibri"/>
              </a:rPr>
              <a:t>&amp;</a:t>
            </a:r>
            <a:r>
              <a:rPr dirty="0" sz="1100" spc="-15">
                <a:solidFill>
                  <a:srgbClr val="1E293B"/>
                </a:solidFill>
                <a:latin typeface="Calibri"/>
                <a:cs typeface="Calibri"/>
              </a:rPr>
              <a:t> </a:t>
            </a:r>
            <a:r>
              <a:rPr dirty="0" sz="1100">
                <a:solidFill>
                  <a:srgbClr val="1E293B"/>
                </a:solidFill>
                <a:latin typeface="Calibri"/>
                <a:cs typeface="Calibri"/>
              </a:rPr>
              <a:t>Beaufort</a:t>
            </a:r>
            <a:r>
              <a:rPr dirty="0" sz="1100" spc="-10">
                <a:solidFill>
                  <a:srgbClr val="1E293B"/>
                </a:solidFill>
                <a:latin typeface="Calibri"/>
                <a:cs typeface="Calibri"/>
              </a:rPr>
              <a:t> </a:t>
            </a:r>
            <a:r>
              <a:rPr dirty="0" sz="1100">
                <a:solidFill>
                  <a:srgbClr val="1E293B"/>
                </a:solidFill>
                <a:latin typeface="Calibri"/>
                <a:cs typeface="Calibri"/>
              </a:rPr>
              <a:t>scales,</a:t>
            </a:r>
            <a:r>
              <a:rPr dirty="0" sz="1100" spc="-10">
                <a:solidFill>
                  <a:srgbClr val="1E293B"/>
                </a:solidFill>
                <a:latin typeface="Calibri"/>
                <a:cs typeface="Calibri"/>
              </a:rPr>
              <a:t> INCOIS-calibrated </a:t>
            </a:r>
            <a:r>
              <a:rPr dirty="0" sz="1100">
                <a:solidFill>
                  <a:srgbClr val="1E293B"/>
                </a:solidFill>
                <a:latin typeface="Calibri"/>
                <a:cs typeface="Calibri"/>
              </a:rPr>
              <a:t>PFZ</a:t>
            </a:r>
            <a:r>
              <a:rPr dirty="0" sz="1100" spc="-25">
                <a:solidFill>
                  <a:srgbClr val="1E293B"/>
                </a:solidFill>
                <a:latin typeface="Calibri"/>
                <a:cs typeface="Calibri"/>
              </a:rPr>
              <a:t> </a:t>
            </a:r>
            <a:r>
              <a:rPr dirty="0" sz="1100">
                <a:solidFill>
                  <a:srgbClr val="1E293B"/>
                </a:solidFill>
                <a:latin typeface="Calibri"/>
                <a:cs typeface="Calibri"/>
              </a:rPr>
              <a:t>detection,</a:t>
            </a:r>
            <a:r>
              <a:rPr dirty="0" sz="1100" spc="-25">
                <a:solidFill>
                  <a:srgbClr val="1E293B"/>
                </a:solidFill>
                <a:latin typeface="Calibri"/>
                <a:cs typeface="Calibri"/>
              </a:rPr>
              <a:t> </a:t>
            </a:r>
            <a:r>
              <a:rPr dirty="0" sz="1100">
                <a:solidFill>
                  <a:srgbClr val="1E293B"/>
                </a:solidFill>
                <a:latin typeface="Calibri"/>
                <a:cs typeface="Calibri"/>
              </a:rPr>
              <a:t>and</a:t>
            </a:r>
            <a:r>
              <a:rPr dirty="0" sz="1100" spc="-25">
                <a:solidFill>
                  <a:srgbClr val="1E293B"/>
                </a:solidFill>
                <a:latin typeface="Calibri"/>
                <a:cs typeface="Calibri"/>
              </a:rPr>
              <a:t> </a:t>
            </a:r>
            <a:r>
              <a:rPr dirty="0" sz="1100">
                <a:solidFill>
                  <a:srgbClr val="1E293B"/>
                </a:solidFill>
                <a:latin typeface="Calibri"/>
                <a:cs typeface="Calibri"/>
              </a:rPr>
              <a:t>PostGIS</a:t>
            </a:r>
            <a:r>
              <a:rPr dirty="0" sz="1100" spc="-25">
                <a:solidFill>
                  <a:srgbClr val="1E293B"/>
                </a:solidFill>
                <a:latin typeface="Calibri"/>
                <a:cs typeface="Calibri"/>
              </a:rPr>
              <a:t> </a:t>
            </a:r>
            <a:r>
              <a:rPr dirty="0" sz="1100" spc="-20">
                <a:solidFill>
                  <a:srgbClr val="1E293B"/>
                </a:solidFill>
                <a:latin typeface="Calibri"/>
                <a:cs typeface="Calibri"/>
              </a:rPr>
              <a:t>ray-</a:t>
            </a:r>
            <a:r>
              <a:rPr dirty="0" sz="1100">
                <a:solidFill>
                  <a:srgbClr val="1E293B"/>
                </a:solidFill>
                <a:latin typeface="Calibri"/>
                <a:cs typeface="Calibri"/>
              </a:rPr>
              <a:t>casting</a:t>
            </a:r>
            <a:r>
              <a:rPr dirty="0" sz="1100" spc="-15">
                <a:solidFill>
                  <a:srgbClr val="1E293B"/>
                </a:solidFill>
                <a:latin typeface="Calibri"/>
                <a:cs typeface="Calibri"/>
              </a:rPr>
              <a:t> </a:t>
            </a:r>
            <a:r>
              <a:rPr dirty="0" sz="1100">
                <a:solidFill>
                  <a:srgbClr val="1E293B"/>
                </a:solidFill>
                <a:latin typeface="Calibri"/>
                <a:cs typeface="Calibri"/>
              </a:rPr>
              <a:t>dual</a:t>
            </a:r>
            <a:r>
              <a:rPr dirty="0" sz="1100" spc="-15">
                <a:solidFill>
                  <a:srgbClr val="1E293B"/>
                </a:solidFill>
                <a:latin typeface="Calibri"/>
                <a:cs typeface="Calibri"/>
              </a:rPr>
              <a:t> </a:t>
            </a:r>
            <a:r>
              <a:rPr dirty="0" sz="1100" spc="-10">
                <a:solidFill>
                  <a:srgbClr val="1E293B"/>
                </a:solidFill>
                <a:latin typeface="Calibri"/>
                <a:cs typeface="Calibri"/>
              </a:rPr>
              <a:t>routing.</a:t>
            </a:r>
            <a:endParaRPr sz="1100">
              <a:latin typeface="Calibri"/>
              <a:cs typeface="Calibri"/>
            </a:endParaRPr>
          </a:p>
        </p:txBody>
      </p:sp>
      <p:pic>
        <p:nvPicPr>
          <p:cNvPr id="21" name="object 21"/>
          <p:cNvPicPr/>
          <p:nvPr/>
        </p:nvPicPr>
        <p:blipFill>
          <a:blip r:embed="rId5" cstate="print"/>
          <a:stretch>
            <a:fillRect/>
          </a:stretch>
        </p:blipFill>
        <p:spPr>
          <a:xfrm>
            <a:off x="6931152" y="5120640"/>
            <a:ext cx="1051559" cy="960119"/>
          </a:xfrm>
          <a:prstGeom prst="rect">
            <a:avLst/>
          </a:prstGeom>
        </p:spPr>
      </p:pic>
      <p:grpSp>
        <p:nvGrpSpPr>
          <p:cNvPr id="22" name="object 22"/>
          <p:cNvGrpSpPr/>
          <p:nvPr/>
        </p:nvGrpSpPr>
        <p:grpSpPr>
          <a:xfrm>
            <a:off x="8887968" y="1988959"/>
            <a:ext cx="2606040" cy="4389120"/>
            <a:chOff x="8887968" y="1988959"/>
            <a:chExt cx="2606040" cy="4389120"/>
          </a:xfrm>
        </p:grpSpPr>
        <p:pic>
          <p:nvPicPr>
            <p:cNvPr id="23" name="object 23"/>
            <p:cNvPicPr/>
            <p:nvPr/>
          </p:nvPicPr>
          <p:blipFill>
            <a:blip r:embed="rId2" cstate="print"/>
            <a:stretch>
              <a:fillRect/>
            </a:stretch>
          </p:blipFill>
          <p:spPr>
            <a:xfrm>
              <a:off x="8887968" y="1988959"/>
              <a:ext cx="2606039" cy="4389120"/>
            </a:xfrm>
            <a:prstGeom prst="rect">
              <a:avLst/>
            </a:prstGeom>
          </p:spPr>
        </p:pic>
        <p:sp>
          <p:nvSpPr>
            <p:cNvPr id="24" name="object 24"/>
            <p:cNvSpPr/>
            <p:nvPr/>
          </p:nvSpPr>
          <p:spPr>
            <a:xfrm>
              <a:off x="8933688" y="2011679"/>
              <a:ext cx="2514600" cy="4297680"/>
            </a:xfrm>
            <a:custGeom>
              <a:avLst/>
              <a:gdLst/>
              <a:ahLst/>
              <a:cxnLst/>
              <a:rect l="l" t="t" r="r" b="b"/>
              <a:pathLst>
                <a:path w="2514600" h="4297680">
                  <a:moveTo>
                    <a:pt x="2095491" y="0"/>
                  </a:moveTo>
                  <a:lnTo>
                    <a:pt x="419108" y="0"/>
                  </a:lnTo>
                  <a:lnTo>
                    <a:pt x="370231" y="2819"/>
                  </a:lnTo>
                  <a:lnTo>
                    <a:pt x="323011"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3878571"/>
                  </a:lnTo>
                  <a:lnTo>
                    <a:pt x="2819" y="3927448"/>
                  </a:lnTo>
                  <a:lnTo>
                    <a:pt x="11068" y="3974669"/>
                  </a:lnTo>
                  <a:lnTo>
                    <a:pt x="24433" y="4019919"/>
                  </a:lnTo>
                  <a:lnTo>
                    <a:pt x="42598" y="4062884"/>
                  </a:lnTo>
                  <a:lnTo>
                    <a:pt x="65250" y="4103250"/>
                  </a:lnTo>
                  <a:lnTo>
                    <a:pt x="92073" y="4140702"/>
                  </a:lnTo>
                  <a:lnTo>
                    <a:pt x="122754" y="4174925"/>
                  </a:lnTo>
                  <a:lnTo>
                    <a:pt x="156977" y="4205606"/>
                  </a:lnTo>
                  <a:lnTo>
                    <a:pt x="194429" y="4232429"/>
                  </a:lnTo>
                  <a:lnTo>
                    <a:pt x="234795" y="4255081"/>
                  </a:lnTo>
                  <a:lnTo>
                    <a:pt x="277760" y="4273246"/>
                  </a:lnTo>
                  <a:lnTo>
                    <a:pt x="323011" y="4286610"/>
                  </a:lnTo>
                  <a:lnTo>
                    <a:pt x="370231" y="4294860"/>
                  </a:lnTo>
                  <a:lnTo>
                    <a:pt x="419108" y="4297679"/>
                  </a:lnTo>
                  <a:lnTo>
                    <a:pt x="2095491" y="4297679"/>
                  </a:lnTo>
                  <a:lnTo>
                    <a:pt x="2144368" y="4294860"/>
                  </a:lnTo>
                  <a:lnTo>
                    <a:pt x="2191588" y="4286610"/>
                  </a:lnTo>
                  <a:lnTo>
                    <a:pt x="2236839" y="4273246"/>
                  </a:lnTo>
                  <a:lnTo>
                    <a:pt x="2279804" y="4255081"/>
                  </a:lnTo>
                  <a:lnTo>
                    <a:pt x="2320170" y="4232429"/>
                  </a:lnTo>
                  <a:lnTo>
                    <a:pt x="2357622" y="4205606"/>
                  </a:lnTo>
                  <a:lnTo>
                    <a:pt x="2391845" y="4174925"/>
                  </a:lnTo>
                  <a:lnTo>
                    <a:pt x="2422526" y="4140702"/>
                  </a:lnTo>
                  <a:lnTo>
                    <a:pt x="2449349" y="4103250"/>
                  </a:lnTo>
                  <a:lnTo>
                    <a:pt x="2472001" y="4062884"/>
                  </a:lnTo>
                  <a:lnTo>
                    <a:pt x="2490166" y="4019919"/>
                  </a:lnTo>
                  <a:lnTo>
                    <a:pt x="2503531" y="3974669"/>
                  </a:lnTo>
                  <a:lnTo>
                    <a:pt x="2511780" y="3927448"/>
                  </a:lnTo>
                  <a:lnTo>
                    <a:pt x="2514600" y="3878571"/>
                  </a:lnTo>
                  <a:lnTo>
                    <a:pt x="2514600"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F8FAFC"/>
            </a:solidFill>
          </p:spPr>
          <p:txBody>
            <a:bodyPr wrap="square" lIns="0" tIns="0" rIns="0" bIns="0" rtlCol="0"/>
            <a:lstStyle/>
            <a:p/>
          </p:txBody>
        </p:sp>
        <p:sp>
          <p:nvSpPr>
            <p:cNvPr id="25" name="object 25"/>
            <p:cNvSpPr/>
            <p:nvPr/>
          </p:nvSpPr>
          <p:spPr>
            <a:xfrm>
              <a:off x="8933688" y="2011679"/>
              <a:ext cx="2514600" cy="4297680"/>
            </a:xfrm>
            <a:custGeom>
              <a:avLst/>
              <a:gdLst/>
              <a:ahLst/>
              <a:cxnLst/>
              <a:rect l="l" t="t" r="r" b="b"/>
              <a:pathLst>
                <a:path w="2514600" h="42976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3878571"/>
                  </a:lnTo>
                  <a:lnTo>
                    <a:pt x="2511780" y="3927448"/>
                  </a:lnTo>
                  <a:lnTo>
                    <a:pt x="2503531" y="3974668"/>
                  </a:lnTo>
                  <a:lnTo>
                    <a:pt x="2490166" y="4019919"/>
                  </a:lnTo>
                  <a:lnTo>
                    <a:pt x="2472001" y="4062884"/>
                  </a:lnTo>
                  <a:lnTo>
                    <a:pt x="2449349" y="4103250"/>
                  </a:lnTo>
                  <a:lnTo>
                    <a:pt x="2422526" y="4140702"/>
                  </a:lnTo>
                  <a:lnTo>
                    <a:pt x="2391845" y="4174925"/>
                  </a:lnTo>
                  <a:lnTo>
                    <a:pt x="2357622" y="4205606"/>
                  </a:lnTo>
                  <a:lnTo>
                    <a:pt x="2320170" y="4232429"/>
                  </a:lnTo>
                  <a:lnTo>
                    <a:pt x="2279804" y="4255081"/>
                  </a:lnTo>
                  <a:lnTo>
                    <a:pt x="2236839" y="4273246"/>
                  </a:lnTo>
                  <a:lnTo>
                    <a:pt x="2191588" y="4286611"/>
                  </a:lnTo>
                  <a:lnTo>
                    <a:pt x="2144368" y="4294860"/>
                  </a:lnTo>
                  <a:lnTo>
                    <a:pt x="2095491" y="4297680"/>
                  </a:lnTo>
                  <a:lnTo>
                    <a:pt x="419108" y="4297680"/>
                  </a:lnTo>
                  <a:lnTo>
                    <a:pt x="370231" y="4294860"/>
                  </a:lnTo>
                  <a:lnTo>
                    <a:pt x="323010" y="4286611"/>
                  </a:lnTo>
                  <a:lnTo>
                    <a:pt x="277760" y="4273246"/>
                  </a:lnTo>
                  <a:lnTo>
                    <a:pt x="234795" y="4255081"/>
                  </a:lnTo>
                  <a:lnTo>
                    <a:pt x="194429" y="4232429"/>
                  </a:lnTo>
                  <a:lnTo>
                    <a:pt x="156977" y="4205606"/>
                  </a:lnTo>
                  <a:lnTo>
                    <a:pt x="122754" y="4174925"/>
                  </a:lnTo>
                  <a:lnTo>
                    <a:pt x="92073" y="4140702"/>
                  </a:lnTo>
                  <a:lnTo>
                    <a:pt x="65250" y="4103250"/>
                  </a:lnTo>
                  <a:lnTo>
                    <a:pt x="42598" y="4062884"/>
                  </a:lnTo>
                  <a:lnTo>
                    <a:pt x="24433" y="4019919"/>
                  </a:lnTo>
                  <a:lnTo>
                    <a:pt x="11068" y="3974668"/>
                  </a:lnTo>
                  <a:lnTo>
                    <a:pt x="2819" y="3927448"/>
                  </a:lnTo>
                  <a:lnTo>
                    <a:pt x="0" y="38785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39">
              <a:solidFill>
                <a:srgbClr val="CBD5E1"/>
              </a:solidFill>
            </a:ln>
          </p:spPr>
          <p:txBody>
            <a:bodyPr wrap="square" lIns="0" tIns="0" rIns="0" bIns="0" rtlCol="0"/>
            <a:lstStyle/>
            <a:p/>
          </p:txBody>
        </p:sp>
      </p:grpSp>
      <p:sp>
        <p:nvSpPr>
          <p:cNvPr id="26" name="object 26"/>
          <p:cNvSpPr txBox="1"/>
          <p:nvPr/>
        </p:nvSpPr>
        <p:spPr>
          <a:xfrm>
            <a:off x="9149588" y="2179449"/>
            <a:ext cx="1949450" cy="1750695"/>
          </a:xfrm>
          <a:prstGeom prst="rect">
            <a:avLst/>
          </a:prstGeom>
        </p:spPr>
        <p:txBody>
          <a:bodyPr wrap="square" lIns="0" tIns="12700" rIns="0" bIns="0" rtlCol="0" vert="horz">
            <a:spAutoFit/>
          </a:bodyPr>
          <a:lstStyle/>
          <a:p>
            <a:pPr marL="12700" marR="155575">
              <a:lnSpc>
                <a:spcPct val="107100"/>
              </a:lnSpc>
              <a:spcBef>
                <a:spcPts val="100"/>
              </a:spcBef>
            </a:pPr>
            <a:r>
              <a:rPr dirty="0" sz="1400" b="1">
                <a:solidFill>
                  <a:srgbClr val="0284C7"/>
                </a:solidFill>
                <a:latin typeface="Calibri"/>
                <a:cs typeface="Calibri"/>
              </a:rPr>
              <a:t>Deployment</a:t>
            </a:r>
            <a:r>
              <a:rPr dirty="0" sz="1400" spc="-35" b="1">
                <a:solidFill>
                  <a:srgbClr val="0284C7"/>
                </a:solidFill>
                <a:latin typeface="Calibri"/>
                <a:cs typeface="Calibri"/>
              </a:rPr>
              <a:t> </a:t>
            </a:r>
            <a:r>
              <a:rPr dirty="0" sz="1400" b="1">
                <a:solidFill>
                  <a:srgbClr val="0284C7"/>
                </a:solidFill>
                <a:latin typeface="Calibri"/>
                <a:cs typeface="Calibri"/>
              </a:rPr>
              <a:t>&amp;</a:t>
            </a:r>
            <a:r>
              <a:rPr dirty="0" sz="1400" spc="-30" b="1">
                <a:solidFill>
                  <a:srgbClr val="0284C7"/>
                </a:solidFill>
                <a:latin typeface="Calibri"/>
                <a:cs typeface="Calibri"/>
              </a:rPr>
              <a:t> </a:t>
            </a:r>
            <a:r>
              <a:rPr dirty="0" sz="1400" spc="-10" b="1">
                <a:solidFill>
                  <a:srgbClr val="0284C7"/>
                </a:solidFill>
                <a:latin typeface="Calibri"/>
                <a:cs typeface="Calibri"/>
              </a:rPr>
              <a:t>Interface Subsystem</a:t>
            </a:r>
            <a:endParaRPr sz="1400">
              <a:latin typeface="Calibri"/>
              <a:cs typeface="Calibri"/>
            </a:endParaRPr>
          </a:p>
          <a:p>
            <a:pPr marL="12700" marR="5080">
              <a:lnSpc>
                <a:spcPts val="1300"/>
              </a:lnSpc>
              <a:spcBef>
                <a:spcPts val="919"/>
              </a:spcBef>
            </a:pPr>
            <a:r>
              <a:rPr dirty="0" sz="1100">
                <a:solidFill>
                  <a:srgbClr val="1E293B"/>
                </a:solidFill>
                <a:latin typeface="Calibri"/>
                <a:cs typeface="Calibri"/>
              </a:rPr>
              <a:t>Delivers</a:t>
            </a:r>
            <a:r>
              <a:rPr dirty="0" sz="1100" spc="-10">
                <a:solidFill>
                  <a:srgbClr val="1E293B"/>
                </a:solidFill>
                <a:latin typeface="Calibri"/>
                <a:cs typeface="Calibri"/>
              </a:rPr>
              <a:t> </a:t>
            </a:r>
            <a:r>
              <a:rPr dirty="0" sz="1100">
                <a:solidFill>
                  <a:srgbClr val="1E293B"/>
                </a:solidFill>
                <a:latin typeface="Calibri"/>
                <a:cs typeface="Calibri"/>
              </a:rPr>
              <a:t>a</a:t>
            </a:r>
            <a:r>
              <a:rPr dirty="0" sz="1100" spc="-5">
                <a:solidFill>
                  <a:srgbClr val="1E293B"/>
                </a:solidFill>
                <a:latin typeface="Calibri"/>
                <a:cs typeface="Calibri"/>
              </a:rPr>
              <a:t> </a:t>
            </a:r>
            <a:r>
              <a:rPr dirty="0" sz="1100">
                <a:solidFill>
                  <a:srgbClr val="1E293B"/>
                </a:solidFill>
                <a:latin typeface="Calibri"/>
                <a:cs typeface="Calibri"/>
              </a:rPr>
              <a:t>full</a:t>
            </a:r>
            <a:r>
              <a:rPr dirty="0" sz="1100" spc="-10">
                <a:solidFill>
                  <a:srgbClr val="1E293B"/>
                </a:solidFill>
                <a:latin typeface="Calibri"/>
                <a:cs typeface="Calibri"/>
              </a:rPr>
              <a:t> Marine-</a:t>
            </a:r>
            <a:r>
              <a:rPr dirty="0" sz="1100" spc="-20">
                <a:solidFill>
                  <a:srgbClr val="1E293B"/>
                </a:solidFill>
                <a:latin typeface="Calibri"/>
                <a:cs typeface="Calibri"/>
              </a:rPr>
              <a:t>Tech</a:t>
            </a:r>
            <a:r>
              <a:rPr dirty="0" sz="1100" spc="-5">
                <a:solidFill>
                  <a:srgbClr val="1E293B"/>
                </a:solidFill>
                <a:latin typeface="Calibri"/>
                <a:cs typeface="Calibri"/>
              </a:rPr>
              <a:t> </a:t>
            </a:r>
            <a:r>
              <a:rPr dirty="0" sz="1100" spc="-25">
                <a:solidFill>
                  <a:srgbClr val="1E293B"/>
                </a:solidFill>
                <a:latin typeface="Calibri"/>
                <a:cs typeface="Calibri"/>
              </a:rPr>
              <a:t>HUD </a:t>
            </a:r>
            <a:r>
              <a:rPr dirty="0" sz="1100">
                <a:solidFill>
                  <a:srgbClr val="1E293B"/>
                </a:solidFill>
                <a:latin typeface="Calibri"/>
                <a:cs typeface="Calibri"/>
              </a:rPr>
              <a:t>with</a:t>
            </a:r>
            <a:r>
              <a:rPr dirty="0" sz="1100" spc="-10">
                <a:solidFill>
                  <a:srgbClr val="1E293B"/>
                </a:solidFill>
                <a:latin typeface="Calibri"/>
                <a:cs typeface="Calibri"/>
              </a:rPr>
              <a:t> interactive </a:t>
            </a:r>
            <a:r>
              <a:rPr dirty="0" sz="1100">
                <a:solidFill>
                  <a:srgbClr val="1E293B"/>
                </a:solidFill>
                <a:latin typeface="Calibri"/>
                <a:cs typeface="Calibri"/>
              </a:rPr>
              <a:t>Leaflet</a:t>
            </a:r>
            <a:r>
              <a:rPr dirty="0" sz="1100" spc="-10">
                <a:solidFill>
                  <a:srgbClr val="1E293B"/>
                </a:solidFill>
                <a:latin typeface="Calibri"/>
                <a:cs typeface="Calibri"/>
              </a:rPr>
              <a:t> </a:t>
            </a:r>
            <a:r>
              <a:rPr dirty="0" sz="1100">
                <a:solidFill>
                  <a:srgbClr val="1E293B"/>
                </a:solidFill>
                <a:latin typeface="Calibri"/>
                <a:cs typeface="Calibri"/>
              </a:rPr>
              <a:t>GIS</a:t>
            </a:r>
            <a:r>
              <a:rPr dirty="0" sz="1100" spc="-10">
                <a:solidFill>
                  <a:srgbClr val="1E293B"/>
                </a:solidFill>
                <a:latin typeface="Calibri"/>
                <a:cs typeface="Calibri"/>
              </a:rPr>
              <a:t> </a:t>
            </a:r>
            <a:r>
              <a:rPr dirty="0" sz="1100" spc="-20">
                <a:solidFill>
                  <a:srgbClr val="1E293B"/>
                </a:solidFill>
                <a:latin typeface="Calibri"/>
                <a:cs typeface="Calibri"/>
              </a:rPr>
              <a:t>ocean </a:t>
            </a:r>
            <a:r>
              <a:rPr dirty="0" sz="1100">
                <a:solidFill>
                  <a:srgbClr val="1E293B"/>
                </a:solidFill>
                <a:latin typeface="Calibri"/>
                <a:cs typeface="Calibri"/>
              </a:rPr>
              <a:t>maps,</a:t>
            </a:r>
            <a:r>
              <a:rPr dirty="0" sz="1100" spc="-30">
                <a:solidFill>
                  <a:srgbClr val="1E293B"/>
                </a:solidFill>
                <a:latin typeface="Calibri"/>
                <a:cs typeface="Calibri"/>
              </a:rPr>
              <a:t> </a:t>
            </a:r>
            <a:r>
              <a:rPr dirty="0" sz="1100">
                <a:solidFill>
                  <a:srgbClr val="1E293B"/>
                </a:solidFill>
                <a:latin typeface="Calibri"/>
                <a:cs typeface="Calibri"/>
              </a:rPr>
              <a:t>telemetry</a:t>
            </a:r>
            <a:r>
              <a:rPr dirty="0" sz="1100" spc="-25">
                <a:solidFill>
                  <a:srgbClr val="1E293B"/>
                </a:solidFill>
                <a:latin typeface="Calibri"/>
                <a:cs typeface="Calibri"/>
              </a:rPr>
              <a:t> </a:t>
            </a:r>
            <a:r>
              <a:rPr dirty="0" sz="1100" spc="-10">
                <a:solidFill>
                  <a:srgbClr val="1E293B"/>
                </a:solidFill>
                <a:latin typeface="Calibri"/>
                <a:cs typeface="Calibri"/>
              </a:rPr>
              <a:t>timelines, </a:t>
            </a:r>
            <a:r>
              <a:rPr dirty="0" sz="1100">
                <a:solidFill>
                  <a:srgbClr val="1E293B"/>
                </a:solidFill>
                <a:latin typeface="Calibri"/>
                <a:cs typeface="Calibri"/>
              </a:rPr>
              <a:t>multilingual</a:t>
            </a:r>
            <a:r>
              <a:rPr dirty="0" sz="1100" spc="-15">
                <a:solidFill>
                  <a:srgbClr val="1E293B"/>
                </a:solidFill>
                <a:latin typeface="Calibri"/>
                <a:cs typeface="Calibri"/>
              </a:rPr>
              <a:t> </a:t>
            </a:r>
            <a:r>
              <a:rPr dirty="0" sz="1100">
                <a:solidFill>
                  <a:srgbClr val="1E293B"/>
                </a:solidFill>
                <a:latin typeface="Calibri"/>
                <a:cs typeface="Calibri"/>
              </a:rPr>
              <a:t>voice</a:t>
            </a:r>
            <a:r>
              <a:rPr dirty="0" sz="1100" spc="-10">
                <a:solidFill>
                  <a:srgbClr val="1E293B"/>
                </a:solidFill>
                <a:latin typeface="Calibri"/>
                <a:cs typeface="Calibri"/>
              </a:rPr>
              <a:t> </a:t>
            </a:r>
            <a:r>
              <a:rPr dirty="0" sz="1100">
                <a:solidFill>
                  <a:srgbClr val="1E293B"/>
                </a:solidFill>
                <a:latin typeface="Calibri"/>
                <a:cs typeface="Calibri"/>
              </a:rPr>
              <a:t>copilot</a:t>
            </a:r>
            <a:r>
              <a:rPr dirty="0" sz="1100" spc="-10">
                <a:solidFill>
                  <a:srgbClr val="1E293B"/>
                </a:solidFill>
                <a:latin typeface="Calibri"/>
                <a:cs typeface="Calibri"/>
              </a:rPr>
              <a:t> </a:t>
            </a:r>
            <a:r>
              <a:rPr dirty="0" sz="1100" spc="-20">
                <a:solidFill>
                  <a:srgbClr val="1E293B"/>
                </a:solidFill>
                <a:latin typeface="Calibri"/>
                <a:cs typeface="Calibri"/>
              </a:rPr>
              <a:t>(Web </a:t>
            </a:r>
            <a:r>
              <a:rPr dirty="0" sz="1100">
                <a:solidFill>
                  <a:srgbClr val="1E293B"/>
                </a:solidFill>
                <a:latin typeface="Calibri"/>
                <a:cs typeface="Calibri"/>
              </a:rPr>
              <a:t>Speech</a:t>
            </a:r>
            <a:r>
              <a:rPr dirty="0" sz="1100" spc="-15">
                <a:solidFill>
                  <a:srgbClr val="1E293B"/>
                </a:solidFill>
                <a:latin typeface="Calibri"/>
                <a:cs typeface="Calibri"/>
              </a:rPr>
              <a:t> </a:t>
            </a:r>
            <a:r>
              <a:rPr dirty="0" sz="1100">
                <a:solidFill>
                  <a:srgbClr val="1E293B"/>
                </a:solidFill>
                <a:latin typeface="Calibri"/>
                <a:cs typeface="Calibri"/>
              </a:rPr>
              <a:t>API),</a:t>
            </a:r>
            <a:r>
              <a:rPr dirty="0" sz="1100" spc="-10">
                <a:solidFill>
                  <a:srgbClr val="1E293B"/>
                </a:solidFill>
                <a:latin typeface="Calibri"/>
                <a:cs typeface="Calibri"/>
              </a:rPr>
              <a:t> </a:t>
            </a:r>
            <a:r>
              <a:rPr dirty="0" sz="1100">
                <a:solidFill>
                  <a:srgbClr val="1E293B"/>
                </a:solidFill>
                <a:latin typeface="Calibri"/>
                <a:cs typeface="Calibri"/>
              </a:rPr>
              <a:t>instant</a:t>
            </a:r>
            <a:r>
              <a:rPr dirty="0" sz="1100" spc="-15">
                <a:solidFill>
                  <a:srgbClr val="1E293B"/>
                </a:solidFill>
                <a:latin typeface="Calibri"/>
                <a:cs typeface="Calibri"/>
              </a:rPr>
              <a:t> </a:t>
            </a:r>
            <a:r>
              <a:rPr dirty="0" sz="1100">
                <a:solidFill>
                  <a:srgbClr val="1E293B"/>
                </a:solidFill>
                <a:latin typeface="Calibri"/>
                <a:cs typeface="Calibri"/>
              </a:rPr>
              <a:t>PDF</a:t>
            </a:r>
            <a:r>
              <a:rPr dirty="0" sz="1100" spc="-10">
                <a:solidFill>
                  <a:srgbClr val="1E293B"/>
                </a:solidFill>
                <a:latin typeface="Calibri"/>
                <a:cs typeface="Calibri"/>
              </a:rPr>
              <a:t> dispatch, </a:t>
            </a:r>
            <a:r>
              <a:rPr dirty="0" sz="1100">
                <a:solidFill>
                  <a:srgbClr val="1E293B"/>
                </a:solidFill>
                <a:latin typeface="Calibri"/>
                <a:cs typeface="Calibri"/>
              </a:rPr>
              <a:t>and</a:t>
            </a:r>
            <a:r>
              <a:rPr dirty="0" sz="1100" spc="-35">
                <a:solidFill>
                  <a:srgbClr val="1E293B"/>
                </a:solidFill>
                <a:latin typeface="Calibri"/>
                <a:cs typeface="Calibri"/>
              </a:rPr>
              <a:t> </a:t>
            </a:r>
            <a:r>
              <a:rPr dirty="0" sz="1100">
                <a:solidFill>
                  <a:srgbClr val="1E293B"/>
                </a:solidFill>
                <a:latin typeface="Calibri"/>
                <a:cs typeface="Calibri"/>
              </a:rPr>
              <a:t>an</a:t>
            </a:r>
            <a:r>
              <a:rPr dirty="0" sz="1100" spc="-30">
                <a:solidFill>
                  <a:srgbClr val="1E293B"/>
                </a:solidFill>
                <a:latin typeface="Calibri"/>
                <a:cs typeface="Calibri"/>
              </a:rPr>
              <a:t> </a:t>
            </a:r>
            <a:r>
              <a:rPr dirty="0" sz="1100">
                <a:solidFill>
                  <a:srgbClr val="1E293B"/>
                </a:solidFill>
                <a:latin typeface="Calibri"/>
                <a:cs typeface="Calibri"/>
              </a:rPr>
              <a:t>offshore</a:t>
            </a:r>
            <a:r>
              <a:rPr dirty="0" sz="1100" spc="-30">
                <a:solidFill>
                  <a:srgbClr val="1E293B"/>
                </a:solidFill>
                <a:latin typeface="Calibri"/>
                <a:cs typeface="Calibri"/>
              </a:rPr>
              <a:t> </a:t>
            </a:r>
            <a:r>
              <a:rPr dirty="0" sz="1100">
                <a:solidFill>
                  <a:srgbClr val="1E293B"/>
                </a:solidFill>
                <a:latin typeface="Calibri"/>
                <a:cs typeface="Calibri"/>
              </a:rPr>
              <a:t>PWA</a:t>
            </a:r>
            <a:r>
              <a:rPr dirty="0" sz="1100" spc="-30">
                <a:solidFill>
                  <a:srgbClr val="1E293B"/>
                </a:solidFill>
                <a:latin typeface="Calibri"/>
                <a:cs typeface="Calibri"/>
              </a:rPr>
              <a:t> </a:t>
            </a:r>
            <a:r>
              <a:rPr dirty="0" sz="1100" spc="-10">
                <a:solidFill>
                  <a:srgbClr val="1E293B"/>
                </a:solidFill>
                <a:latin typeface="Calibri"/>
                <a:cs typeface="Calibri"/>
              </a:rPr>
              <a:t>caching engine.</a:t>
            </a:r>
            <a:endParaRPr sz="1100">
              <a:latin typeface="Calibri"/>
              <a:cs typeface="Calibri"/>
            </a:endParaRPr>
          </a:p>
        </p:txBody>
      </p:sp>
      <p:pic>
        <p:nvPicPr>
          <p:cNvPr id="27" name="object 27"/>
          <p:cNvPicPr/>
          <p:nvPr/>
        </p:nvPicPr>
        <p:blipFill>
          <a:blip r:embed="rId6" cstate="print"/>
          <a:stretch>
            <a:fillRect/>
          </a:stretch>
        </p:blipFill>
        <p:spPr>
          <a:xfrm>
            <a:off x="9665207" y="5120640"/>
            <a:ext cx="1051559" cy="9601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170305">
              <a:lnSpc>
                <a:spcPct val="100000"/>
              </a:lnSpc>
              <a:spcBef>
                <a:spcPts val="100"/>
              </a:spcBef>
            </a:pPr>
            <a:r>
              <a:rPr dirty="0" spc="-10"/>
              <a:t>Methodology</a:t>
            </a:r>
          </a:p>
        </p:txBody>
      </p:sp>
      <p:sp>
        <p:nvSpPr>
          <p:cNvPr id="3" name="object 3"/>
          <p:cNvSpPr txBox="1"/>
          <p:nvPr/>
        </p:nvSpPr>
        <p:spPr>
          <a:xfrm>
            <a:off x="810259" y="1372082"/>
            <a:ext cx="3422015" cy="284480"/>
          </a:xfrm>
          <a:prstGeom prst="rect">
            <a:avLst/>
          </a:prstGeom>
        </p:spPr>
        <p:txBody>
          <a:bodyPr wrap="square" lIns="0" tIns="12700" rIns="0" bIns="0" rtlCol="0" vert="horz">
            <a:spAutoFit/>
          </a:bodyPr>
          <a:lstStyle/>
          <a:p>
            <a:pPr marL="12700">
              <a:lnSpc>
                <a:spcPct val="100000"/>
              </a:lnSpc>
              <a:spcBef>
                <a:spcPts val="100"/>
              </a:spcBef>
            </a:pPr>
            <a:r>
              <a:rPr dirty="0" sz="1700" b="1">
                <a:solidFill>
                  <a:srgbClr val="D97706"/>
                </a:solidFill>
                <a:latin typeface="Calibri"/>
                <a:cs typeface="Calibri"/>
              </a:rPr>
              <a:t>1.</a:t>
            </a:r>
            <a:r>
              <a:rPr dirty="0" sz="1700" spc="-30" b="1">
                <a:solidFill>
                  <a:srgbClr val="D97706"/>
                </a:solidFill>
                <a:latin typeface="Calibri"/>
                <a:cs typeface="Calibri"/>
              </a:rPr>
              <a:t> </a:t>
            </a:r>
            <a:r>
              <a:rPr dirty="0" sz="1700" b="1">
                <a:solidFill>
                  <a:srgbClr val="D97706"/>
                </a:solidFill>
                <a:latin typeface="Calibri"/>
                <a:cs typeface="Calibri"/>
              </a:rPr>
              <a:t>Data</a:t>
            </a:r>
            <a:r>
              <a:rPr dirty="0" sz="1700" spc="-25" b="1">
                <a:solidFill>
                  <a:srgbClr val="D97706"/>
                </a:solidFill>
                <a:latin typeface="Calibri"/>
                <a:cs typeface="Calibri"/>
              </a:rPr>
              <a:t> </a:t>
            </a:r>
            <a:r>
              <a:rPr dirty="0" sz="1700" b="1">
                <a:solidFill>
                  <a:srgbClr val="D97706"/>
                </a:solidFill>
                <a:latin typeface="Calibri"/>
                <a:cs typeface="Calibri"/>
              </a:rPr>
              <a:t>Acquisition</a:t>
            </a:r>
            <a:r>
              <a:rPr dirty="0" sz="1700" spc="-25" b="1">
                <a:solidFill>
                  <a:srgbClr val="D97706"/>
                </a:solidFill>
                <a:latin typeface="Calibri"/>
                <a:cs typeface="Calibri"/>
              </a:rPr>
              <a:t> </a:t>
            </a:r>
            <a:r>
              <a:rPr dirty="0" sz="1700" b="1">
                <a:solidFill>
                  <a:srgbClr val="D97706"/>
                </a:solidFill>
                <a:latin typeface="Calibri"/>
                <a:cs typeface="Calibri"/>
              </a:rPr>
              <a:t>and</a:t>
            </a:r>
            <a:r>
              <a:rPr dirty="0" sz="1700" spc="-25" b="1">
                <a:solidFill>
                  <a:srgbClr val="D97706"/>
                </a:solidFill>
                <a:latin typeface="Calibri"/>
                <a:cs typeface="Calibri"/>
              </a:rPr>
              <a:t> </a:t>
            </a:r>
            <a:r>
              <a:rPr dirty="0" sz="1700" spc="-10" b="1">
                <a:solidFill>
                  <a:srgbClr val="D97706"/>
                </a:solidFill>
                <a:latin typeface="Calibri"/>
                <a:cs typeface="Calibri"/>
              </a:rPr>
              <a:t>Normalization</a:t>
            </a:r>
            <a:endParaRPr sz="1700">
              <a:latin typeface="Calibri"/>
              <a:cs typeface="Calibri"/>
            </a:endParaRPr>
          </a:p>
        </p:txBody>
      </p:sp>
      <p:sp>
        <p:nvSpPr>
          <p:cNvPr id="4" name="object 4"/>
          <p:cNvSpPr txBox="1"/>
          <p:nvPr/>
        </p:nvSpPr>
        <p:spPr>
          <a:xfrm>
            <a:off x="810259" y="1802766"/>
            <a:ext cx="8971280" cy="3039110"/>
          </a:xfrm>
          <a:prstGeom prst="rect">
            <a:avLst/>
          </a:prstGeom>
        </p:spPr>
        <p:txBody>
          <a:bodyPr wrap="square" lIns="0" tIns="77470" rIns="0" bIns="0" rtlCol="0" vert="horz">
            <a:spAutoFit/>
          </a:bodyPr>
          <a:lstStyle/>
          <a:p>
            <a:pPr marL="12700">
              <a:lnSpc>
                <a:spcPct val="100000"/>
              </a:lnSpc>
              <a:spcBef>
                <a:spcPts val="610"/>
              </a:spcBef>
            </a:pPr>
            <a:r>
              <a:rPr dirty="0" sz="1300" spc="-10" b="1">
                <a:solidFill>
                  <a:srgbClr val="0F172A"/>
                </a:solidFill>
                <a:latin typeface="Calibri"/>
                <a:cs typeface="Calibri"/>
              </a:rPr>
              <a:t>Multi-</a:t>
            </a:r>
            <a:r>
              <a:rPr dirty="0" sz="1300" b="1">
                <a:solidFill>
                  <a:srgbClr val="0F172A"/>
                </a:solidFill>
                <a:latin typeface="Calibri"/>
                <a:cs typeface="Calibri"/>
              </a:rPr>
              <a:t>Source</a:t>
            </a:r>
            <a:r>
              <a:rPr dirty="0" sz="1300" spc="-25" b="1">
                <a:solidFill>
                  <a:srgbClr val="0F172A"/>
                </a:solidFill>
                <a:latin typeface="Calibri"/>
                <a:cs typeface="Calibri"/>
              </a:rPr>
              <a:t> </a:t>
            </a:r>
            <a:r>
              <a:rPr dirty="0" sz="1300" b="1">
                <a:solidFill>
                  <a:srgbClr val="0F172A"/>
                </a:solidFill>
                <a:latin typeface="Calibri"/>
                <a:cs typeface="Calibri"/>
              </a:rPr>
              <a:t>Ocean</a:t>
            </a:r>
            <a:r>
              <a:rPr dirty="0" sz="1300" spc="-20" b="1">
                <a:solidFill>
                  <a:srgbClr val="0F172A"/>
                </a:solidFill>
                <a:latin typeface="Calibri"/>
                <a:cs typeface="Calibri"/>
              </a:rPr>
              <a:t> </a:t>
            </a:r>
            <a:r>
              <a:rPr dirty="0" sz="1300" spc="-10" b="1">
                <a:solidFill>
                  <a:srgbClr val="0F172A"/>
                </a:solidFill>
                <a:latin typeface="Calibri"/>
                <a:cs typeface="Calibri"/>
              </a:rPr>
              <a:t>Feeds:</a:t>
            </a:r>
            <a:endParaRPr sz="1300">
              <a:latin typeface="Calibri"/>
              <a:cs typeface="Calibri"/>
            </a:endParaRPr>
          </a:p>
          <a:p>
            <a:pPr marL="12700" marR="462280" indent="100965">
              <a:lnSpc>
                <a:spcPts val="1300"/>
              </a:lnSpc>
              <a:spcBef>
                <a:spcPts val="495"/>
              </a:spcBef>
              <a:buChar char="•"/>
              <a:tabLst>
                <a:tab pos="113664" algn="l"/>
              </a:tabLst>
            </a:pPr>
            <a:r>
              <a:rPr dirty="0" sz="1100">
                <a:solidFill>
                  <a:srgbClr val="1E293B"/>
                </a:solidFill>
                <a:latin typeface="Calibri"/>
                <a:cs typeface="Calibri"/>
              </a:rPr>
              <a:t>Atmospheric</a:t>
            </a:r>
            <a:r>
              <a:rPr dirty="0" sz="1100" spc="-25">
                <a:solidFill>
                  <a:srgbClr val="1E293B"/>
                </a:solidFill>
                <a:latin typeface="Calibri"/>
                <a:cs typeface="Calibri"/>
              </a:rPr>
              <a:t> </a:t>
            </a:r>
            <a:r>
              <a:rPr dirty="0" sz="1100">
                <a:solidFill>
                  <a:srgbClr val="1E293B"/>
                </a:solidFill>
                <a:latin typeface="Calibri"/>
                <a:cs typeface="Calibri"/>
              </a:rPr>
              <a:t>&amp;</a:t>
            </a:r>
            <a:r>
              <a:rPr dirty="0" sz="1100" spc="-20">
                <a:solidFill>
                  <a:srgbClr val="1E293B"/>
                </a:solidFill>
                <a:latin typeface="Calibri"/>
                <a:cs typeface="Calibri"/>
              </a:rPr>
              <a:t> </a:t>
            </a:r>
            <a:r>
              <a:rPr dirty="0" sz="1100" spc="-10">
                <a:solidFill>
                  <a:srgbClr val="1E293B"/>
                </a:solidFill>
                <a:latin typeface="Calibri"/>
                <a:cs typeface="Calibri"/>
              </a:rPr>
              <a:t>Wave</a:t>
            </a:r>
            <a:r>
              <a:rPr dirty="0" sz="1100" spc="-20">
                <a:solidFill>
                  <a:srgbClr val="1E293B"/>
                </a:solidFill>
                <a:latin typeface="Calibri"/>
                <a:cs typeface="Calibri"/>
              </a:rPr>
              <a:t> </a:t>
            </a:r>
            <a:r>
              <a:rPr dirty="0" sz="1100" spc="-10">
                <a:solidFill>
                  <a:srgbClr val="1E293B"/>
                </a:solidFill>
                <a:latin typeface="Calibri"/>
                <a:cs typeface="Calibri"/>
              </a:rPr>
              <a:t>Telemetry:</a:t>
            </a:r>
            <a:r>
              <a:rPr dirty="0" sz="1100" spc="-20">
                <a:solidFill>
                  <a:srgbClr val="1E293B"/>
                </a:solidFill>
                <a:latin typeface="Calibri"/>
                <a:cs typeface="Calibri"/>
              </a:rPr>
              <a:t> </a:t>
            </a:r>
            <a:r>
              <a:rPr dirty="0" sz="1100">
                <a:solidFill>
                  <a:srgbClr val="1E293B"/>
                </a:solidFill>
                <a:latin typeface="Calibri"/>
                <a:cs typeface="Calibri"/>
              </a:rPr>
              <a:t>Live</a:t>
            </a:r>
            <a:r>
              <a:rPr dirty="0" sz="1100" spc="-20">
                <a:solidFill>
                  <a:srgbClr val="1E293B"/>
                </a:solidFill>
                <a:latin typeface="Calibri"/>
                <a:cs typeface="Calibri"/>
              </a:rPr>
              <a:t> </a:t>
            </a:r>
            <a:r>
              <a:rPr dirty="0" sz="1100" spc="-10">
                <a:solidFill>
                  <a:srgbClr val="1E293B"/>
                </a:solidFill>
                <a:latin typeface="Calibri"/>
                <a:cs typeface="Calibri"/>
              </a:rPr>
              <a:t>Open-</a:t>
            </a:r>
            <a:r>
              <a:rPr dirty="0" sz="1100">
                <a:solidFill>
                  <a:srgbClr val="1E293B"/>
                </a:solidFill>
                <a:latin typeface="Calibri"/>
                <a:cs typeface="Calibri"/>
              </a:rPr>
              <a:t>Meteo</a:t>
            </a:r>
            <a:r>
              <a:rPr dirty="0" sz="1100" spc="-20">
                <a:solidFill>
                  <a:srgbClr val="1E293B"/>
                </a:solidFill>
                <a:latin typeface="Calibri"/>
                <a:cs typeface="Calibri"/>
              </a:rPr>
              <a:t> </a:t>
            </a:r>
            <a:r>
              <a:rPr dirty="0" sz="1100">
                <a:solidFill>
                  <a:srgbClr val="1E293B"/>
                </a:solidFill>
                <a:latin typeface="Calibri"/>
                <a:cs typeface="Calibri"/>
              </a:rPr>
              <a:t>Marine</a:t>
            </a:r>
            <a:r>
              <a:rPr dirty="0" sz="1100" spc="-20">
                <a:solidFill>
                  <a:srgbClr val="1E293B"/>
                </a:solidFill>
                <a:latin typeface="Calibri"/>
                <a:cs typeface="Calibri"/>
              </a:rPr>
              <a:t> </a:t>
            </a:r>
            <a:r>
              <a:rPr dirty="0" sz="1100">
                <a:solidFill>
                  <a:srgbClr val="1E293B"/>
                </a:solidFill>
                <a:latin typeface="Calibri"/>
                <a:cs typeface="Calibri"/>
              </a:rPr>
              <a:t>&amp;</a:t>
            </a:r>
            <a:r>
              <a:rPr dirty="0" sz="1100" spc="-20">
                <a:solidFill>
                  <a:srgbClr val="1E293B"/>
                </a:solidFill>
                <a:latin typeface="Calibri"/>
                <a:cs typeface="Calibri"/>
              </a:rPr>
              <a:t> </a:t>
            </a:r>
            <a:r>
              <a:rPr dirty="0" sz="1100">
                <a:solidFill>
                  <a:srgbClr val="1E293B"/>
                </a:solidFill>
                <a:latin typeface="Calibri"/>
                <a:cs typeface="Calibri"/>
              </a:rPr>
              <a:t>Atmospheric</a:t>
            </a:r>
            <a:r>
              <a:rPr dirty="0" sz="1100" spc="-20">
                <a:solidFill>
                  <a:srgbClr val="1E293B"/>
                </a:solidFill>
                <a:latin typeface="Calibri"/>
                <a:cs typeface="Calibri"/>
              </a:rPr>
              <a:t> </a:t>
            </a:r>
            <a:r>
              <a:rPr dirty="0" sz="1100">
                <a:solidFill>
                  <a:srgbClr val="1E293B"/>
                </a:solidFill>
                <a:latin typeface="Calibri"/>
                <a:cs typeface="Calibri"/>
              </a:rPr>
              <a:t>API</a:t>
            </a:r>
            <a:r>
              <a:rPr dirty="0" sz="1100" spc="-20">
                <a:solidFill>
                  <a:srgbClr val="1E293B"/>
                </a:solidFill>
                <a:latin typeface="Calibri"/>
                <a:cs typeface="Calibri"/>
              </a:rPr>
              <a:t> </a:t>
            </a:r>
            <a:r>
              <a:rPr dirty="0" sz="1100">
                <a:solidFill>
                  <a:srgbClr val="1E293B"/>
                </a:solidFill>
                <a:latin typeface="Calibri"/>
                <a:cs typeface="Calibri"/>
              </a:rPr>
              <a:t>provides</a:t>
            </a:r>
            <a:r>
              <a:rPr dirty="0" sz="1100" spc="-20">
                <a:solidFill>
                  <a:srgbClr val="1E293B"/>
                </a:solidFill>
                <a:latin typeface="Calibri"/>
                <a:cs typeface="Calibri"/>
              </a:rPr>
              <a:t> </a:t>
            </a:r>
            <a:r>
              <a:rPr dirty="0" sz="1100">
                <a:solidFill>
                  <a:srgbClr val="1E293B"/>
                </a:solidFill>
                <a:latin typeface="Calibri"/>
                <a:cs typeface="Calibri"/>
              </a:rPr>
              <a:t>hourly</a:t>
            </a:r>
            <a:r>
              <a:rPr dirty="0" sz="1100" spc="-20">
                <a:solidFill>
                  <a:srgbClr val="1E293B"/>
                </a:solidFill>
                <a:latin typeface="Calibri"/>
                <a:cs typeface="Calibri"/>
              </a:rPr>
              <a:t> </a:t>
            </a:r>
            <a:r>
              <a:rPr dirty="0" sz="1100">
                <a:solidFill>
                  <a:srgbClr val="1E293B"/>
                </a:solidFill>
                <a:latin typeface="Calibri"/>
                <a:cs typeface="Calibri"/>
              </a:rPr>
              <a:t>significant</a:t>
            </a:r>
            <a:r>
              <a:rPr dirty="0" sz="1100" spc="-20">
                <a:solidFill>
                  <a:srgbClr val="1E293B"/>
                </a:solidFill>
                <a:latin typeface="Calibri"/>
                <a:cs typeface="Calibri"/>
              </a:rPr>
              <a:t> </a:t>
            </a:r>
            <a:r>
              <a:rPr dirty="0" sz="1100" spc="-10">
                <a:solidFill>
                  <a:srgbClr val="1E293B"/>
                </a:solidFill>
                <a:latin typeface="Calibri"/>
                <a:cs typeface="Calibri"/>
              </a:rPr>
              <a:t>wave</a:t>
            </a:r>
            <a:r>
              <a:rPr dirty="0" sz="1100" spc="-20">
                <a:solidFill>
                  <a:srgbClr val="1E293B"/>
                </a:solidFill>
                <a:latin typeface="Calibri"/>
                <a:cs typeface="Calibri"/>
              </a:rPr>
              <a:t> </a:t>
            </a:r>
            <a:r>
              <a:rPr dirty="0" sz="1100">
                <a:solidFill>
                  <a:srgbClr val="1E293B"/>
                </a:solidFill>
                <a:latin typeface="Calibri"/>
                <a:cs typeface="Calibri"/>
              </a:rPr>
              <a:t>height,</a:t>
            </a:r>
            <a:r>
              <a:rPr dirty="0" sz="1100" spc="-20">
                <a:solidFill>
                  <a:srgbClr val="1E293B"/>
                </a:solidFill>
                <a:latin typeface="Calibri"/>
                <a:cs typeface="Calibri"/>
              </a:rPr>
              <a:t> </a:t>
            </a:r>
            <a:r>
              <a:rPr dirty="0" sz="1100">
                <a:solidFill>
                  <a:srgbClr val="1E293B"/>
                </a:solidFill>
                <a:latin typeface="Calibri"/>
                <a:cs typeface="Calibri"/>
              </a:rPr>
              <a:t>swell</a:t>
            </a:r>
            <a:r>
              <a:rPr dirty="0" sz="1100" spc="-20">
                <a:solidFill>
                  <a:srgbClr val="1E293B"/>
                </a:solidFill>
                <a:latin typeface="Calibri"/>
                <a:cs typeface="Calibri"/>
              </a:rPr>
              <a:t> </a:t>
            </a:r>
            <a:r>
              <a:rPr dirty="0" sz="1100" spc="-10">
                <a:solidFill>
                  <a:srgbClr val="1E293B"/>
                </a:solidFill>
                <a:latin typeface="Calibri"/>
                <a:cs typeface="Calibri"/>
              </a:rPr>
              <a:t>wave,</a:t>
            </a:r>
            <a:r>
              <a:rPr dirty="0" sz="1100" spc="-20">
                <a:solidFill>
                  <a:srgbClr val="1E293B"/>
                </a:solidFill>
                <a:latin typeface="Calibri"/>
                <a:cs typeface="Calibri"/>
              </a:rPr>
              <a:t> </a:t>
            </a:r>
            <a:r>
              <a:rPr dirty="0" sz="1100">
                <a:solidFill>
                  <a:srgbClr val="1E293B"/>
                </a:solidFill>
                <a:latin typeface="Calibri"/>
                <a:cs typeface="Calibri"/>
              </a:rPr>
              <a:t>peak</a:t>
            </a:r>
            <a:r>
              <a:rPr dirty="0" sz="1100" spc="-20">
                <a:solidFill>
                  <a:srgbClr val="1E293B"/>
                </a:solidFill>
                <a:latin typeface="Calibri"/>
                <a:cs typeface="Calibri"/>
              </a:rPr>
              <a:t> </a:t>
            </a:r>
            <a:r>
              <a:rPr dirty="0" sz="1100">
                <a:solidFill>
                  <a:srgbClr val="1E293B"/>
                </a:solidFill>
                <a:latin typeface="Calibri"/>
                <a:cs typeface="Calibri"/>
              </a:rPr>
              <a:t>period,</a:t>
            </a:r>
            <a:r>
              <a:rPr dirty="0" sz="1100" spc="-20">
                <a:solidFill>
                  <a:srgbClr val="1E293B"/>
                </a:solidFill>
                <a:latin typeface="Calibri"/>
                <a:cs typeface="Calibri"/>
              </a:rPr>
              <a:t> wind </a:t>
            </a:r>
            <a:r>
              <a:rPr dirty="0" sz="1100" spc="-10">
                <a:solidFill>
                  <a:srgbClr val="1E293B"/>
                </a:solidFill>
                <a:latin typeface="Calibri"/>
                <a:cs typeface="Calibri"/>
              </a:rPr>
              <a:t>vectors, </a:t>
            </a:r>
            <a:r>
              <a:rPr dirty="0" sz="1100">
                <a:solidFill>
                  <a:srgbClr val="1E293B"/>
                </a:solidFill>
                <a:latin typeface="Calibri"/>
                <a:cs typeface="Calibri"/>
              </a:rPr>
              <a:t>wind</a:t>
            </a:r>
            <a:r>
              <a:rPr dirty="0" sz="1100" spc="-10">
                <a:solidFill>
                  <a:srgbClr val="1E293B"/>
                </a:solidFill>
                <a:latin typeface="Calibri"/>
                <a:cs typeface="Calibri"/>
              </a:rPr>
              <a:t> </a:t>
            </a:r>
            <a:r>
              <a:rPr dirty="0" sz="1100">
                <a:solidFill>
                  <a:srgbClr val="1E293B"/>
                </a:solidFill>
                <a:latin typeface="Calibri"/>
                <a:cs typeface="Calibri"/>
              </a:rPr>
              <a:t>gusts,</a:t>
            </a:r>
            <a:r>
              <a:rPr dirty="0" sz="1100" spc="-10">
                <a:solidFill>
                  <a:srgbClr val="1E293B"/>
                </a:solidFill>
                <a:latin typeface="Calibri"/>
                <a:cs typeface="Calibri"/>
              </a:rPr>
              <a:t> </a:t>
            </a:r>
            <a:r>
              <a:rPr dirty="0" sz="1100">
                <a:solidFill>
                  <a:srgbClr val="1E293B"/>
                </a:solidFill>
                <a:latin typeface="Calibri"/>
                <a:cs typeface="Calibri"/>
              </a:rPr>
              <a:t>and</a:t>
            </a:r>
            <a:r>
              <a:rPr dirty="0" sz="1100" spc="-10">
                <a:solidFill>
                  <a:srgbClr val="1E293B"/>
                </a:solidFill>
                <a:latin typeface="Calibri"/>
                <a:cs typeface="Calibri"/>
              </a:rPr>
              <a:t> </a:t>
            </a:r>
            <a:r>
              <a:rPr dirty="0" sz="1100">
                <a:solidFill>
                  <a:srgbClr val="1E293B"/>
                </a:solidFill>
                <a:latin typeface="Calibri"/>
                <a:cs typeface="Calibri"/>
              </a:rPr>
              <a:t>barometric</a:t>
            </a:r>
            <a:r>
              <a:rPr dirty="0" sz="1100" spc="-10">
                <a:solidFill>
                  <a:srgbClr val="1E293B"/>
                </a:solidFill>
                <a:latin typeface="Calibri"/>
                <a:cs typeface="Calibri"/>
              </a:rPr>
              <a:t> pressure.</a:t>
            </a:r>
            <a:endParaRPr sz="1100">
              <a:latin typeface="Calibri"/>
              <a:cs typeface="Calibri"/>
            </a:endParaRPr>
          </a:p>
          <a:p>
            <a:pPr marL="12700" marR="385445" indent="100965">
              <a:lnSpc>
                <a:spcPts val="1300"/>
              </a:lnSpc>
              <a:buChar char="•"/>
              <a:tabLst>
                <a:tab pos="113664" algn="l"/>
              </a:tabLst>
            </a:pPr>
            <a:r>
              <a:rPr dirty="0" sz="1100">
                <a:solidFill>
                  <a:srgbClr val="1E293B"/>
                </a:solidFill>
                <a:latin typeface="Calibri"/>
                <a:cs typeface="Calibri"/>
              </a:rPr>
              <a:t>Earth</a:t>
            </a:r>
            <a:r>
              <a:rPr dirty="0" sz="1100" spc="-20">
                <a:solidFill>
                  <a:srgbClr val="1E293B"/>
                </a:solidFill>
                <a:latin typeface="Calibri"/>
                <a:cs typeface="Calibri"/>
              </a:rPr>
              <a:t> </a:t>
            </a:r>
            <a:r>
              <a:rPr dirty="0" sz="1100">
                <a:solidFill>
                  <a:srgbClr val="1E293B"/>
                </a:solidFill>
                <a:latin typeface="Calibri"/>
                <a:cs typeface="Calibri"/>
              </a:rPr>
              <a:t>Observation</a:t>
            </a:r>
            <a:r>
              <a:rPr dirty="0" sz="1100" spc="-20">
                <a:solidFill>
                  <a:srgbClr val="1E293B"/>
                </a:solidFill>
                <a:latin typeface="Calibri"/>
                <a:cs typeface="Calibri"/>
              </a:rPr>
              <a:t> </a:t>
            </a:r>
            <a:r>
              <a:rPr dirty="0" sz="1100">
                <a:solidFill>
                  <a:srgbClr val="1E293B"/>
                </a:solidFill>
                <a:latin typeface="Calibri"/>
                <a:cs typeface="Calibri"/>
              </a:rPr>
              <a:t>Feeds:</a:t>
            </a:r>
            <a:r>
              <a:rPr dirty="0" sz="1100" spc="-15">
                <a:solidFill>
                  <a:srgbClr val="1E293B"/>
                </a:solidFill>
                <a:latin typeface="Calibri"/>
                <a:cs typeface="Calibri"/>
              </a:rPr>
              <a:t> </a:t>
            </a:r>
            <a:r>
              <a:rPr dirty="0" sz="1100">
                <a:solidFill>
                  <a:srgbClr val="1E293B"/>
                </a:solidFill>
                <a:latin typeface="Calibri"/>
                <a:cs typeface="Calibri"/>
              </a:rPr>
              <a:t>NOAA</a:t>
            </a:r>
            <a:r>
              <a:rPr dirty="0" sz="1100" spc="-20">
                <a:solidFill>
                  <a:srgbClr val="1E293B"/>
                </a:solidFill>
                <a:latin typeface="Calibri"/>
                <a:cs typeface="Calibri"/>
              </a:rPr>
              <a:t> </a:t>
            </a:r>
            <a:r>
              <a:rPr dirty="0" sz="1100" spc="-10">
                <a:solidFill>
                  <a:srgbClr val="1E293B"/>
                </a:solidFill>
                <a:latin typeface="Calibri"/>
                <a:cs typeface="Calibri"/>
              </a:rPr>
              <a:t>CoastWatch</a:t>
            </a:r>
            <a:r>
              <a:rPr dirty="0" sz="1100" spc="-15">
                <a:solidFill>
                  <a:srgbClr val="1E293B"/>
                </a:solidFill>
                <a:latin typeface="Calibri"/>
                <a:cs typeface="Calibri"/>
              </a:rPr>
              <a:t> </a:t>
            </a:r>
            <a:r>
              <a:rPr dirty="0" sz="1100">
                <a:solidFill>
                  <a:srgbClr val="1E293B"/>
                </a:solidFill>
                <a:latin typeface="Calibri"/>
                <a:cs typeface="Calibri"/>
              </a:rPr>
              <a:t>GHRSST</a:t>
            </a:r>
            <a:r>
              <a:rPr dirty="0" sz="1100" spc="-20">
                <a:solidFill>
                  <a:srgbClr val="1E293B"/>
                </a:solidFill>
                <a:latin typeface="Calibri"/>
                <a:cs typeface="Calibri"/>
              </a:rPr>
              <a:t> </a:t>
            </a:r>
            <a:r>
              <a:rPr dirty="0" sz="1100">
                <a:solidFill>
                  <a:srgbClr val="1E293B"/>
                </a:solidFill>
                <a:latin typeface="Calibri"/>
                <a:cs typeface="Calibri"/>
              </a:rPr>
              <a:t>(Level</a:t>
            </a:r>
            <a:r>
              <a:rPr dirty="0" sz="1100" spc="-20">
                <a:solidFill>
                  <a:srgbClr val="1E293B"/>
                </a:solidFill>
                <a:latin typeface="Calibri"/>
                <a:cs typeface="Calibri"/>
              </a:rPr>
              <a:t> </a:t>
            </a:r>
            <a:r>
              <a:rPr dirty="0" sz="1100">
                <a:solidFill>
                  <a:srgbClr val="1E293B"/>
                </a:solidFill>
                <a:latin typeface="Calibri"/>
                <a:cs typeface="Calibri"/>
              </a:rPr>
              <a:t>4</a:t>
            </a:r>
            <a:r>
              <a:rPr dirty="0" sz="1100" spc="-15">
                <a:solidFill>
                  <a:srgbClr val="1E293B"/>
                </a:solidFill>
                <a:latin typeface="Calibri"/>
                <a:cs typeface="Calibri"/>
              </a:rPr>
              <a:t> </a:t>
            </a:r>
            <a:r>
              <a:rPr dirty="0" sz="1100">
                <a:solidFill>
                  <a:srgbClr val="1E293B"/>
                </a:solidFill>
                <a:latin typeface="Calibri"/>
                <a:cs typeface="Calibri"/>
              </a:rPr>
              <a:t>SST</a:t>
            </a:r>
            <a:r>
              <a:rPr dirty="0" sz="1100" spc="-20">
                <a:solidFill>
                  <a:srgbClr val="1E293B"/>
                </a:solidFill>
                <a:latin typeface="Calibri"/>
                <a:cs typeface="Calibri"/>
              </a:rPr>
              <a:t> </a:t>
            </a:r>
            <a:r>
              <a:rPr dirty="0" sz="1100">
                <a:solidFill>
                  <a:srgbClr val="1E293B"/>
                </a:solidFill>
                <a:latin typeface="Calibri"/>
                <a:cs typeface="Calibri"/>
              </a:rPr>
              <a:t>at</a:t>
            </a:r>
            <a:r>
              <a:rPr dirty="0" sz="1100" spc="-15">
                <a:solidFill>
                  <a:srgbClr val="1E293B"/>
                </a:solidFill>
                <a:latin typeface="Calibri"/>
                <a:cs typeface="Calibri"/>
              </a:rPr>
              <a:t> </a:t>
            </a:r>
            <a:r>
              <a:rPr dirty="0" sz="1100">
                <a:solidFill>
                  <a:srgbClr val="1E293B"/>
                </a:solidFill>
                <a:latin typeface="Calibri"/>
                <a:cs typeface="Calibri"/>
              </a:rPr>
              <a:t>0.05°</a:t>
            </a:r>
            <a:r>
              <a:rPr dirty="0" sz="1100" spc="-20">
                <a:solidFill>
                  <a:srgbClr val="1E293B"/>
                </a:solidFill>
                <a:latin typeface="Calibri"/>
                <a:cs typeface="Calibri"/>
              </a:rPr>
              <a:t> </a:t>
            </a:r>
            <a:r>
              <a:rPr dirty="0" sz="1100">
                <a:solidFill>
                  <a:srgbClr val="1E293B"/>
                </a:solidFill>
                <a:latin typeface="Calibri"/>
                <a:cs typeface="Calibri"/>
              </a:rPr>
              <a:t>resolution)</a:t>
            </a:r>
            <a:r>
              <a:rPr dirty="0" sz="1100" spc="-20">
                <a:solidFill>
                  <a:srgbClr val="1E293B"/>
                </a:solidFill>
                <a:latin typeface="Calibri"/>
                <a:cs typeface="Calibri"/>
              </a:rPr>
              <a:t> </a:t>
            </a:r>
            <a:r>
              <a:rPr dirty="0" sz="1100">
                <a:solidFill>
                  <a:srgbClr val="1E293B"/>
                </a:solidFill>
                <a:latin typeface="Calibri"/>
                <a:cs typeface="Calibri"/>
              </a:rPr>
              <a:t>and</a:t>
            </a:r>
            <a:r>
              <a:rPr dirty="0" sz="1100" spc="-15">
                <a:solidFill>
                  <a:srgbClr val="1E293B"/>
                </a:solidFill>
                <a:latin typeface="Calibri"/>
                <a:cs typeface="Calibri"/>
              </a:rPr>
              <a:t> </a:t>
            </a:r>
            <a:r>
              <a:rPr dirty="0" sz="1100">
                <a:solidFill>
                  <a:srgbClr val="1E293B"/>
                </a:solidFill>
                <a:latin typeface="Calibri"/>
                <a:cs typeface="Calibri"/>
              </a:rPr>
              <a:t>ISRO</a:t>
            </a:r>
            <a:r>
              <a:rPr dirty="0" sz="1100" spc="-20">
                <a:solidFill>
                  <a:srgbClr val="1E293B"/>
                </a:solidFill>
                <a:latin typeface="Calibri"/>
                <a:cs typeface="Calibri"/>
              </a:rPr>
              <a:t> </a:t>
            </a:r>
            <a:r>
              <a:rPr dirty="0" sz="1100" spc="-10">
                <a:solidFill>
                  <a:srgbClr val="1E293B"/>
                </a:solidFill>
                <a:latin typeface="Calibri"/>
                <a:cs typeface="Calibri"/>
              </a:rPr>
              <a:t>OCM-</a:t>
            </a:r>
            <a:r>
              <a:rPr dirty="0" sz="1100">
                <a:solidFill>
                  <a:srgbClr val="1E293B"/>
                </a:solidFill>
                <a:latin typeface="Calibri"/>
                <a:cs typeface="Calibri"/>
              </a:rPr>
              <a:t>3</a:t>
            </a:r>
            <a:r>
              <a:rPr dirty="0" sz="1100" spc="-15">
                <a:solidFill>
                  <a:srgbClr val="1E293B"/>
                </a:solidFill>
                <a:latin typeface="Calibri"/>
                <a:cs typeface="Calibri"/>
              </a:rPr>
              <a:t> </a:t>
            </a:r>
            <a:r>
              <a:rPr dirty="0" sz="1100" spc="-10">
                <a:solidFill>
                  <a:srgbClr val="1E293B"/>
                </a:solidFill>
                <a:latin typeface="Calibri"/>
                <a:cs typeface="Calibri"/>
              </a:rPr>
              <a:t>Chlorophyll-</a:t>
            </a:r>
            <a:r>
              <a:rPr dirty="0" sz="1100">
                <a:solidFill>
                  <a:srgbClr val="1E293B"/>
                </a:solidFill>
                <a:latin typeface="Calibri"/>
                <a:cs typeface="Calibri"/>
              </a:rPr>
              <a:t>a</a:t>
            </a:r>
            <a:r>
              <a:rPr dirty="0" sz="1100" spc="-20">
                <a:solidFill>
                  <a:srgbClr val="1E293B"/>
                </a:solidFill>
                <a:latin typeface="Calibri"/>
                <a:cs typeface="Calibri"/>
              </a:rPr>
              <a:t> </a:t>
            </a:r>
            <a:r>
              <a:rPr dirty="0" sz="1100">
                <a:solidFill>
                  <a:srgbClr val="1E293B"/>
                </a:solidFill>
                <a:latin typeface="Calibri"/>
                <a:cs typeface="Calibri"/>
              </a:rPr>
              <a:t>satellite</a:t>
            </a:r>
            <a:r>
              <a:rPr dirty="0" sz="1100" spc="-15">
                <a:solidFill>
                  <a:srgbClr val="1E293B"/>
                </a:solidFill>
                <a:latin typeface="Calibri"/>
                <a:cs typeface="Calibri"/>
              </a:rPr>
              <a:t> </a:t>
            </a:r>
            <a:r>
              <a:rPr dirty="0" sz="1100">
                <a:solidFill>
                  <a:srgbClr val="1E293B"/>
                </a:solidFill>
                <a:latin typeface="Calibri"/>
                <a:cs typeface="Calibri"/>
              </a:rPr>
              <a:t>grids</a:t>
            </a:r>
            <a:r>
              <a:rPr dirty="0" sz="1100" spc="-20">
                <a:solidFill>
                  <a:srgbClr val="1E293B"/>
                </a:solidFill>
                <a:latin typeface="Calibri"/>
                <a:cs typeface="Calibri"/>
              </a:rPr>
              <a:t> </a:t>
            </a:r>
            <a:r>
              <a:rPr dirty="0" sz="1100">
                <a:solidFill>
                  <a:srgbClr val="1E293B"/>
                </a:solidFill>
                <a:latin typeface="Calibri"/>
                <a:cs typeface="Calibri"/>
              </a:rPr>
              <a:t>covering</a:t>
            </a:r>
            <a:r>
              <a:rPr dirty="0" sz="1100" spc="-20">
                <a:solidFill>
                  <a:srgbClr val="1E293B"/>
                </a:solidFill>
                <a:latin typeface="Calibri"/>
                <a:cs typeface="Calibri"/>
              </a:rPr>
              <a:t> </a:t>
            </a:r>
            <a:r>
              <a:rPr dirty="0" sz="1100">
                <a:solidFill>
                  <a:srgbClr val="1E293B"/>
                </a:solidFill>
                <a:latin typeface="Calibri"/>
                <a:cs typeface="Calibri"/>
              </a:rPr>
              <a:t>the</a:t>
            </a:r>
            <a:r>
              <a:rPr dirty="0" sz="1100" spc="-15">
                <a:solidFill>
                  <a:srgbClr val="1E293B"/>
                </a:solidFill>
                <a:latin typeface="Calibri"/>
                <a:cs typeface="Calibri"/>
              </a:rPr>
              <a:t> </a:t>
            </a:r>
            <a:r>
              <a:rPr dirty="0" sz="1100" spc="-10">
                <a:solidFill>
                  <a:srgbClr val="1E293B"/>
                </a:solidFill>
                <a:latin typeface="Calibri"/>
                <a:cs typeface="Calibri"/>
              </a:rPr>
              <a:t>Indian </a:t>
            </a:r>
            <a:r>
              <a:rPr dirty="0" sz="1100">
                <a:solidFill>
                  <a:srgbClr val="1E293B"/>
                </a:solidFill>
                <a:latin typeface="Calibri"/>
                <a:cs typeface="Calibri"/>
              </a:rPr>
              <a:t>Exclusive</a:t>
            </a:r>
            <a:r>
              <a:rPr dirty="0" sz="1100" spc="-40">
                <a:solidFill>
                  <a:srgbClr val="1E293B"/>
                </a:solidFill>
                <a:latin typeface="Calibri"/>
                <a:cs typeface="Calibri"/>
              </a:rPr>
              <a:t> </a:t>
            </a:r>
            <a:r>
              <a:rPr dirty="0" sz="1100">
                <a:solidFill>
                  <a:srgbClr val="1E293B"/>
                </a:solidFill>
                <a:latin typeface="Calibri"/>
                <a:cs typeface="Calibri"/>
              </a:rPr>
              <a:t>Economic</a:t>
            </a:r>
            <a:r>
              <a:rPr dirty="0" sz="1100" spc="-35">
                <a:solidFill>
                  <a:srgbClr val="1E293B"/>
                </a:solidFill>
                <a:latin typeface="Calibri"/>
                <a:cs typeface="Calibri"/>
              </a:rPr>
              <a:t> </a:t>
            </a:r>
            <a:r>
              <a:rPr dirty="0" sz="1100">
                <a:solidFill>
                  <a:srgbClr val="1E293B"/>
                </a:solidFill>
                <a:latin typeface="Calibri"/>
                <a:cs typeface="Calibri"/>
              </a:rPr>
              <a:t>Zone</a:t>
            </a:r>
            <a:r>
              <a:rPr dirty="0" sz="1100" spc="-40">
                <a:solidFill>
                  <a:srgbClr val="1E293B"/>
                </a:solidFill>
                <a:latin typeface="Calibri"/>
                <a:cs typeface="Calibri"/>
              </a:rPr>
              <a:t> </a:t>
            </a:r>
            <a:r>
              <a:rPr dirty="0" sz="1100" spc="-10">
                <a:solidFill>
                  <a:srgbClr val="1E293B"/>
                </a:solidFill>
                <a:latin typeface="Calibri"/>
                <a:cs typeface="Calibri"/>
              </a:rPr>
              <a:t>(EEZ).</a:t>
            </a:r>
            <a:endParaRPr sz="1100">
              <a:latin typeface="Calibri"/>
              <a:cs typeface="Calibri"/>
            </a:endParaRPr>
          </a:p>
          <a:p>
            <a:pPr marL="12700" marR="396875" indent="100965">
              <a:lnSpc>
                <a:spcPts val="1300"/>
              </a:lnSpc>
              <a:buChar char="•"/>
              <a:tabLst>
                <a:tab pos="113664" algn="l"/>
              </a:tabLst>
            </a:pPr>
            <a:r>
              <a:rPr dirty="0" sz="1100" spc="-10">
                <a:solidFill>
                  <a:srgbClr val="1E293B"/>
                </a:solidFill>
                <a:latin typeface="Calibri"/>
                <a:cs typeface="Calibri"/>
              </a:rPr>
              <a:t>In-</a:t>
            </a:r>
            <a:r>
              <a:rPr dirty="0" sz="1100">
                <a:solidFill>
                  <a:srgbClr val="1E293B"/>
                </a:solidFill>
                <a:latin typeface="Calibri"/>
                <a:cs typeface="Calibri"/>
              </a:rPr>
              <a:t>Situ</a:t>
            </a:r>
            <a:r>
              <a:rPr dirty="0" sz="1100" spc="-20">
                <a:solidFill>
                  <a:srgbClr val="1E293B"/>
                </a:solidFill>
                <a:latin typeface="Calibri"/>
                <a:cs typeface="Calibri"/>
              </a:rPr>
              <a:t> </a:t>
            </a:r>
            <a:r>
              <a:rPr dirty="0" sz="1100">
                <a:solidFill>
                  <a:srgbClr val="1E293B"/>
                </a:solidFill>
                <a:latin typeface="Calibri"/>
                <a:cs typeface="Calibri"/>
              </a:rPr>
              <a:t>Ocean</a:t>
            </a:r>
            <a:r>
              <a:rPr dirty="0" sz="1100" spc="-15">
                <a:solidFill>
                  <a:srgbClr val="1E293B"/>
                </a:solidFill>
                <a:latin typeface="Calibri"/>
                <a:cs typeface="Calibri"/>
              </a:rPr>
              <a:t> </a:t>
            </a:r>
            <a:r>
              <a:rPr dirty="0" sz="1100" spc="-10">
                <a:solidFill>
                  <a:srgbClr val="1E293B"/>
                </a:solidFill>
                <a:latin typeface="Calibri"/>
                <a:cs typeface="Calibri"/>
              </a:rPr>
              <a:t>Telemetry:</a:t>
            </a:r>
            <a:r>
              <a:rPr dirty="0" sz="1100" spc="-15">
                <a:solidFill>
                  <a:srgbClr val="1E293B"/>
                </a:solidFill>
                <a:latin typeface="Calibri"/>
                <a:cs typeface="Calibri"/>
              </a:rPr>
              <a:t> </a:t>
            </a:r>
            <a:r>
              <a:rPr dirty="0" sz="1100">
                <a:solidFill>
                  <a:srgbClr val="1E293B"/>
                </a:solidFill>
                <a:latin typeface="Calibri"/>
                <a:cs typeface="Calibri"/>
              </a:rPr>
              <a:t>INCOIS</a:t>
            </a:r>
            <a:r>
              <a:rPr dirty="0" sz="1100" spc="-15">
                <a:solidFill>
                  <a:srgbClr val="1E293B"/>
                </a:solidFill>
                <a:latin typeface="Calibri"/>
                <a:cs typeface="Calibri"/>
              </a:rPr>
              <a:t> </a:t>
            </a:r>
            <a:r>
              <a:rPr dirty="0" sz="1100">
                <a:solidFill>
                  <a:srgbClr val="1E293B"/>
                </a:solidFill>
                <a:latin typeface="Calibri"/>
                <a:cs typeface="Calibri"/>
              </a:rPr>
              <a:t>National</a:t>
            </a:r>
            <a:r>
              <a:rPr dirty="0" sz="1100" spc="-15">
                <a:solidFill>
                  <a:srgbClr val="1E293B"/>
                </a:solidFill>
                <a:latin typeface="Calibri"/>
                <a:cs typeface="Calibri"/>
              </a:rPr>
              <a:t> </a:t>
            </a:r>
            <a:r>
              <a:rPr dirty="0" sz="1100">
                <a:solidFill>
                  <a:srgbClr val="1E293B"/>
                </a:solidFill>
                <a:latin typeface="Calibri"/>
                <a:cs typeface="Calibri"/>
              </a:rPr>
              <a:t>Data</a:t>
            </a:r>
            <a:r>
              <a:rPr dirty="0" sz="1100" spc="-15">
                <a:solidFill>
                  <a:srgbClr val="1E293B"/>
                </a:solidFill>
                <a:latin typeface="Calibri"/>
                <a:cs typeface="Calibri"/>
              </a:rPr>
              <a:t> </a:t>
            </a:r>
            <a:r>
              <a:rPr dirty="0" sz="1100">
                <a:solidFill>
                  <a:srgbClr val="1E293B"/>
                </a:solidFill>
                <a:latin typeface="Calibri"/>
                <a:cs typeface="Calibri"/>
              </a:rPr>
              <a:t>Buoy</a:t>
            </a:r>
            <a:r>
              <a:rPr dirty="0" sz="1100" spc="-15">
                <a:solidFill>
                  <a:srgbClr val="1E293B"/>
                </a:solidFill>
                <a:latin typeface="Calibri"/>
                <a:cs typeface="Calibri"/>
              </a:rPr>
              <a:t> </a:t>
            </a:r>
            <a:r>
              <a:rPr dirty="0" sz="1100">
                <a:solidFill>
                  <a:srgbClr val="1E293B"/>
                </a:solidFill>
                <a:latin typeface="Calibri"/>
                <a:cs typeface="Calibri"/>
              </a:rPr>
              <a:t>Programme</a:t>
            </a:r>
            <a:r>
              <a:rPr dirty="0" sz="1100" spc="-15">
                <a:solidFill>
                  <a:srgbClr val="1E293B"/>
                </a:solidFill>
                <a:latin typeface="Calibri"/>
                <a:cs typeface="Calibri"/>
              </a:rPr>
              <a:t> </a:t>
            </a:r>
            <a:r>
              <a:rPr dirty="0" sz="1100">
                <a:solidFill>
                  <a:srgbClr val="1E293B"/>
                </a:solidFill>
                <a:latin typeface="Calibri"/>
                <a:cs typeface="Calibri"/>
              </a:rPr>
              <a:t>(OMNI</a:t>
            </a:r>
            <a:r>
              <a:rPr dirty="0" sz="1100" spc="-15">
                <a:solidFill>
                  <a:srgbClr val="1E293B"/>
                </a:solidFill>
                <a:latin typeface="Calibri"/>
                <a:cs typeface="Calibri"/>
              </a:rPr>
              <a:t> </a:t>
            </a:r>
            <a:r>
              <a:rPr dirty="0" sz="1100" spc="-10">
                <a:solidFill>
                  <a:srgbClr val="1E293B"/>
                </a:solidFill>
                <a:latin typeface="Calibri"/>
                <a:cs typeface="Calibri"/>
              </a:rPr>
              <a:t>deep-</a:t>
            </a:r>
            <a:r>
              <a:rPr dirty="0" sz="1100">
                <a:solidFill>
                  <a:srgbClr val="1E293B"/>
                </a:solidFill>
                <a:latin typeface="Calibri"/>
                <a:cs typeface="Calibri"/>
              </a:rPr>
              <a:t>sea</a:t>
            </a:r>
            <a:r>
              <a:rPr dirty="0" sz="1100" spc="-15">
                <a:solidFill>
                  <a:srgbClr val="1E293B"/>
                </a:solidFill>
                <a:latin typeface="Calibri"/>
                <a:cs typeface="Calibri"/>
              </a:rPr>
              <a:t> </a:t>
            </a:r>
            <a:r>
              <a:rPr dirty="0" sz="1100">
                <a:solidFill>
                  <a:srgbClr val="1E293B"/>
                </a:solidFill>
                <a:latin typeface="Calibri"/>
                <a:cs typeface="Calibri"/>
              </a:rPr>
              <a:t>buoys</a:t>
            </a:r>
            <a:r>
              <a:rPr dirty="0" sz="1100" spc="-15">
                <a:solidFill>
                  <a:srgbClr val="1E293B"/>
                </a:solidFill>
                <a:latin typeface="Calibri"/>
                <a:cs typeface="Calibri"/>
              </a:rPr>
              <a:t> </a:t>
            </a:r>
            <a:r>
              <a:rPr dirty="0" sz="1100">
                <a:solidFill>
                  <a:srgbClr val="1E293B"/>
                </a:solidFill>
                <a:latin typeface="Calibri"/>
                <a:cs typeface="Calibri"/>
              </a:rPr>
              <a:t>and</a:t>
            </a:r>
            <a:r>
              <a:rPr dirty="0" sz="1100" spc="-15">
                <a:solidFill>
                  <a:srgbClr val="1E293B"/>
                </a:solidFill>
                <a:latin typeface="Calibri"/>
                <a:cs typeface="Calibri"/>
              </a:rPr>
              <a:t> </a:t>
            </a:r>
            <a:r>
              <a:rPr dirty="0" sz="1100">
                <a:solidFill>
                  <a:srgbClr val="1E293B"/>
                </a:solidFill>
                <a:latin typeface="Calibri"/>
                <a:cs typeface="Calibri"/>
              </a:rPr>
              <a:t>coastal</a:t>
            </a:r>
            <a:r>
              <a:rPr dirty="0" sz="1100" spc="-15">
                <a:solidFill>
                  <a:srgbClr val="1E293B"/>
                </a:solidFill>
                <a:latin typeface="Calibri"/>
                <a:cs typeface="Calibri"/>
              </a:rPr>
              <a:t> </a:t>
            </a:r>
            <a:r>
              <a:rPr dirty="0" sz="1100" spc="-20">
                <a:solidFill>
                  <a:srgbClr val="1E293B"/>
                </a:solidFill>
                <a:latin typeface="Calibri"/>
                <a:cs typeface="Calibri"/>
              </a:rPr>
              <a:t>wave-</a:t>
            </a:r>
            <a:r>
              <a:rPr dirty="0" sz="1100">
                <a:solidFill>
                  <a:srgbClr val="1E293B"/>
                </a:solidFill>
                <a:latin typeface="Calibri"/>
                <a:cs typeface="Calibri"/>
              </a:rPr>
              <a:t>rider</a:t>
            </a:r>
            <a:r>
              <a:rPr dirty="0" sz="1100" spc="-15">
                <a:solidFill>
                  <a:srgbClr val="1E293B"/>
                </a:solidFill>
                <a:latin typeface="Calibri"/>
                <a:cs typeface="Calibri"/>
              </a:rPr>
              <a:t> </a:t>
            </a:r>
            <a:r>
              <a:rPr dirty="0" sz="1100">
                <a:solidFill>
                  <a:srgbClr val="1E293B"/>
                </a:solidFill>
                <a:latin typeface="Calibri"/>
                <a:cs typeface="Calibri"/>
              </a:rPr>
              <a:t>buoys)</a:t>
            </a:r>
            <a:r>
              <a:rPr dirty="0" sz="1100" spc="-15">
                <a:solidFill>
                  <a:srgbClr val="1E293B"/>
                </a:solidFill>
                <a:latin typeface="Calibri"/>
                <a:cs typeface="Calibri"/>
              </a:rPr>
              <a:t> </a:t>
            </a:r>
            <a:r>
              <a:rPr dirty="0" sz="1100">
                <a:solidFill>
                  <a:srgbClr val="1E293B"/>
                </a:solidFill>
                <a:latin typeface="Calibri"/>
                <a:cs typeface="Calibri"/>
              </a:rPr>
              <a:t>plus</a:t>
            </a:r>
            <a:r>
              <a:rPr dirty="0" sz="1100" spc="-15">
                <a:solidFill>
                  <a:srgbClr val="1E293B"/>
                </a:solidFill>
                <a:latin typeface="Calibri"/>
                <a:cs typeface="Calibri"/>
              </a:rPr>
              <a:t> </a:t>
            </a:r>
            <a:r>
              <a:rPr dirty="0" sz="1100">
                <a:solidFill>
                  <a:srgbClr val="1E293B"/>
                </a:solidFill>
                <a:latin typeface="Calibri"/>
                <a:cs typeface="Calibri"/>
              </a:rPr>
              <a:t>Survey</a:t>
            </a:r>
            <a:r>
              <a:rPr dirty="0" sz="1100" spc="-15">
                <a:solidFill>
                  <a:srgbClr val="1E293B"/>
                </a:solidFill>
                <a:latin typeface="Calibri"/>
                <a:cs typeface="Calibri"/>
              </a:rPr>
              <a:t> </a:t>
            </a:r>
            <a:r>
              <a:rPr dirty="0" sz="1100">
                <a:solidFill>
                  <a:srgbClr val="1E293B"/>
                </a:solidFill>
                <a:latin typeface="Calibri"/>
                <a:cs typeface="Calibri"/>
              </a:rPr>
              <a:t>of</a:t>
            </a:r>
            <a:r>
              <a:rPr dirty="0" sz="1100" spc="-15">
                <a:solidFill>
                  <a:srgbClr val="1E293B"/>
                </a:solidFill>
                <a:latin typeface="Calibri"/>
                <a:cs typeface="Calibri"/>
              </a:rPr>
              <a:t> </a:t>
            </a:r>
            <a:r>
              <a:rPr dirty="0" sz="1100">
                <a:solidFill>
                  <a:srgbClr val="1E293B"/>
                </a:solidFill>
                <a:latin typeface="Calibri"/>
                <a:cs typeface="Calibri"/>
              </a:rPr>
              <a:t>India</a:t>
            </a:r>
            <a:r>
              <a:rPr dirty="0" sz="1100" spc="-15">
                <a:solidFill>
                  <a:srgbClr val="1E293B"/>
                </a:solidFill>
                <a:latin typeface="Calibri"/>
                <a:cs typeface="Calibri"/>
              </a:rPr>
              <a:t> </a:t>
            </a:r>
            <a:r>
              <a:rPr dirty="0" sz="1100">
                <a:solidFill>
                  <a:srgbClr val="1E293B"/>
                </a:solidFill>
                <a:latin typeface="Calibri"/>
                <a:cs typeface="Calibri"/>
              </a:rPr>
              <a:t>tide</a:t>
            </a:r>
            <a:r>
              <a:rPr dirty="0" sz="1100" spc="-15">
                <a:solidFill>
                  <a:srgbClr val="1E293B"/>
                </a:solidFill>
                <a:latin typeface="Calibri"/>
                <a:cs typeface="Calibri"/>
              </a:rPr>
              <a:t> </a:t>
            </a:r>
            <a:r>
              <a:rPr dirty="0" sz="1100" spc="-10">
                <a:solidFill>
                  <a:srgbClr val="1E293B"/>
                </a:solidFill>
                <a:latin typeface="Calibri"/>
                <a:cs typeface="Calibri"/>
              </a:rPr>
              <a:t>gauge records.</a:t>
            </a:r>
            <a:endParaRPr sz="1100">
              <a:latin typeface="Calibri"/>
              <a:cs typeface="Calibri"/>
            </a:endParaRPr>
          </a:p>
          <a:p>
            <a:pPr marL="113664" indent="-100965">
              <a:lnSpc>
                <a:spcPts val="1260"/>
              </a:lnSpc>
              <a:buChar char="•"/>
              <a:tabLst>
                <a:tab pos="113664" algn="l"/>
              </a:tabLst>
            </a:pPr>
            <a:r>
              <a:rPr dirty="0" sz="1100">
                <a:solidFill>
                  <a:srgbClr val="1E293B"/>
                </a:solidFill>
                <a:latin typeface="Calibri"/>
                <a:cs typeface="Calibri"/>
              </a:rPr>
              <a:t>Official</a:t>
            </a:r>
            <a:r>
              <a:rPr dirty="0" sz="1100" spc="-15">
                <a:solidFill>
                  <a:srgbClr val="1E293B"/>
                </a:solidFill>
                <a:latin typeface="Calibri"/>
                <a:cs typeface="Calibri"/>
              </a:rPr>
              <a:t> </a:t>
            </a:r>
            <a:r>
              <a:rPr dirty="0" sz="1100">
                <a:solidFill>
                  <a:srgbClr val="1E293B"/>
                </a:solidFill>
                <a:latin typeface="Calibri"/>
                <a:cs typeface="Calibri"/>
              </a:rPr>
              <a:t>Marine</a:t>
            </a:r>
            <a:r>
              <a:rPr dirty="0" sz="1100" spc="-15">
                <a:solidFill>
                  <a:srgbClr val="1E293B"/>
                </a:solidFill>
                <a:latin typeface="Calibri"/>
                <a:cs typeface="Calibri"/>
              </a:rPr>
              <a:t> </a:t>
            </a:r>
            <a:r>
              <a:rPr dirty="0" sz="1100">
                <a:solidFill>
                  <a:srgbClr val="1E293B"/>
                </a:solidFill>
                <a:latin typeface="Calibri"/>
                <a:cs typeface="Calibri"/>
              </a:rPr>
              <a:t>Advisories:</a:t>
            </a:r>
            <a:r>
              <a:rPr dirty="0" sz="1100" spc="-15">
                <a:solidFill>
                  <a:srgbClr val="1E293B"/>
                </a:solidFill>
                <a:latin typeface="Calibri"/>
                <a:cs typeface="Calibri"/>
              </a:rPr>
              <a:t> </a:t>
            </a:r>
            <a:r>
              <a:rPr dirty="0" sz="1100" spc="-10">
                <a:solidFill>
                  <a:srgbClr val="1E293B"/>
                </a:solidFill>
                <a:latin typeface="Calibri"/>
                <a:cs typeface="Calibri"/>
              </a:rPr>
              <a:t>Real-</a:t>
            </a:r>
            <a:r>
              <a:rPr dirty="0" sz="1100">
                <a:solidFill>
                  <a:srgbClr val="1E293B"/>
                </a:solidFill>
                <a:latin typeface="Calibri"/>
                <a:cs typeface="Calibri"/>
              </a:rPr>
              <a:t>time</a:t>
            </a:r>
            <a:r>
              <a:rPr dirty="0" sz="1100" spc="-15">
                <a:solidFill>
                  <a:srgbClr val="1E293B"/>
                </a:solidFill>
                <a:latin typeface="Calibri"/>
                <a:cs typeface="Calibri"/>
              </a:rPr>
              <a:t> </a:t>
            </a:r>
            <a:r>
              <a:rPr dirty="0" sz="1100">
                <a:solidFill>
                  <a:srgbClr val="1E293B"/>
                </a:solidFill>
                <a:latin typeface="Calibri"/>
                <a:cs typeface="Calibri"/>
              </a:rPr>
              <a:t>parsing</a:t>
            </a:r>
            <a:r>
              <a:rPr dirty="0" sz="1100" spc="-10">
                <a:solidFill>
                  <a:srgbClr val="1E293B"/>
                </a:solidFill>
                <a:latin typeface="Calibri"/>
                <a:cs typeface="Calibri"/>
              </a:rPr>
              <a:t> </a:t>
            </a:r>
            <a:r>
              <a:rPr dirty="0" sz="1100">
                <a:solidFill>
                  <a:srgbClr val="1E293B"/>
                </a:solidFill>
                <a:latin typeface="Calibri"/>
                <a:cs typeface="Calibri"/>
              </a:rPr>
              <a:t>of</a:t>
            </a:r>
            <a:r>
              <a:rPr dirty="0" sz="1100" spc="-15">
                <a:solidFill>
                  <a:srgbClr val="1E293B"/>
                </a:solidFill>
                <a:latin typeface="Calibri"/>
                <a:cs typeface="Calibri"/>
              </a:rPr>
              <a:t> </a:t>
            </a:r>
            <a:r>
              <a:rPr dirty="0" sz="1100">
                <a:solidFill>
                  <a:srgbClr val="1E293B"/>
                </a:solidFill>
                <a:latin typeface="Calibri"/>
                <a:cs typeface="Calibri"/>
              </a:rPr>
              <a:t>INCOIS</a:t>
            </a:r>
            <a:r>
              <a:rPr dirty="0" sz="1100" spc="-15">
                <a:solidFill>
                  <a:srgbClr val="1E293B"/>
                </a:solidFill>
                <a:latin typeface="Calibri"/>
                <a:cs typeface="Calibri"/>
              </a:rPr>
              <a:t> </a:t>
            </a:r>
            <a:r>
              <a:rPr dirty="0" sz="1100">
                <a:solidFill>
                  <a:srgbClr val="1E293B"/>
                </a:solidFill>
                <a:latin typeface="Calibri"/>
                <a:cs typeface="Calibri"/>
              </a:rPr>
              <a:t>High</a:t>
            </a:r>
            <a:r>
              <a:rPr dirty="0" sz="1100" spc="-15">
                <a:solidFill>
                  <a:srgbClr val="1E293B"/>
                </a:solidFill>
                <a:latin typeface="Calibri"/>
                <a:cs typeface="Calibri"/>
              </a:rPr>
              <a:t> </a:t>
            </a:r>
            <a:r>
              <a:rPr dirty="0" sz="1100" spc="-10">
                <a:solidFill>
                  <a:srgbClr val="1E293B"/>
                </a:solidFill>
                <a:latin typeface="Calibri"/>
                <a:cs typeface="Calibri"/>
              </a:rPr>
              <a:t>Wave </a:t>
            </a:r>
            <a:r>
              <a:rPr dirty="0" sz="1100">
                <a:solidFill>
                  <a:srgbClr val="1E293B"/>
                </a:solidFill>
                <a:latin typeface="Calibri"/>
                <a:cs typeface="Calibri"/>
              </a:rPr>
              <a:t>alerts,</a:t>
            </a:r>
            <a:r>
              <a:rPr dirty="0" sz="1100" spc="-15">
                <a:solidFill>
                  <a:srgbClr val="1E293B"/>
                </a:solidFill>
                <a:latin typeface="Calibri"/>
                <a:cs typeface="Calibri"/>
              </a:rPr>
              <a:t> </a:t>
            </a:r>
            <a:r>
              <a:rPr dirty="0" sz="1100">
                <a:solidFill>
                  <a:srgbClr val="1E293B"/>
                </a:solidFill>
                <a:latin typeface="Calibri"/>
                <a:cs typeface="Calibri"/>
              </a:rPr>
              <a:t>IMD</a:t>
            </a:r>
            <a:r>
              <a:rPr dirty="0" sz="1100" spc="-15">
                <a:solidFill>
                  <a:srgbClr val="1E293B"/>
                </a:solidFill>
                <a:latin typeface="Calibri"/>
                <a:cs typeface="Calibri"/>
              </a:rPr>
              <a:t> </a:t>
            </a:r>
            <a:r>
              <a:rPr dirty="0" sz="1100">
                <a:solidFill>
                  <a:srgbClr val="1E293B"/>
                </a:solidFill>
                <a:latin typeface="Calibri"/>
                <a:cs typeface="Calibri"/>
              </a:rPr>
              <a:t>Port</a:t>
            </a:r>
            <a:r>
              <a:rPr dirty="0" sz="1100" spc="-15">
                <a:solidFill>
                  <a:srgbClr val="1E293B"/>
                </a:solidFill>
                <a:latin typeface="Calibri"/>
                <a:cs typeface="Calibri"/>
              </a:rPr>
              <a:t> </a:t>
            </a:r>
            <a:r>
              <a:rPr dirty="0" sz="1100">
                <a:solidFill>
                  <a:srgbClr val="1E293B"/>
                </a:solidFill>
                <a:latin typeface="Calibri"/>
                <a:cs typeface="Calibri"/>
              </a:rPr>
              <a:t>Danger</a:t>
            </a:r>
            <a:r>
              <a:rPr dirty="0" sz="1100" spc="-10">
                <a:solidFill>
                  <a:srgbClr val="1E293B"/>
                </a:solidFill>
                <a:latin typeface="Calibri"/>
                <a:cs typeface="Calibri"/>
              </a:rPr>
              <a:t> </a:t>
            </a:r>
            <a:r>
              <a:rPr dirty="0" sz="1100">
                <a:solidFill>
                  <a:srgbClr val="1E293B"/>
                </a:solidFill>
                <a:latin typeface="Calibri"/>
                <a:cs typeface="Calibri"/>
              </a:rPr>
              <a:t>Signals</a:t>
            </a:r>
            <a:r>
              <a:rPr dirty="0" sz="1100" spc="-15">
                <a:solidFill>
                  <a:srgbClr val="1E293B"/>
                </a:solidFill>
                <a:latin typeface="Calibri"/>
                <a:cs typeface="Calibri"/>
              </a:rPr>
              <a:t> </a:t>
            </a:r>
            <a:r>
              <a:rPr dirty="0" sz="1100">
                <a:solidFill>
                  <a:srgbClr val="1E293B"/>
                </a:solidFill>
                <a:latin typeface="Calibri"/>
                <a:cs typeface="Calibri"/>
              </a:rPr>
              <a:t>(Signals</a:t>
            </a:r>
            <a:r>
              <a:rPr dirty="0" sz="1100" spc="-15">
                <a:solidFill>
                  <a:srgbClr val="1E293B"/>
                </a:solidFill>
                <a:latin typeface="Calibri"/>
                <a:cs typeface="Calibri"/>
              </a:rPr>
              <a:t> </a:t>
            </a:r>
            <a:r>
              <a:rPr dirty="0" sz="1100" spc="-10">
                <a:solidFill>
                  <a:srgbClr val="1E293B"/>
                </a:solidFill>
                <a:latin typeface="Calibri"/>
                <a:cs typeface="Calibri"/>
              </a:rPr>
              <a:t>1–</a:t>
            </a:r>
            <a:r>
              <a:rPr dirty="0" sz="1100">
                <a:solidFill>
                  <a:srgbClr val="1E293B"/>
                </a:solidFill>
                <a:latin typeface="Calibri"/>
                <a:cs typeface="Calibri"/>
              </a:rPr>
              <a:t>11),</a:t>
            </a:r>
            <a:r>
              <a:rPr dirty="0" sz="1100" spc="-15">
                <a:solidFill>
                  <a:srgbClr val="1E293B"/>
                </a:solidFill>
                <a:latin typeface="Calibri"/>
                <a:cs typeface="Calibri"/>
              </a:rPr>
              <a:t> </a:t>
            </a:r>
            <a:r>
              <a:rPr dirty="0" sz="1100">
                <a:solidFill>
                  <a:srgbClr val="1E293B"/>
                </a:solidFill>
                <a:latin typeface="Calibri"/>
                <a:cs typeface="Calibri"/>
              </a:rPr>
              <a:t>and</a:t>
            </a:r>
            <a:r>
              <a:rPr dirty="0" sz="1100" spc="-10">
                <a:solidFill>
                  <a:srgbClr val="1E293B"/>
                </a:solidFill>
                <a:latin typeface="Calibri"/>
                <a:cs typeface="Calibri"/>
              </a:rPr>
              <a:t> </a:t>
            </a:r>
            <a:r>
              <a:rPr dirty="0" sz="1100">
                <a:solidFill>
                  <a:srgbClr val="1E293B"/>
                </a:solidFill>
                <a:latin typeface="Calibri"/>
                <a:cs typeface="Calibri"/>
              </a:rPr>
              <a:t>Damini</a:t>
            </a:r>
            <a:r>
              <a:rPr dirty="0" sz="1100" spc="-15">
                <a:solidFill>
                  <a:srgbClr val="1E293B"/>
                </a:solidFill>
                <a:latin typeface="Calibri"/>
                <a:cs typeface="Calibri"/>
              </a:rPr>
              <a:t> </a:t>
            </a:r>
            <a:r>
              <a:rPr dirty="0" sz="1100">
                <a:solidFill>
                  <a:srgbClr val="1E293B"/>
                </a:solidFill>
                <a:latin typeface="Calibri"/>
                <a:cs typeface="Calibri"/>
              </a:rPr>
              <a:t>lightning</a:t>
            </a:r>
            <a:r>
              <a:rPr dirty="0" sz="1100" spc="-15">
                <a:solidFill>
                  <a:srgbClr val="1E293B"/>
                </a:solidFill>
                <a:latin typeface="Calibri"/>
                <a:cs typeface="Calibri"/>
              </a:rPr>
              <a:t> </a:t>
            </a:r>
            <a:r>
              <a:rPr dirty="0" sz="1100">
                <a:solidFill>
                  <a:srgbClr val="1E293B"/>
                </a:solidFill>
                <a:latin typeface="Calibri"/>
                <a:cs typeface="Calibri"/>
              </a:rPr>
              <a:t>network</a:t>
            </a:r>
            <a:r>
              <a:rPr dirty="0" sz="1100" spc="-15">
                <a:solidFill>
                  <a:srgbClr val="1E293B"/>
                </a:solidFill>
                <a:latin typeface="Calibri"/>
                <a:cs typeface="Calibri"/>
              </a:rPr>
              <a:t> </a:t>
            </a:r>
            <a:r>
              <a:rPr dirty="0" sz="1100" spc="-10">
                <a:solidFill>
                  <a:srgbClr val="1E293B"/>
                </a:solidFill>
                <a:latin typeface="Calibri"/>
                <a:cs typeface="Calibri"/>
              </a:rPr>
              <a:t>warnings.</a:t>
            </a:r>
            <a:endParaRPr sz="1100">
              <a:latin typeface="Calibri"/>
              <a:cs typeface="Calibri"/>
            </a:endParaRPr>
          </a:p>
          <a:p>
            <a:pPr marL="12700">
              <a:lnSpc>
                <a:spcPct val="100000"/>
              </a:lnSpc>
              <a:spcBef>
                <a:spcPts val="785"/>
              </a:spcBef>
            </a:pPr>
            <a:r>
              <a:rPr dirty="0" sz="1300" spc="-10" b="1">
                <a:solidFill>
                  <a:srgbClr val="0F172A"/>
                </a:solidFill>
                <a:latin typeface="Calibri"/>
                <a:cs typeface="Calibri"/>
              </a:rPr>
              <a:t>Normalization</a:t>
            </a:r>
            <a:r>
              <a:rPr dirty="0" sz="1300" b="1">
                <a:solidFill>
                  <a:srgbClr val="0F172A"/>
                </a:solidFill>
                <a:latin typeface="Calibri"/>
                <a:cs typeface="Calibri"/>
              </a:rPr>
              <a:t> &amp; Freshness </a:t>
            </a:r>
            <a:r>
              <a:rPr dirty="0" sz="1300" spc="-10" b="1">
                <a:solidFill>
                  <a:srgbClr val="0F172A"/>
                </a:solidFill>
                <a:latin typeface="Calibri"/>
                <a:cs typeface="Calibri"/>
              </a:rPr>
              <a:t>Engine:</a:t>
            </a:r>
            <a:endParaRPr sz="1300">
              <a:latin typeface="Calibri"/>
              <a:cs typeface="Calibri"/>
            </a:endParaRPr>
          </a:p>
          <a:p>
            <a:pPr marL="12700" marR="5080">
              <a:lnSpc>
                <a:spcPts val="1300"/>
              </a:lnSpc>
              <a:spcBef>
                <a:spcPts val="495"/>
              </a:spcBef>
            </a:pPr>
            <a:r>
              <a:rPr dirty="0" sz="1100">
                <a:solidFill>
                  <a:srgbClr val="1E293B"/>
                </a:solidFill>
                <a:latin typeface="Calibri"/>
                <a:cs typeface="Calibri"/>
              </a:rPr>
              <a:t>All</a:t>
            </a:r>
            <a:r>
              <a:rPr dirty="0" sz="1100" spc="-20">
                <a:solidFill>
                  <a:srgbClr val="1E293B"/>
                </a:solidFill>
                <a:latin typeface="Calibri"/>
                <a:cs typeface="Calibri"/>
              </a:rPr>
              <a:t> </a:t>
            </a:r>
            <a:r>
              <a:rPr dirty="0" sz="1100">
                <a:solidFill>
                  <a:srgbClr val="1E293B"/>
                </a:solidFill>
                <a:latin typeface="Calibri"/>
                <a:cs typeface="Calibri"/>
              </a:rPr>
              <a:t>ingested</a:t>
            </a:r>
            <a:r>
              <a:rPr dirty="0" sz="1100" spc="-15">
                <a:solidFill>
                  <a:srgbClr val="1E293B"/>
                </a:solidFill>
                <a:latin typeface="Calibri"/>
                <a:cs typeface="Calibri"/>
              </a:rPr>
              <a:t> </a:t>
            </a:r>
            <a:r>
              <a:rPr dirty="0" sz="1100">
                <a:solidFill>
                  <a:srgbClr val="1E293B"/>
                </a:solidFill>
                <a:latin typeface="Calibri"/>
                <a:cs typeface="Calibri"/>
              </a:rPr>
              <a:t>observations</a:t>
            </a:r>
            <a:r>
              <a:rPr dirty="0" sz="1100" spc="-15">
                <a:solidFill>
                  <a:srgbClr val="1E293B"/>
                </a:solidFill>
                <a:latin typeface="Calibri"/>
                <a:cs typeface="Calibri"/>
              </a:rPr>
              <a:t> </a:t>
            </a:r>
            <a:r>
              <a:rPr dirty="0" sz="1100">
                <a:solidFill>
                  <a:srgbClr val="1E293B"/>
                </a:solidFill>
                <a:latin typeface="Calibri"/>
                <a:cs typeface="Calibri"/>
              </a:rPr>
              <a:t>are</a:t>
            </a:r>
            <a:r>
              <a:rPr dirty="0" sz="1100" spc="-20">
                <a:solidFill>
                  <a:srgbClr val="1E293B"/>
                </a:solidFill>
                <a:latin typeface="Calibri"/>
                <a:cs typeface="Calibri"/>
              </a:rPr>
              <a:t> </a:t>
            </a:r>
            <a:r>
              <a:rPr dirty="0" sz="1100">
                <a:solidFill>
                  <a:srgbClr val="1E293B"/>
                </a:solidFill>
                <a:latin typeface="Calibri"/>
                <a:cs typeface="Calibri"/>
              </a:rPr>
              <a:t>mapped</a:t>
            </a:r>
            <a:r>
              <a:rPr dirty="0" sz="1100" spc="-15">
                <a:solidFill>
                  <a:srgbClr val="1E293B"/>
                </a:solidFill>
                <a:latin typeface="Calibri"/>
                <a:cs typeface="Calibri"/>
              </a:rPr>
              <a:t> </a:t>
            </a:r>
            <a:r>
              <a:rPr dirty="0" sz="1100">
                <a:solidFill>
                  <a:srgbClr val="1E293B"/>
                </a:solidFill>
                <a:latin typeface="Calibri"/>
                <a:cs typeface="Calibri"/>
              </a:rPr>
              <a:t>to</a:t>
            </a:r>
            <a:r>
              <a:rPr dirty="0" sz="1100" spc="-15">
                <a:solidFill>
                  <a:srgbClr val="1E293B"/>
                </a:solidFill>
                <a:latin typeface="Calibri"/>
                <a:cs typeface="Calibri"/>
              </a:rPr>
              <a:t> </a:t>
            </a:r>
            <a:r>
              <a:rPr dirty="0" sz="1100">
                <a:solidFill>
                  <a:srgbClr val="1E293B"/>
                </a:solidFill>
                <a:latin typeface="Calibri"/>
                <a:cs typeface="Calibri"/>
              </a:rPr>
              <a:t>unified</a:t>
            </a:r>
            <a:r>
              <a:rPr dirty="0" sz="1100" spc="-15">
                <a:solidFill>
                  <a:srgbClr val="1E293B"/>
                </a:solidFill>
                <a:latin typeface="Calibri"/>
                <a:cs typeface="Calibri"/>
              </a:rPr>
              <a:t> </a:t>
            </a:r>
            <a:r>
              <a:rPr dirty="0" sz="1100">
                <a:solidFill>
                  <a:srgbClr val="1E293B"/>
                </a:solidFill>
                <a:latin typeface="Calibri"/>
                <a:cs typeface="Calibri"/>
              </a:rPr>
              <a:t>Pydantic</a:t>
            </a:r>
            <a:r>
              <a:rPr dirty="0" sz="1100" spc="-20">
                <a:solidFill>
                  <a:srgbClr val="1E293B"/>
                </a:solidFill>
                <a:latin typeface="Calibri"/>
                <a:cs typeface="Calibri"/>
              </a:rPr>
              <a:t> </a:t>
            </a:r>
            <a:r>
              <a:rPr dirty="0" sz="1100">
                <a:solidFill>
                  <a:srgbClr val="1E293B"/>
                </a:solidFill>
                <a:latin typeface="Calibri"/>
                <a:cs typeface="Calibri"/>
              </a:rPr>
              <a:t>v2</a:t>
            </a:r>
            <a:r>
              <a:rPr dirty="0" sz="1100" spc="-15">
                <a:solidFill>
                  <a:srgbClr val="1E293B"/>
                </a:solidFill>
                <a:latin typeface="Calibri"/>
                <a:cs typeface="Calibri"/>
              </a:rPr>
              <a:t> </a:t>
            </a:r>
            <a:r>
              <a:rPr dirty="0" sz="1100">
                <a:solidFill>
                  <a:srgbClr val="1E293B"/>
                </a:solidFill>
                <a:latin typeface="Calibri"/>
                <a:cs typeface="Calibri"/>
              </a:rPr>
              <a:t>domain</a:t>
            </a:r>
            <a:r>
              <a:rPr dirty="0" sz="1100" spc="-15">
                <a:solidFill>
                  <a:srgbClr val="1E293B"/>
                </a:solidFill>
                <a:latin typeface="Calibri"/>
                <a:cs typeface="Calibri"/>
              </a:rPr>
              <a:t> </a:t>
            </a:r>
            <a:r>
              <a:rPr dirty="0" sz="1100">
                <a:solidFill>
                  <a:srgbClr val="1E293B"/>
                </a:solidFill>
                <a:latin typeface="Calibri"/>
                <a:cs typeface="Calibri"/>
              </a:rPr>
              <a:t>schemas.</a:t>
            </a:r>
            <a:r>
              <a:rPr dirty="0" sz="1100" spc="-15">
                <a:solidFill>
                  <a:srgbClr val="1E293B"/>
                </a:solidFill>
                <a:latin typeface="Calibri"/>
                <a:cs typeface="Calibri"/>
              </a:rPr>
              <a:t> </a:t>
            </a:r>
            <a:r>
              <a:rPr dirty="0" sz="1100">
                <a:solidFill>
                  <a:srgbClr val="1E293B"/>
                </a:solidFill>
                <a:latin typeface="Calibri"/>
                <a:cs typeface="Calibri"/>
              </a:rPr>
              <a:t>The</a:t>
            </a:r>
            <a:r>
              <a:rPr dirty="0" sz="1100" spc="-20">
                <a:solidFill>
                  <a:srgbClr val="1E293B"/>
                </a:solidFill>
                <a:latin typeface="Calibri"/>
                <a:cs typeface="Calibri"/>
              </a:rPr>
              <a:t> </a:t>
            </a:r>
            <a:r>
              <a:rPr dirty="0" sz="1100">
                <a:solidFill>
                  <a:srgbClr val="1E293B"/>
                </a:solidFill>
                <a:latin typeface="Calibri"/>
                <a:cs typeface="Calibri"/>
              </a:rPr>
              <a:t>freshness</a:t>
            </a:r>
            <a:r>
              <a:rPr dirty="0" sz="1100" spc="-15">
                <a:solidFill>
                  <a:srgbClr val="1E293B"/>
                </a:solidFill>
                <a:latin typeface="Calibri"/>
                <a:cs typeface="Calibri"/>
              </a:rPr>
              <a:t> </a:t>
            </a:r>
            <a:r>
              <a:rPr dirty="0" sz="1100" spc="-10">
                <a:solidFill>
                  <a:srgbClr val="1E293B"/>
                </a:solidFill>
                <a:latin typeface="Calibri"/>
                <a:cs typeface="Calibri"/>
              </a:rPr>
              <a:t>validator</a:t>
            </a:r>
            <a:r>
              <a:rPr dirty="0" sz="1100" spc="-15">
                <a:solidFill>
                  <a:srgbClr val="1E293B"/>
                </a:solidFill>
                <a:latin typeface="Calibri"/>
                <a:cs typeface="Calibri"/>
              </a:rPr>
              <a:t> </a:t>
            </a:r>
            <a:r>
              <a:rPr dirty="0" sz="1100">
                <a:solidFill>
                  <a:srgbClr val="1E293B"/>
                </a:solidFill>
                <a:latin typeface="Calibri"/>
                <a:cs typeface="Calibri"/>
              </a:rPr>
              <a:t>classifies</a:t>
            </a:r>
            <a:r>
              <a:rPr dirty="0" sz="1100" spc="-20">
                <a:solidFill>
                  <a:srgbClr val="1E293B"/>
                </a:solidFill>
                <a:latin typeface="Calibri"/>
                <a:cs typeface="Calibri"/>
              </a:rPr>
              <a:t> </a:t>
            </a:r>
            <a:r>
              <a:rPr dirty="0" sz="1100">
                <a:solidFill>
                  <a:srgbClr val="1E293B"/>
                </a:solidFill>
                <a:latin typeface="Calibri"/>
                <a:cs typeface="Calibri"/>
              </a:rPr>
              <a:t>observations</a:t>
            </a:r>
            <a:r>
              <a:rPr dirty="0" sz="1100" spc="-15">
                <a:solidFill>
                  <a:srgbClr val="1E293B"/>
                </a:solidFill>
                <a:latin typeface="Calibri"/>
                <a:cs typeface="Calibri"/>
              </a:rPr>
              <a:t> </a:t>
            </a:r>
            <a:r>
              <a:rPr dirty="0" sz="1100">
                <a:solidFill>
                  <a:srgbClr val="1E293B"/>
                </a:solidFill>
                <a:latin typeface="Calibri"/>
                <a:cs typeface="Calibri"/>
              </a:rPr>
              <a:t>into</a:t>
            </a:r>
            <a:r>
              <a:rPr dirty="0" sz="1100" spc="-15">
                <a:solidFill>
                  <a:srgbClr val="1E293B"/>
                </a:solidFill>
                <a:latin typeface="Calibri"/>
                <a:cs typeface="Calibri"/>
              </a:rPr>
              <a:t> </a:t>
            </a:r>
            <a:r>
              <a:rPr dirty="0" sz="1100">
                <a:solidFill>
                  <a:srgbClr val="1E293B"/>
                </a:solidFill>
                <a:latin typeface="Calibri"/>
                <a:cs typeface="Calibri"/>
              </a:rPr>
              <a:t>LIVE</a:t>
            </a:r>
            <a:r>
              <a:rPr dirty="0" sz="1100" spc="-15">
                <a:solidFill>
                  <a:srgbClr val="1E293B"/>
                </a:solidFill>
                <a:latin typeface="Calibri"/>
                <a:cs typeface="Calibri"/>
              </a:rPr>
              <a:t> </a:t>
            </a:r>
            <a:r>
              <a:rPr dirty="0" sz="1100">
                <a:solidFill>
                  <a:srgbClr val="1E293B"/>
                </a:solidFill>
                <a:latin typeface="Calibri"/>
                <a:cs typeface="Calibri"/>
              </a:rPr>
              <a:t>(&lt;</a:t>
            </a:r>
            <a:r>
              <a:rPr dirty="0" sz="1100" spc="-20">
                <a:solidFill>
                  <a:srgbClr val="1E293B"/>
                </a:solidFill>
                <a:latin typeface="Calibri"/>
                <a:cs typeface="Calibri"/>
              </a:rPr>
              <a:t> 3h),</a:t>
            </a:r>
            <a:r>
              <a:rPr dirty="0" sz="1100" spc="500">
                <a:solidFill>
                  <a:srgbClr val="1E293B"/>
                </a:solidFill>
                <a:latin typeface="Calibri"/>
                <a:cs typeface="Calibri"/>
              </a:rPr>
              <a:t> </a:t>
            </a:r>
            <a:r>
              <a:rPr dirty="0" sz="1100" spc="-10">
                <a:solidFill>
                  <a:srgbClr val="1E293B"/>
                </a:solidFill>
                <a:latin typeface="Calibri"/>
                <a:cs typeface="Calibri"/>
              </a:rPr>
              <a:t>NEAR_REAL_TIME</a:t>
            </a:r>
            <a:r>
              <a:rPr dirty="0" sz="1100" spc="-20">
                <a:solidFill>
                  <a:srgbClr val="1E293B"/>
                </a:solidFill>
                <a:latin typeface="Calibri"/>
                <a:cs typeface="Calibri"/>
              </a:rPr>
              <a:t> </a:t>
            </a:r>
            <a:r>
              <a:rPr dirty="0" sz="1100" spc="-10">
                <a:solidFill>
                  <a:srgbClr val="1E293B"/>
                </a:solidFill>
                <a:latin typeface="Calibri"/>
                <a:cs typeface="Calibri"/>
              </a:rPr>
              <a:t>(3–</a:t>
            </a:r>
            <a:r>
              <a:rPr dirty="0" sz="1100">
                <a:solidFill>
                  <a:srgbClr val="1E293B"/>
                </a:solidFill>
                <a:latin typeface="Calibri"/>
                <a:cs typeface="Calibri"/>
              </a:rPr>
              <a:t>12h),</a:t>
            </a:r>
            <a:r>
              <a:rPr dirty="0" sz="1100" spc="-20">
                <a:solidFill>
                  <a:srgbClr val="1E293B"/>
                </a:solidFill>
                <a:latin typeface="Calibri"/>
                <a:cs typeface="Calibri"/>
              </a:rPr>
              <a:t> </a:t>
            </a:r>
            <a:r>
              <a:rPr dirty="0" sz="1100" spc="-10">
                <a:solidFill>
                  <a:srgbClr val="1E293B"/>
                </a:solidFill>
                <a:latin typeface="Calibri"/>
                <a:cs typeface="Calibri"/>
              </a:rPr>
              <a:t>DELAYED</a:t>
            </a:r>
            <a:r>
              <a:rPr dirty="0" sz="1100" spc="-15">
                <a:solidFill>
                  <a:srgbClr val="1E293B"/>
                </a:solidFill>
                <a:latin typeface="Calibri"/>
                <a:cs typeface="Calibri"/>
              </a:rPr>
              <a:t> </a:t>
            </a:r>
            <a:r>
              <a:rPr dirty="0" sz="1100" spc="-10">
                <a:solidFill>
                  <a:srgbClr val="1E293B"/>
                </a:solidFill>
                <a:latin typeface="Calibri"/>
                <a:cs typeface="Calibri"/>
              </a:rPr>
              <a:t>(12–</a:t>
            </a:r>
            <a:r>
              <a:rPr dirty="0" sz="1100">
                <a:solidFill>
                  <a:srgbClr val="1E293B"/>
                </a:solidFill>
                <a:latin typeface="Calibri"/>
                <a:cs typeface="Calibri"/>
              </a:rPr>
              <a:t>48h),</a:t>
            </a:r>
            <a:r>
              <a:rPr dirty="0" sz="1100" spc="-20">
                <a:solidFill>
                  <a:srgbClr val="1E293B"/>
                </a:solidFill>
                <a:latin typeface="Calibri"/>
                <a:cs typeface="Calibri"/>
              </a:rPr>
              <a:t> </a:t>
            </a:r>
            <a:r>
              <a:rPr dirty="0" sz="1100">
                <a:solidFill>
                  <a:srgbClr val="1E293B"/>
                </a:solidFill>
                <a:latin typeface="Calibri"/>
                <a:cs typeface="Calibri"/>
              </a:rPr>
              <a:t>and</a:t>
            </a:r>
            <a:r>
              <a:rPr dirty="0" sz="1100" spc="-15">
                <a:solidFill>
                  <a:srgbClr val="1E293B"/>
                </a:solidFill>
                <a:latin typeface="Calibri"/>
                <a:cs typeface="Calibri"/>
              </a:rPr>
              <a:t> </a:t>
            </a:r>
            <a:r>
              <a:rPr dirty="0" sz="1100" spc="-10">
                <a:solidFill>
                  <a:srgbClr val="1E293B"/>
                </a:solidFill>
                <a:latin typeface="Calibri"/>
                <a:cs typeface="Calibri"/>
              </a:rPr>
              <a:t>HISTORICAL</a:t>
            </a:r>
            <a:r>
              <a:rPr dirty="0" sz="1100" spc="-20">
                <a:solidFill>
                  <a:srgbClr val="1E293B"/>
                </a:solidFill>
                <a:latin typeface="Calibri"/>
                <a:cs typeface="Calibri"/>
              </a:rPr>
              <a:t> </a:t>
            </a:r>
            <a:r>
              <a:rPr dirty="0" sz="1100">
                <a:solidFill>
                  <a:srgbClr val="1E293B"/>
                </a:solidFill>
                <a:latin typeface="Calibri"/>
                <a:cs typeface="Calibri"/>
              </a:rPr>
              <a:t>(&gt;</a:t>
            </a:r>
            <a:r>
              <a:rPr dirty="0" sz="1100" spc="-15">
                <a:solidFill>
                  <a:srgbClr val="1E293B"/>
                </a:solidFill>
                <a:latin typeface="Calibri"/>
                <a:cs typeface="Calibri"/>
              </a:rPr>
              <a:t> </a:t>
            </a:r>
            <a:r>
              <a:rPr dirty="0" sz="1100">
                <a:solidFill>
                  <a:srgbClr val="1E293B"/>
                </a:solidFill>
                <a:latin typeface="Calibri"/>
                <a:cs typeface="Calibri"/>
              </a:rPr>
              <a:t>48h).</a:t>
            </a:r>
            <a:r>
              <a:rPr dirty="0" sz="1100" spc="-20">
                <a:solidFill>
                  <a:srgbClr val="1E293B"/>
                </a:solidFill>
                <a:latin typeface="Calibri"/>
                <a:cs typeface="Calibri"/>
              </a:rPr>
              <a:t> </a:t>
            </a:r>
            <a:r>
              <a:rPr dirty="0" sz="1100">
                <a:solidFill>
                  <a:srgbClr val="1E293B"/>
                </a:solidFill>
                <a:latin typeface="Calibri"/>
                <a:cs typeface="Calibri"/>
              </a:rPr>
              <a:t>Any</a:t>
            </a:r>
            <a:r>
              <a:rPr dirty="0" sz="1100" spc="-15">
                <a:solidFill>
                  <a:srgbClr val="1E293B"/>
                </a:solidFill>
                <a:latin typeface="Calibri"/>
                <a:cs typeface="Calibri"/>
              </a:rPr>
              <a:t> </a:t>
            </a:r>
            <a:r>
              <a:rPr dirty="0" sz="1100">
                <a:solidFill>
                  <a:srgbClr val="1E293B"/>
                </a:solidFill>
                <a:latin typeface="Calibri"/>
                <a:cs typeface="Calibri"/>
              </a:rPr>
              <a:t>delayed</a:t>
            </a:r>
            <a:r>
              <a:rPr dirty="0" sz="1100" spc="-20">
                <a:solidFill>
                  <a:srgbClr val="1E293B"/>
                </a:solidFill>
                <a:latin typeface="Calibri"/>
                <a:cs typeface="Calibri"/>
              </a:rPr>
              <a:t> </a:t>
            </a:r>
            <a:r>
              <a:rPr dirty="0" sz="1100">
                <a:solidFill>
                  <a:srgbClr val="1E293B"/>
                </a:solidFill>
                <a:latin typeface="Calibri"/>
                <a:cs typeface="Calibri"/>
              </a:rPr>
              <a:t>telemetry</a:t>
            </a:r>
            <a:r>
              <a:rPr dirty="0" sz="1100" spc="-15">
                <a:solidFill>
                  <a:srgbClr val="1E293B"/>
                </a:solidFill>
                <a:latin typeface="Calibri"/>
                <a:cs typeface="Calibri"/>
              </a:rPr>
              <a:t> </a:t>
            </a:r>
            <a:r>
              <a:rPr dirty="0" sz="1100">
                <a:solidFill>
                  <a:srgbClr val="1E293B"/>
                </a:solidFill>
                <a:latin typeface="Calibri"/>
                <a:cs typeface="Calibri"/>
              </a:rPr>
              <a:t>triggers</a:t>
            </a:r>
            <a:r>
              <a:rPr dirty="0" sz="1100" spc="-20">
                <a:solidFill>
                  <a:srgbClr val="1E293B"/>
                </a:solidFill>
                <a:latin typeface="Calibri"/>
                <a:cs typeface="Calibri"/>
              </a:rPr>
              <a:t> </a:t>
            </a:r>
            <a:r>
              <a:rPr dirty="0" sz="1100">
                <a:solidFill>
                  <a:srgbClr val="1E293B"/>
                </a:solidFill>
                <a:latin typeface="Calibri"/>
                <a:cs typeface="Calibri"/>
              </a:rPr>
              <a:t>an</a:t>
            </a:r>
            <a:r>
              <a:rPr dirty="0" sz="1100" spc="-15">
                <a:solidFill>
                  <a:srgbClr val="1E293B"/>
                </a:solidFill>
                <a:latin typeface="Calibri"/>
                <a:cs typeface="Calibri"/>
              </a:rPr>
              <a:t> </a:t>
            </a:r>
            <a:r>
              <a:rPr dirty="0" sz="1100">
                <a:solidFill>
                  <a:srgbClr val="1E293B"/>
                </a:solidFill>
                <a:latin typeface="Calibri"/>
                <a:cs typeface="Calibri"/>
              </a:rPr>
              <a:t>explicit</a:t>
            </a:r>
            <a:r>
              <a:rPr dirty="0" sz="1100" spc="-20">
                <a:solidFill>
                  <a:srgbClr val="1E293B"/>
                </a:solidFill>
                <a:latin typeface="Calibri"/>
                <a:cs typeface="Calibri"/>
              </a:rPr>
              <a:t> </a:t>
            </a:r>
            <a:r>
              <a:rPr dirty="0" sz="1100">
                <a:solidFill>
                  <a:srgbClr val="1E293B"/>
                </a:solidFill>
                <a:latin typeface="Calibri"/>
                <a:cs typeface="Calibri"/>
              </a:rPr>
              <a:t>+8</a:t>
            </a:r>
            <a:r>
              <a:rPr dirty="0" sz="1100" spc="-20">
                <a:solidFill>
                  <a:srgbClr val="1E293B"/>
                </a:solidFill>
                <a:latin typeface="Calibri"/>
                <a:cs typeface="Calibri"/>
              </a:rPr>
              <a:t> </a:t>
            </a:r>
            <a:r>
              <a:rPr dirty="0" sz="1100">
                <a:solidFill>
                  <a:srgbClr val="1E293B"/>
                </a:solidFill>
                <a:latin typeface="Calibri"/>
                <a:cs typeface="Calibri"/>
              </a:rPr>
              <a:t>uncertainty</a:t>
            </a:r>
            <a:r>
              <a:rPr dirty="0" sz="1100" spc="-15">
                <a:solidFill>
                  <a:srgbClr val="1E293B"/>
                </a:solidFill>
                <a:latin typeface="Calibri"/>
                <a:cs typeface="Calibri"/>
              </a:rPr>
              <a:t> </a:t>
            </a:r>
            <a:r>
              <a:rPr dirty="0" sz="1100">
                <a:solidFill>
                  <a:srgbClr val="1E293B"/>
                </a:solidFill>
                <a:latin typeface="Calibri"/>
                <a:cs typeface="Calibri"/>
              </a:rPr>
              <a:t>penalty</a:t>
            </a:r>
            <a:r>
              <a:rPr dirty="0" sz="1100" spc="-20">
                <a:solidFill>
                  <a:srgbClr val="1E293B"/>
                </a:solidFill>
                <a:latin typeface="Calibri"/>
                <a:cs typeface="Calibri"/>
              </a:rPr>
              <a:t> </a:t>
            </a:r>
            <a:r>
              <a:rPr dirty="0" sz="1100">
                <a:solidFill>
                  <a:srgbClr val="1E293B"/>
                </a:solidFill>
                <a:latin typeface="Calibri"/>
                <a:cs typeface="Calibri"/>
              </a:rPr>
              <a:t>in</a:t>
            </a:r>
            <a:r>
              <a:rPr dirty="0" sz="1100" spc="-15">
                <a:solidFill>
                  <a:srgbClr val="1E293B"/>
                </a:solidFill>
                <a:latin typeface="Calibri"/>
                <a:cs typeface="Calibri"/>
              </a:rPr>
              <a:t> </a:t>
            </a:r>
            <a:r>
              <a:rPr dirty="0" sz="1100">
                <a:solidFill>
                  <a:srgbClr val="1E293B"/>
                </a:solidFill>
                <a:latin typeface="Calibri"/>
                <a:cs typeface="Calibri"/>
              </a:rPr>
              <a:t>subsequent</a:t>
            </a:r>
            <a:r>
              <a:rPr dirty="0" sz="1100" spc="-20">
                <a:solidFill>
                  <a:srgbClr val="1E293B"/>
                </a:solidFill>
                <a:latin typeface="Calibri"/>
                <a:cs typeface="Calibri"/>
              </a:rPr>
              <a:t> </a:t>
            </a:r>
            <a:r>
              <a:rPr dirty="0" sz="1100" spc="-10">
                <a:solidFill>
                  <a:srgbClr val="1E293B"/>
                </a:solidFill>
                <a:latin typeface="Calibri"/>
                <a:cs typeface="Calibri"/>
              </a:rPr>
              <a:t>safety scoring.</a:t>
            </a:r>
            <a:endParaRPr sz="1100">
              <a:latin typeface="Calibri"/>
              <a:cs typeface="Calibri"/>
            </a:endParaRPr>
          </a:p>
          <a:p>
            <a:pPr marL="12700">
              <a:lnSpc>
                <a:spcPct val="100000"/>
              </a:lnSpc>
              <a:spcBef>
                <a:spcPts val="745"/>
              </a:spcBef>
            </a:pPr>
            <a:r>
              <a:rPr dirty="0" sz="1300" spc="-10" b="1">
                <a:solidFill>
                  <a:srgbClr val="0F172A"/>
                </a:solidFill>
                <a:latin typeface="Calibri"/>
                <a:cs typeface="Calibri"/>
              </a:rPr>
              <a:t>Dual-</a:t>
            </a:r>
            <a:r>
              <a:rPr dirty="0" sz="1300" b="1">
                <a:solidFill>
                  <a:srgbClr val="0F172A"/>
                </a:solidFill>
                <a:latin typeface="Calibri"/>
                <a:cs typeface="Calibri"/>
              </a:rPr>
              <a:t>Density</a:t>
            </a:r>
            <a:r>
              <a:rPr dirty="0" sz="1300" spc="-15" b="1">
                <a:solidFill>
                  <a:srgbClr val="0F172A"/>
                </a:solidFill>
                <a:latin typeface="Calibri"/>
                <a:cs typeface="Calibri"/>
              </a:rPr>
              <a:t> </a:t>
            </a:r>
            <a:r>
              <a:rPr dirty="0" sz="1300" b="1">
                <a:solidFill>
                  <a:srgbClr val="0F172A"/>
                </a:solidFill>
                <a:latin typeface="Calibri"/>
                <a:cs typeface="Calibri"/>
              </a:rPr>
              <a:t>Spatial</a:t>
            </a:r>
            <a:r>
              <a:rPr dirty="0" sz="1300" spc="-15" b="1">
                <a:solidFill>
                  <a:srgbClr val="0F172A"/>
                </a:solidFill>
                <a:latin typeface="Calibri"/>
                <a:cs typeface="Calibri"/>
              </a:rPr>
              <a:t> </a:t>
            </a:r>
            <a:r>
              <a:rPr dirty="0" sz="1300" spc="-10" b="1">
                <a:solidFill>
                  <a:srgbClr val="0F172A"/>
                </a:solidFill>
                <a:latin typeface="Calibri"/>
                <a:cs typeface="Calibri"/>
              </a:rPr>
              <a:t>Mapping:</a:t>
            </a:r>
            <a:endParaRPr sz="1300">
              <a:latin typeface="Calibri"/>
              <a:cs typeface="Calibri"/>
            </a:endParaRPr>
          </a:p>
          <a:p>
            <a:pPr marL="113664" indent="-100965">
              <a:lnSpc>
                <a:spcPts val="1310"/>
              </a:lnSpc>
              <a:spcBef>
                <a:spcPts val="434"/>
              </a:spcBef>
              <a:buChar char="•"/>
              <a:tabLst>
                <a:tab pos="113664" algn="l"/>
              </a:tabLst>
            </a:pPr>
            <a:r>
              <a:rPr dirty="0" sz="1100" spc="-10">
                <a:solidFill>
                  <a:srgbClr val="1E293B"/>
                </a:solidFill>
                <a:latin typeface="Calibri"/>
                <a:cs typeface="Calibri"/>
              </a:rPr>
              <a:t>Macro-</a:t>
            </a:r>
            <a:r>
              <a:rPr dirty="0" sz="1100">
                <a:solidFill>
                  <a:srgbClr val="1E293B"/>
                </a:solidFill>
                <a:latin typeface="Calibri"/>
                <a:cs typeface="Calibri"/>
              </a:rPr>
              <a:t>Grid</a:t>
            </a:r>
            <a:r>
              <a:rPr dirty="0" sz="1100" spc="-20">
                <a:solidFill>
                  <a:srgbClr val="1E293B"/>
                </a:solidFill>
                <a:latin typeface="Calibri"/>
                <a:cs typeface="Calibri"/>
              </a:rPr>
              <a:t> </a:t>
            </a:r>
            <a:r>
              <a:rPr dirty="0" sz="1100" spc="-10">
                <a:solidFill>
                  <a:srgbClr val="1E293B"/>
                </a:solidFill>
                <a:latin typeface="Calibri"/>
                <a:cs typeface="Calibri"/>
              </a:rPr>
              <a:t>Layer:</a:t>
            </a:r>
            <a:r>
              <a:rPr dirty="0" sz="1100" spc="-15">
                <a:solidFill>
                  <a:srgbClr val="1E293B"/>
                </a:solidFill>
                <a:latin typeface="Calibri"/>
                <a:cs typeface="Calibri"/>
              </a:rPr>
              <a:t> </a:t>
            </a:r>
            <a:r>
              <a:rPr dirty="0" sz="1100" spc="-10">
                <a:solidFill>
                  <a:srgbClr val="1E293B"/>
                </a:solidFill>
                <a:latin typeface="Calibri"/>
                <a:cs typeface="Calibri"/>
              </a:rPr>
              <a:t>High-</a:t>
            </a:r>
            <a:r>
              <a:rPr dirty="0" sz="1100">
                <a:solidFill>
                  <a:srgbClr val="1E293B"/>
                </a:solidFill>
                <a:latin typeface="Calibri"/>
                <a:cs typeface="Calibri"/>
              </a:rPr>
              <a:t>resolution</a:t>
            </a:r>
            <a:r>
              <a:rPr dirty="0" sz="1100" spc="-15">
                <a:solidFill>
                  <a:srgbClr val="1E293B"/>
                </a:solidFill>
                <a:latin typeface="Calibri"/>
                <a:cs typeface="Calibri"/>
              </a:rPr>
              <a:t> </a:t>
            </a:r>
            <a:r>
              <a:rPr dirty="0" sz="1100">
                <a:solidFill>
                  <a:srgbClr val="1E293B"/>
                </a:solidFill>
                <a:latin typeface="Calibri"/>
                <a:cs typeface="Calibri"/>
              </a:rPr>
              <a:t>Indian</a:t>
            </a:r>
            <a:r>
              <a:rPr dirty="0" sz="1100" spc="-15">
                <a:solidFill>
                  <a:srgbClr val="1E293B"/>
                </a:solidFill>
                <a:latin typeface="Calibri"/>
                <a:cs typeface="Calibri"/>
              </a:rPr>
              <a:t> </a:t>
            </a:r>
            <a:r>
              <a:rPr dirty="0" sz="1100">
                <a:solidFill>
                  <a:srgbClr val="1E293B"/>
                </a:solidFill>
                <a:latin typeface="Calibri"/>
                <a:cs typeface="Calibri"/>
              </a:rPr>
              <a:t>Ocean</a:t>
            </a:r>
            <a:r>
              <a:rPr dirty="0" sz="1100" spc="-20">
                <a:solidFill>
                  <a:srgbClr val="1E293B"/>
                </a:solidFill>
                <a:latin typeface="Calibri"/>
                <a:cs typeface="Calibri"/>
              </a:rPr>
              <a:t> </a:t>
            </a:r>
            <a:r>
              <a:rPr dirty="0" sz="1100">
                <a:solidFill>
                  <a:srgbClr val="1E293B"/>
                </a:solidFill>
                <a:latin typeface="Calibri"/>
                <a:cs typeface="Calibri"/>
              </a:rPr>
              <a:t>basin</a:t>
            </a:r>
            <a:r>
              <a:rPr dirty="0" sz="1100" spc="-15">
                <a:solidFill>
                  <a:srgbClr val="1E293B"/>
                </a:solidFill>
                <a:latin typeface="Calibri"/>
                <a:cs typeface="Calibri"/>
              </a:rPr>
              <a:t> </a:t>
            </a:r>
            <a:r>
              <a:rPr dirty="0" sz="1100">
                <a:solidFill>
                  <a:srgbClr val="1E293B"/>
                </a:solidFill>
                <a:latin typeface="Calibri"/>
                <a:cs typeface="Calibri"/>
              </a:rPr>
              <a:t>GeoJSON</a:t>
            </a:r>
            <a:r>
              <a:rPr dirty="0" sz="1100" spc="-15">
                <a:solidFill>
                  <a:srgbClr val="1E293B"/>
                </a:solidFill>
                <a:latin typeface="Calibri"/>
                <a:cs typeface="Calibri"/>
              </a:rPr>
              <a:t> </a:t>
            </a:r>
            <a:r>
              <a:rPr dirty="0" sz="1100">
                <a:solidFill>
                  <a:srgbClr val="1E293B"/>
                </a:solidFill>
                <a:latin typeface="Calibri"/>
                <a:cs typeface="Calibri"/>
              </a:rPr>
              <a:t>boundaries</a:t>
            </a:r>
            <a:r>
              <a:rPr dirty="0" sz="1100" spc="-15">
                <a:solidFill>
                  <a:srgbClr val="1E293B"/>
                </a:solidFill>
                <a:latin typeface="Calibri"/>
                <a:cs typeface="Calibri"/>
              </a:rPr>
              <a:t> </a:t>
            </a:r>
            <a:r>
              <a:rPr dirty="0" sz="1100">
                <a:solidFill>
                  <a:srgbClr val="1E293B"/>
                </a:solidFill>
                <a:latin typeface="Calibri"/>
                <a:cs typeface="Calibri"/>
              </a:rPr>
              <a:t>(EEZ,</a:t>
            </a:r>
            <a:r>
              <a:rPr dirty="0" sz="1100" spc="-20">
                <a:solidFill>
                  <a:srgbClr val="1E293B"/>
                </a:solidFill>
                <a:latin typeface="Calibri"/>
                <a:cs typeface="Calibri"/>
              </a:rPr>
              <a:t> </a:t>
            </a:r>
            <a:r>
              <a:rPr dirty="0" sz="1100" spc="-10">
                <a:solidFill>
                  <a:srgbClr val="1E293B"/>
                </a:solidFill>
                <a:latin typeface="Calibri"/>
                <a:cs typeface="Calibri"/>
              </a:rPr>
              <a:t>MPAs,</a:t>
            </a:r>
            <a:r>
              <a:rPr dirty="0" sz="1100" spc="-15">
                <a:solidFill>
                  <a:srgbClr val="1E293B"/>
                </a:solidFill>
                <a:latin typeface="Calibri"/>
                <a:cs typeface="Calibri"/>
              </a:rPr>
              <a:t> </a:t>
            </a:r>
            <a:r>
              <a:rPr dirty="0" sz="1100">
                <a:solidFill>
                  <a:srgbClr val="1E293B"/>
                </a:solidFill>
                <a:latin typeface="Calibri"/>
                <a:cs typeface="Calibri"/>
              </a:rPr>
              <a:t>Naval</a:t>
            </a:r>
            <a:r>
              <a:rPr dirty="0" sz="1100" spc="-15">
                <a:solidFill>
                  <a:srgbClr val="1E293B"/>
                </a:solidFill>
                <a:latin typeface="Calibri"/>
                <a:cs typeface="Calibri"/>
              </a:rPr>
              <a:t> </a:t>
            </a:r>
            <a:r>
              <a:rPr dirty="0" sz="1100">
                <a:solidFill>
                  <a:srgbClr val="1E293B"/>
                </a:solidFill>
                <a:latin typeface="Calibri"/>
                <a:cs typeface="Calibri"/>
              </a:rPr>
              <a:t>Restricted</a:t>
            </a:r>
            <a:r>
              <a:rPr dirty="0" sz="1100" spc="-15">
                <a:solidFill>
                  <a:srgbClr val="1E293B"/>
                </a:solidFill>
                <a:latin typeface="Calibri"/>
                <a:cs typeface="Calibri"/>
              </a:rPr>
              <a:t> </a:t>
            </a:r>
            <a:r>
              <a:rPr dirty="0" sz="1100">
                <a:solidFill>
                  <a:srgbClr val="1E293B"/>
                </a:solidFill>
                <a:latin typeface="Calibri"/>
                <a:cs typeface="Calibri"/>
              </a:rPr>
              <a:t>Zones,</a:t>
            </a:r>
            <a:r>
              <a:rPr dirty="0" sz="1100" spc="-20">
                <a:solidFill>
                  <a:srgbClr val="1E293B"/>
                </a:solidFill>
                <a:latin typeface="Calibri"/>
                <a:cs typeface="Calibri"/>
              </a:rPr>
              <a:t> </a:t>
            </a:r>
            <a:r>
              <a:rPr dirty="0" sz="1100">
                <a:solidFill>
                  <a:srgbClr val="1E293B"/>
                </a:solidFill>
                <a:latin typeface="Calibri"/>
                <a:cs typeface="Calibri"/>
              </a:rPr>
              <a:t>Shipping</a:t>
            </a:r>
            <a:r>
              <a:rPr dirty="0" sz="1100" spc="-15">
                <a:solidFill>
                  <a:srgbClr val="1E293B"/>
                </a:solidFill>
                <a:latin typeface="Calibri"/>
                <a:cs typeface="Calibri"/>
              </a:rPr>
              <a:t> </a:t>
            </a:r>
            <a:r>
              <a:rPr dirty="0" sz="1100" spc="-10">
                <a:solidFill>
                  <a:srgbClr val="1E293B"/>
                </a:solidFill>
                <a:latin typeface="Calibri"/>
                <a:cs typeface="Calibri"/>
              </a:rPr>
              <a:t>Lanes).</a:t>
            </a:r>
            <a:endParaRPr sz="1100">
              <a:latin typeface="Calibri"/>
              <a:cs typeface="Calibri"/>
            </a:endParaRPr>
          </a:p>
          <a:p>
            <a:pPr marL="113664" indent="-100965">
              <a:lnSpc>
                <a:spcPts val="1310"/>
              </a:lnSpc>
              <a:buChar char="•"/>
              <a:tabLst>
                <a:tab pos="113664" algn="l"/>
              </a:tabLst>
            </a:pPr>
            <a:r>
              <a:rPr dirty="0" sz="1100" spc="-10">
                <a:solidFill>
                  <a:srgbClr val="1E293B"/>
                </a:solidFill>
                <a:latin typeface="Calibri"/>
                <a:cs typeface="Calibri"/>
              </a:rPr>
              <a:t>Micro-</a:t>
            </a:r>
            <a:r>
              <a:rPr dirty="0" sz="1100">
                <a:solidFill>
                  <a:srgbClr val="1E293B"/>
                </a:solidFill>
                <a:latin typeface="Calibri"/>
                <a:cs typeface="Calibri"/>
              </a:rPr>
              <a:t>Port</a:t>
            </a:r>
            <a:r>
              <a:rPr dirty="0" sz="1100" spc="-20">
                <a:solidFill>
                  <a:srgbClr val="1E293B"/>
                </a:solidFill>
                <a:latin typeface="Calibri"/>
                <a:cs typeface="Calibri"/>
              </a:rPr>
              <a:t> </a:t>
            </a:r>
            <a:r>
              <a:rPr dirty="0" sz="1100">
                <a:solidFill>
                  <a:srgbClr val="1E293B"/>
                </a:solidFill>
                <a:latin typeface="Calibri"/>
                <a:cs typeface="Calibri"/>
              </a:rPr>
              <a:t>Resolution:</a:t>
            </a:r>
            <a:r>
              <a:rPr dirty="0" sz="1100" spc="-20">
                <a:solidFill>
                  <a:srgbClr val="1E293B"/>
                </a:solidFill>
                <a:latin typeface="Calibri"/>
                <a:cs typeface="Calibri"/>
              </a:rPr>
              <a:t> </a:t>
            </a:r>
            <a:r>
              <a:rPr dirty="0" sz="1100" spc="-10">
                <a:solidFill>
                  <a:srgbClr val="1E293B"/>
                </a:solidFill>
                <a:latin typeface="Calibri"/>
                <a:cs typeface="Calibri"/>
              </a:rPr>
              <a:t>Pre-</a:t>
            </a:r>
            <a:r>
              <a:rPr dirty="0" sz="1100">
                <a:solidFill>
                  <a:srgbClr val="1E293B"/>
                </a:solidFill>
                <a:latin typeface="Calibri"/>
                <a:cs typeface="Calibri"/>
              </a:rPr>
              <a:t>indexed</a:t>
            </a:r>
            <a:r>
              <a:rPr dirty="0" sz="1100" spc="-20">
                <a:solidFill>
                  <a:srgbClr val="1E293B"/>
                </a:solidFill>
                <a:latin typeface="Calibri"/>
                <a:cs typeface="Calibri"/>
              </a:rPr>
              <a:t> </a:t>
            </a:r>
            <a:r>
              <a:rPr dirty="0" sz="1100">
                <a:solidFill>
                  <a:srgbClr val="1E293B"/>
                </a:solidFill>
                <a:latin typeface="Calibri"/>
                <a:cs typeface="Calibri"/>
              </a:rPr>
              <a:t>registry</a:t>
            </a:r>
            <a:r>
              <a:rPr dirty="0" sz="1100" spc="-15">
                <a:solidFill>
                  <a:srgbClr val="1E293B"/>
                </a:solidFill>
                <a:latin typeface="Calibri"/>
                <a:cs typeface="Calibri"/>
              </a:rPr>
              <a:t> </a:t>
            </a:r>
            <a:r>
              <a:rPr dirty="0" sz="1100">
                <a:solidFill>
                  <a:srgbClr val="1E293B"/>
                </a:solidFill>
                <a:latin typeface="Calibri"/>
                <a:cs typeface="Calibri"/>
              </a:rPr>
              <a:t>of</a:t>
            </a:r>
            <a:r>
              <a:rPr dirty="0" sz="1100" spc="-20">
                <a:solidFill>
                  <a:srgbClr val="1E293B"/>
                </a:solidFill>
                <a:latin typeface="Calibri"/>
                <a:cs typeface="Calibri"/>
              </a:rPr>
              <a:t> </a:t>
            </a:r>
            <a:r>
              <a:rPr dirty="0" sz="1100">
                <a:solidFill>
                  <a:srgbClr val="1E293B"/>
                </a:solidFill>
                <a:latin typeface="Calibri"/>
                <a:cs typeface="Calibri"/>
              </a:rPr>
              <a:t>35+</a:t>
            </a:r>
            <a:r>
              <a:rPr dirty="0" sz="1100" spc="-20">
                <a:solidFill>
                  <a:srgbClr val="1E293B"/>
                </a:solidFill>
                <a:latin typeface="Calibri"/>
                <a:cs typeface="Calibri"/>
              </a:rPr>
              <a:t> </a:t>
            </a:r>
            <a:r>
              <a:rPr dirty="0" sz="1100">
                <a:solidFill>
                  <a:srgbClr val="1E293B"/>
                </a:solidFill>
                <a:latin typeface="Calibri"/>
                <a:cs typeface="Calibri"/>
              </a:rPr>
              <a:t>coastal</a:t>
            </a:r>
            <a:r>
              <a:rPr dirty="0" sz="1100" spc="-20">
                <a:solidFill>
                  <a:srgbClr val="1E293B"/>
                </a:solidFill>
                <a:latin typeface="Calibri"/>
                <a:cs typeface="Calibri"/>
              </a:rPr>
              <a:t> </a:t>
            </a:r>
            <a:r>
              <a:rPr dirty="0" sz="1100">
                <a:solidFill>
                  <a:srgbClr val="1E293B"/>
                </a:solidFill>
                <a:latin typeface="Calibri"/>
                <a:cs typeface="Calibri"/>
              </a:rPr>
              <a:t>ports</a:t>
            </a:r>
            <a:r>
              <a:rPr dirty="0" sz="1100" spc="-15">
                <a:solidFill>
                  <a:srgbClr val="1E293B"/>
                </a:solidFill>
                <a:latin typeface="Calibri"/>
                <a:cs typeface="Calibri"/>
              </a:rPr>
              <a:t> </a:t>
            </a:r>
            <a:r>
              <a:rPr dirty="0" sz="1100">
                <a:solidFill>
                  <a:srgbClr val="1E293B"/>
                </a:solidFill>
                <a:latin typeface="Calibri"/>
                <a:cs typeface="Calibri"/>
              </a:rPr>
              <a:t>across</a:t>
            </a:r>
            <a:r>
              <a:rPr dirty="0" sz="1100" spc="-20">
                <a:solidFill>
                  <a:srgbClr val="1E293B"/>
                </a:solidFill>
                <a:latin typeface="Calibri"/>
                <a:cs typeface="Calibri"/>
              </a:rPr>
              <a:t> </a:t>
            </a:r>
            <a:r>
              <a:rPr dirty="0" sz="1100">
                <a:solidFill>
                  <a:srgbClr val="1E293B"/>
                </a:solidFill>
                <a:latin typeface="Calibri"/>
                <a:cs typeface="Calibri"/>
              </a:rPr>
              <a:t>Arabian</a:t>
            </a:r>
            <a:r>
              <a:rPr dirty="0" sz="1100" spc="-20">
                <a:solidFill>
                  <a:srgbClr val="1E293B"/>
                </a:solidFill>
                <a:latin typeface="Calibri"/>
                <a:cs typeface="Calibri"/>
              </a:rPr>
              <a:t> </a:t>
            </a:r>
            <a:r>
              <a:rPr dirty="0" sz="1100">
                <a:solidFill>
                  <a:srgbClr val="1E293B"/>
                </a:solidFill>
                <a:latin typeface="Calibri"/>
                <a:cs typeface="Calibri"/>
              </a:rPr>
              <a:t>Sea,</a:t>
            </a:r>
            <a:r>
              <a:rPr dirty="0" sz="1100" spc="-15">
                <a:solidFill>
                  <a:srgbClr val="1E293B"/>
                </a:solidFill>
                <a:latin typeface="Calibri"/>
                <a:cs typeface="Calibri"/>
              </a:rPr>
              <a:t> </a:t>
            </a:r>
            <a:r>
              <a:rPr dirty="0" sz="1100">
                <a:solidFill>
                  <a:srgbClr val="1E293B"/>
                </a:solidFill>
                <a:latin typeface="Calibri"/>
                <a:cs typeface="Calibri"/>
              </a:rPr>
              <a:t>Bay</a:t>
            </a:r>
            <a:r>
              <a:rPr dirty="0" sz="1100" spc="-20">
                <a:solidFill>
                  <a:srgbClr val="1E293B"/>
                </a:solidFill>
                <a:latin typeface="Calibri"/>
                <a:cs typeface="Calibri"/>
              </a:rPr>
              <a:t> </a:t>
            </a:r>
            <a:r>
              <a:rPr dirty="0" sz="1100">
                <a:solidFill>
                  <a:srgbClr val="1E293B"/>
                </a:solidFill>
                <a:latin typeface="Calibri"/>
                <a:cs typeface="Calibri"/>
              </a:rPr>
              <a:t>of</a:t>
            </a:r>
            <a:r>
              <a:rPr dirty="0" sz="1100" spc="-20">
                <a:solidFill>
                  <a:srgbClr val="1E293B"/>
                </a:solidFill>
                <a:latin typeface="Calibri"/>
                <a:cs typeface="Calibri"/>
              </a:rPr>
              <a:t> </a:t>
            </a:r>
            <a:r>
              <a:rPr dirty="0" sz="1100">
                <a:solidFill>
                  <a:srgbClr val="1E293B"/>
                </a:solidFill>
                <a:latin typeface="Calibri"/>
                <a:cs typeface="Calibri"/>
              </a:rPr>
              <a:t>Bengal,</a:t>
            </a:r>
            <a:r>
              <a:rPr dirty="0" sz="1100" spc="-20">
                <a:solidFill>
                  <a:srgbClr val="1E293B"/>
                </a:solidFill>
                <a:latin typeface="Calibri"/>
                <a:cs typeface="Calibri"/>
              </a:rPr>
              <a:t> </a:t>
            </a:r>
            <a:r>
              <a:rPr dirty="0" sz="1100">
                <a:solidFill>
                  <a:srgbClr val="1E293B"/>
                </a:solidFill>
                <a:latin typeface="Calibri"/>
                <a:cs typeface="Calibri"/>
              </a:rPr>
              <a:t>and</a:t>
            </a:r>
            <a:r>
              <a:rPr dirty="0" sz="1100" spc="-15">
                <a:solidFill>
                  <a:srgbClr val="1E293B"/>
                </a:solidFill>
                <a:latin typeface="Calibri"/>
                <a:cs typeface="Calibri"/>
              </a:rPr>
              <a:t> </a:t>
            </a:r>
            <a:r>
              <a:rPr dirty="0" sz="1100">
                <a:solidFill>
                  <a:srgbClr val="1E293B"/>
                </a:solidFill>
                <a:latin typeface="Calibri"/>
                <a:cs typeface="Calibri"/>
              </a:rPr>
              <a:t>island</a:t>
            </a:r>
            <a:r>
              <a:rPr dirty="0" sz="1100" spc="-20">
                <a:solidFill>
                  <a:srgbClr val="1E293B"/>
                </a:solidFill>
                <a:latin typeface="Calibri"/>
                <a:cs typeface="Calibri"/>
              </a:rPr>
              <a:t> </a:t>
            </a:r>
            <a:r>
              <a:rPr dirty="0" sz="1100">
                <a:solidFill>
                  <a:srgbClr val="1E293B"/>
                </a:solidFill>
                <a:latin typeface="Calibri"/>
                <a:cs typeface="Calibri"/>
              </a:rPr>
              <a:t>territories</a:t>
            </a:r>
            <a:r>
              <a:rPr dirty="0" sz="1100" spc="-20">
                <a:solidFill>
                  <a:srgbClr val="1E293B"/>
                </a:solidFill>
                <a:latin typeface="Calibri"/>
                <a:cs typeface="Calibri"/>
              </a:rPr>
              <a:t> </a:t>
            </a:r>
            <a:r>
              <a:rPr dirty="0" sz="1100">
                <a:solidFill>
                  <a:srgbClr val="1E293B"/>
                </a:solidFill>
                <a:latin typeface="Calibri"/>
                <a:cs typeface="Calibri"/>
              </a:rPr>
              <a:t>with</a:t>
            </a:r>
            <a:r>
              <a:rPr dirty="0" sz="1100" spc="-20">
                <a:solidFill>
                  <a:srgbClr val="1E293B"/>
                </a:solidFill>
                <a:latin typeface="Calibri"/>
                <a:cs typeface="Calibri"/>
              </a:rPr>
              <a:t> </a:t>
            </a:r>
            <a:r>
              <a:rPr dirty="0" sz="1100">
                <a:solidFill>
                  <a:srgbClr val="1E293B"/>
                </a:solidFill>
                <a:latin typeface="Calibri"/>
                <a:cs typeface="Calibri"/>
              </a:rPr>
              <a:t>dynamic</a:t>
            </a:r>
            <a:r>
              <a:rPr dirty="0" sz="1100" spc="-15">
                <a:solidFill>
                  <a:srgbClr val="1E293B"/>
                </a:solidFill>
                <a:latin typeface="Calibri"/>
                <a:cs typeface="Calibri"/>
              </a:rPr>
              <a:t> </a:t>
            </a:r>
            <a:r>
              <a:rPr dirty="0" sz="1100" spc="-10">
                <a:solidFill>
                  <a:srgbClr val="1E293B"/>
                </a:solidFill>
                <a:latin typeface="Calibri"/>
                <a:cs typeface="Calibri"/>
              </a:rPr>
              <a:t>coordinate</a:t>
            </a:r>
            <a:r>
              <a:rPr dirty="0" sz="1100" spc="-20">
                <a:solidFill>
                  <a:srgbClr val="1E293B"/>
                </a:solidFill>
                <a:latin typeface="Calibri"/>
                <a:cs typeface="Calibri"/>
              </a:rPr>
              <a:t> </a:t>
            </a:r>
            <a:r>
              <a:rPr dirty="0" sz="1100" spc="-10">
                <a:solidFill>
                  <a:srgbClr val="1E293B"/>
                </a:solidFill>
                <a:latin typeface="Calibri"/>
                <a:cs typeface="Calibri"/>
              </a:rPr>
              <a:t>resolution.</a:t>
            </a:r>
            <a:endParaRPr sz="1100">
              <a:latin typeface="Calibri"/>
              <a:cs typeface="Calibri"/>
            </a:endParaRPr>
          </a:p>
        </p:txBody>
      </p:sp>
      <p:pic>
        <p:nvPicPr>
          <p:cNvPr id="5" name="object 5"/>
          <p:cNvPicPr/>
          <p:nvPr/>
        </p:nvPicPr>
        <p:blipFill>
          <a:blip r:embed="rId2" cstate="print"/>
          <a:stretch>
            <a:fillRect/>
          </a:stretch>
        </p:blipFill>
        <p:spPr>
          <a:xfrm>
            <a:off x="10241280" y="1371600"/>
            <a:ext cx="1371600" cy="12801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170305">
              <a:lnSpc>
                <a:spcPct val="100000"/>
              </a:lnSpc>
              <a:spcBef>
                <a:spcPts val="100"/>
              </a:spcBef>
            </a:pPr>
            <a:r>
              <a:rPr dirty="0" spc="-10"/>
              <a:t>Methodology</a:t>
            </a:r>
          </a:p>
        </p:txBody>
      </p:sp>
      <p:sp>
        <p:nvSpPr>
          <p:cNvPr id="3" name="object 3"/>
          <p:cNvSpPr txBox="1"/>
          <p:nvPr/>
        </p:nvSpPr>
        <p:spPr>
          <a:xfrm>
            <a:off x="810259" y="1372082"/>
            <a:ext cx="4796155" cy="284480"/>
          </a:xfrm>
          <a:prstGeom prst="rect">
            <a:avLst/>
          </a:prstGeom>
        </p:spPr>
        <p:txBody>
          <a:bodyPr wrap="square" lIns="0" tIns="12700" rIns="0" bIns="0" rtlCol="0" vert="horz">
            <a:spAutoFit/>
          </a:bodyPr>
          <a:lstStyle/>
          <a:p>
            <a:pPr marL="12700">
              <a:lnSpc>
                <a:spcPct val="100000"/>
              </a:lnSpc>
              <a:spcBef>
                <a:spcPts val="100"/>
              </a:spcBef>
            </a:pPr>
            <a:r>
              <a:rPr dirty="0" sz="1700" b="1">
                <a:solidFill>
                  <a:srgbClr val="D97706"/>
                </a:solidFill>
                <a:latin typeface="Calibri"/>
                <a:cs typeface="Calibri"/>
              </a:rPr>
              <a:t>2.</a:t>
            </a:r>
            <a:r>
              <a:rPr dirty="0" sz="1700" spc="-30" b="1">
                <a:solidFill>
                  <a:srgbClr val="D97706"/>
                </a:solidFill>
                <a:latin typeface="Calibri"/>
                <a:cs typeface="Calibri"/>
              </a:rPr>
              <a:t> </a:t>
            </a:r>
            <a:r>
              <a:rPr dirty="0" sz="1700" spc="-10" b="1">
                <a:solidFill>
                  <a:srgbClr val="D97706"/>
                </a:solidFill>
                <a:latin typeface="Calibri"/>
                <a:cs typeface="Calibri"/>
              </a:rPr>
              <a:t>Multi-</a:t>
            </a:r>
            <a:r>
              <a:rPr dirty="0" sz="1700" b="1">
                <a:solidFill>
                  <a:srgbClr val="D97706"/>
                </a:solidFill>
                <a:latin typeface="Calibri"/>
                <a:cs typeface="Calibri"/>
              </a:rPr>
              <a:t>Agent</a:t>
            </a:r>
            <a:r>
              <a:rPr dirty="0" sz="1700" spc="-25" b="1">
                <a:solidFill>
                  <a:srgbClr val="D97706"/>
                </a:solidFill>
                <a:latin typeface="Calibri"/>
                <a:cs typeface="Calibri"/>
              </a:rPr>
              <a:t> </a:t>
            </a:r>
            <a:r>
              <a:rPr dirty="0" sz="1700" spc="-10" b="1">
                <a:solidFill>
                  <a:srgbClr val="D97706"/>
                </a:solidFill>
                <a:latin typeface="Calibri"/>
                <a:cs typeface="Calibri"/>
              </a:rPr>
              <a:t>Orchestration</a:t>
            </a:r>
            <a:r>
              <a:rPr dirty="0" sz="1700" spc="-25" b="1">
                <a:solidFill>
                  <a:srgbClr val="D97706"/>
                </a:solidFill>
                <a:latin typeface="Calibri"/>
                <a:cs typeface="Calibri"/>
              </a:rPr>
              <a:t> </a:t>
            </a:r>
            <a:r>
              <a:rPr dirty="0" sz="1700" b="1">
                <a:solidFill>
                  <a:srgbClr val="D97706"/>
                </a:solidFill>
                <a:latin typeface="Calibri"/>
                <a:cs typeface="Calibri"/>
              </a:rPr>
              <a:t>&amp;</a:t>
            </a:r>
            <a:r>
              <a:rPr dirty="0" sz="1700" spc="-30" b="1">
                <a:solidFill>
                  <a:srgbClr val="D97706"/>
                </a:solidFill>
                <a:latin typeface="Calibri"/>
                <a:cs typeface="Calibri"/>
              </a:rPr>
              <a:t> </a:t>
            </a:r>
            <a:r>
              <a:rPr dirty="0" sz="1700" b="1">
                <a:solidFill>
                  <a:srgbClr val="D97706"/>
                </a:solidFill>
                <a:latin typeface="Calibri"/>
                <a:cs typeface="Calibri"/>
              </a:rPr>
              <a:t>Intent</a:t>
            </a:r>
            <a:r>
              <a:rPr dirty="0" sz="1700" spc="-25" b="1">
                <a:solidFill>
                  <a:srgbClr val="D97706"/>
                </a:solidFill>
                <a:latin typeface="Calibri"/>
                <a:cs typeface="Calibri"/>
              </a:rPr>
              <a:t> </a:t>
            </a:r>
            <a:r>
              <a:rPr dirty="0" sz="1700" spc="-10" b="1">
                <a:solidFill>
                  <a:srgbClr val="D97706"/>
                </a:solidFill>
                <a:latin typeface="Calibri"/>
                <a:cs typeface="Calibri"/>
              </a:rPr>
              <a:t>Decomposition</a:t>
            </a:r>
            <a:endParaRPr sz="1700">
              <a:latin typeface="Calibri"/>
              <a:cs typeface="Calibri"/>
            </a:endParaRPr>
          </a:p>
        </p:txBody>
      </p:sp>
      <p:sp>
        <p:nvSpPr>
          <p:cNvPr id="4" name="object 4"/>
          <p:cNvSpPr txBox="1"/>
          <p:nvPr/>
        </p:nvSpPr>
        <p:spPr>
          <a:xfrm>
            <a:off x="810259" y="1867181"/>
            <a:ext cx="6838950" cy="358140"/>
          </a:xfrm>
          <a:prstGeom prst="rect">
            <a:avLst/>
          </a:prstGeom>
        </p:spPr>
        <p:txBody>
          <a:bodyPr wrap="square" lIns="0" tIns="20320" rIns="0" bIns="0" rtlCol="0" vert="horz">
            <a:spAutoFit/>
          </a:bodyPr>
          <a:lstStyle/>
          <a:p>
            <a:pPr marL="12700" marR="5080">
              <a:lnSpc>
                <a:spcPts val="1300"/>
              </a:lnSpc>
              <a:spcBef>
                <a:spcPts val="160"/>
              </a:spcBef>
            </a:pPr>
            <a:r>
              <a:rPr dirty="0" sz="1100">
                <a:solidFill>
                  <a:srgbClr val="1E293B"/>
                </a:solidFill>
                <a:latin typeface="Calibri"/>
                <a:cs typeface="Calibri"/>
              </a:rPr>
              <a:t>The</a:t>
            </a:r>
            <a:r>
              <a:rPr dirty="0" sz="1100" spc="-5">
                <a:solidFill>
                  <a:srgbClr val="1E293B"/>
                </a:solidFill>
                <a:latin typeface="Calibri"/>
                <a:cs typeface="Calibri"/>
              </a:rPr>
              <a:t> </a:t>
            </a:r>
            <a:r>
              <a:rPr dirty="0" sz="1100" spc="-10">
                <a:solidFill>
                  <a:srgbClr val="1E293B"/>
                </a:solidFill>
                <a:latin typeface="Calibri"/>
                <a:cs typeface="Calibri"/>
              </a:rPr>
              <a:t>system</a:t>
            </a:r>
            <a:r>
              <a:rPr dirty="0" sz="1100" spc="-5">
                <a:solidFill>
                  <a:srgbClr val="1E293B"/>
                </a:solidFill>
                <a:latin typeface="Calibri"/>
                <a:cs typeface="Calibri"/>
              </a:rPr>
              <a:t> </a:t>
            </a:r>
            <a:r>
              <a:rPr dirty="0" sz="1100">
                <a:solidFill>
                  <a:srgbClr val="1E293B"/>
                </a:solidFill>
                <a:latin typeface="Calibri"/>
                <a:cs typeface="Calibri"/>
              </a:rPr>
              <a:t>uses</a:t>
            </a:r>
            <a:r>
              <a:rPr dirty="0" sz="1100" spc="-5">
                <a:solidFill>
                  <a:srgbClr val="1E293B"/>
                </a:solidFill>
                <a:latin typeface="Calibri"/>
                <a:cs typeface="Calibri"/>
              </a:rPr>
              <a:t> </a:t>
            </a:r>
            <a:r>
              <a:rPr dirty="0" sz="1100">
                <a:solidFill>
                  <a:srgbClr val="1E293B"/>
                </a:solidFill>
                <a:latin typeface="Calibri"/>
                <a:cs typeface="Calibri"/>
              </a:rPr>
              <a:t>a</a:t>
            </a:r>
            <a:r>
              <a:rPr dirty="0" sz="1100" spc="-5">
                <a:solidFill>
                  <a:srgbClr val="1E293B"/>
                </a:solidFill>
                <a:latin typeface="Calibri"/>
                <a:cs typeface="Calibri"/>
              </a:rPr>
              <a:t> </a:t>
            </a:r>
            <a:r>
              <a:rPr dirty="0" sz="1100" spc="-10">
                <a:solidFill>
                  <a:srgbClr val="1E293B"/>
                </a:solidFill>
                <a:latin typeface="Calibri"/>
                <a:cs typeface="Calibri"/>
              </a:rPr>
              <a:t>collaborative</a:t>
            </a:r>
            <a:r>
              <a:rPr dirty="0" sz="1100" spc="-5">
                <a:solidFill>
                  <a:srgbClr val="1E293B"/>
                </a:solidFill>
                <a:latin typeface="Calibri"/>
                <a:cs typeface="Calibri"/>
              </a:rPr>
              <a:t> </a:t>
            </a:r>
            <a:r>
              <a:rPr dirty="0" sz="1100" spc="-10">
                <a:solidFill>
                  <a:srgbClr val="1E293B"/>
                </a:solidFill>
                <a:latin typeface="Calibri"/>
                <a:cs typeface="Calibri"/>
              </a:rPr>
              <a:t>multi-</a:t>
            </a:r>
            <a:r>
              <a:rPr dirty="0" sz="1100">
                <a:solidFill>
                  <a:srgbClr val="1E293B"/>
                </a:solidFill>
                <a:latin typeface="Calibri"/>
                <a:cs typeface="Calibri"/>
              </a:rPr>
              <a:t>agent</a:t>
            </a:r>
            <a:r>
              <a:rPr dirty="0" sz="1100" spc="-5">
                <a:solidFill>
                  <a:srgbClr val="1E293B"/>
                </a:solidFill>
                <a:latin typeface="Calibri"/>
                <a:cs typeface="Calibri"/>
              </a:rPr>
              <a:t> </a:t>
            </a:r>
            <a:r>
              <a:rPr dirty="0" sz="1100" spc="-10">
                <a:solidFill>
                  <a:srgbClr val="1E293B"/>
                </a:solidFill>
                <a:latin typeface="Calibri"/>
                <a:cs typeface="Calibri"/>
              </a:rPr>
              <a:t>architecture</a:t>
            </a:r>
            <a:r>
              <a:rPr dirty="0" sz="1100">
                <a:solidFill>
                  <a:srgbClr val="1E293B"/>
                </a:solidFill>
                <a:latin typeface="Calibri"/>
                <a:cs typeface="Calibri"/>
              </a:rPr>
              <a:t> where</a:t>
            </a:r>
            <a:r>
              <a:rPr dirty="0" sz="1100" spc="-5">
                <a:solidFill>
                  <a:srgbClr val="1E293B"/>
                </a:solidFill>
                <a:latin typeface="Calibri"/>
                <a:cs typeface="Calibri"/>
              </a:rPr>
              <a:t> </a:t>
            </a:r>
            <a:r>
              <a:rPr dirty="0" sz="1100">
                <a:solidFill>
                  <a:srgbClr val="1E293B"/>
                </a:solidFill>
                <a:latin typeface="Calibri"/>
                <a:cs typeface="Calibri"/>
              </a:rPr>
              <a:t>an</a:t>
            </a:r>
            <a:r>
              <a:rPr dirty="0" sz="1100" spc="-5">
                <a:solidFill>
                  <a:srgbClr val="1E293B"/>
                </a:solidFill>
                <a:latin typeface="Calibri"/>
                <a:cs typeface="Calibri"/>
              </a:rPr>
              <a:t> </a:t>
            </a:r>
            <a:r>
              <a:rPr dirty="0" sz="1100">
                <a:solidFill>
                  <a:srgbClr val="1E293B"/>
                </a:solidFill>
                <a:latin typeface="Calibri"/>
                <a:cs typeface="Calibri"/>
              </a:rPr>
              <a:t>LLM</a:t>
            </a:r>
            <a:r>
              <a:rPr dirty="0" sz="1100" spc="-5">
                <a:solidFill>
                  <a:srgbClr val="1E293B"/>
                </a:solidFill>
                <a:latin typeface="Calibri"/>
                <a:cs typeface="Calibri"/>
              </a:rPr>
              <a:t> </a:t>
            </a:r>
            <a:r>
              <a:rPr dirty="0" sz="1100">
                <a:solidFill>
                  <a:srgbClr val="1E293B"/>
                </a:solidFill>
                <a:latin typeface="Calibri"/>
                <a:cs typeface="Calibri"/>
              </a:rPr>
              <a:t>Planning</a:t>
            </a:r>
            <a:r>
              <a:rPr dirty="0" sz="1100" spc="-5">
                <a:solidFill>
                  <a:srgbClr val="1E293B"/>
                </a:solidFill>
                <a:latin typeface="Calibri"/>
                <a:cs typeface="Calibri"/>
              </a:rPr>
              <a:t> </a:t>
            </a:r>
            <a:r>
              <a:rPr dirty="0" sz="1100">
                <a:solidFill>
                  <a:srgbClr val="1E293B"/>
                </a:solidFill>
                <a:latin typeface="Calibri"/>
                <a:cs typeface="Calibri"/>
              </a:rPr>
              <a:t>Agent</a:t>
            </a:r>
            <a:r>
              <a:rPr dirty="0" sz="1100" spc="-5">
                <a:solidFill>
                  <a:srgbClr val="1E293B"/>
                </a:solidFill>
                <a:latin typeface="Calibri"/>
                <a:cs typeface="Calibri"/>
              </a:rPr>
              <a:t> </a:t>
            </a:r>
            <a:r>
              <a:rPr dirty="0" sz="1100">
                <a:solidFill>
                  <a:srgbClr val="1E293B"/>
                </a:solidFill>
                <a:latin typeface="Calibri"/>
                <a:cs typeface="Calibri"/>
              </a:rPr>
              <a:t>serves as</a:t>
            </a:r>
            <a:r>
              <a:rPr dirty="0" sz="1100" spc="-5">
                <a:solidFill>
                  <a:srgbClr val="1E293B"/>
                </a:solidFill>
                <a:latin typeface="Calibri"/>
                <a:cs typeface="Calibri"/>
              </a:rPr>
              <a:t> </a:t>
            </a:r>
            <a:r>
              <a:rPr dirty="0" sz="1100">
                <a:solidFill>
                  <a:srgbClr val="1E293B"/>
                </a:solidFill>
                <a:latin typeface="Calibri"/>
                <a:cs typeface="Calibri"/>
              </a:rPr>
              <a:t>the</a:t>
            </a:r>
            <a:r>
              <a:rPr dirty="0" sz="1100" spc="-5">
                <a:solidFill>
                  <a:srgbClr val="1E293B"/>
                </a:solidFill>
                <a:latin typeface="Calibri"/>
                <a:cs typeface="Calibri"/>
              </a:rPr>
              <a:t> </a:t>
            </a:r>
            <a:r>
              <a:rPr dirty="0" sz="1100">
                <a:solidFill>
                  <a:srgbClr val="1E293B"/>
                </a:solidFill>
                <a:latin typeface="Calibri"/>
                <a:cs typeface="Calibri"/>
              </a:rPr>
              <a:t>intent</a:t>
            </a:r>
            <a:r>
              <a:rPr dirty="0" sz="1100" spc="-5">
                <a:solidFill>
                  <a:srgbClr val="1E293B"/>
                </a:solidFill>
                <a:latin typeface="Calibri"/>
                <a:cs typeface="Calibri"/>
              </a:rPr>
              <a:t> </a:t>
            </a:r>
            <a:r>
              <a:rPr dirty="0" sz="1100">
                <a:solidFill>
                  <a:srgbClr val="1E293B"/>
                </a:solidFill>
                <a:latin typeface="Calibri"/>
                <a:cs typeface="Calibri"/>
              </a:rPr>
              <a:t>classifier</a:t>
            </a:r>
            <a:r>
              <a:rPr dirty="0" sz="1100" spc="-5">
                <a:solidFill>
                  <a:srgbClr val="1E293B"/>
                </a:solidFill>
                <a:latin typeface="Calibri"/>
                <a:cs typeface="Calibri"/>
              </a:rPr>
              <a:t> </a:t>
            </a:r>
            <a:r>
              <a:rPr dirty="0" sz="1100" spc="-25">
                <a:solidFill>
                  <a:srgbClr val="1E293B"/>
                </a:solidFill>
                <a:latin typeface="Calibri"/>
                <a:cs typeface="Calibri"/>
              </a:rPr>
              <a:t>and </a:t>
            </a:r>
            <a:r>
              <a:rPr dirty="0" sz="1100">
                <a:solidFill>
                  <a:srgbClr val="1E293B"/>
                </a:solidFill>
                <a:latin typeface="Calibri"/>
                <a:cs typeface="Calibri"/>
              </a:rPr>
              <a:t>task</a:t>
            </a:r>
            <a:r>
              <a:rPr dirty="0" sz="1100" spc="-35">
                <a:solidFill>
                  <a:srgbClr val="1E293B"/>
                </a:solidFill>
                <a:latin typeface="Calibri"/>
                <a:cs typeface="Calibri"/>
              </a:rPr>
              <a:t> </a:t>
            </a:r>
            <a:r>
              <a:rPr dirty="0" sz="1100" spc="-10">
                <a:solidFill>
                  <a:srgbClr val="1E293B"/>
                </a:solidFill>
                <a:latin typeface="Calibri"/>
                <a:cs typeface="Calibri"/>
              </a:rPr>
              <a:t>coordinator,</a:t>
            </a:r>
            <a:r>
              <a:rPr dirty="0" sz="1100" spc="-30">
                <a:solidFill>
                  <a:srgbClr val="1E293B"/>
                </a:solidFill>
                <a:latin typeface="Calibri"/>
                <a:cs typeface="Calibri"/>
              </a:rPr>
              <a:t> </a:t>
            </a:r>
            <a:r>
              <a:rPr dirty="0" sz="1100">
                <a:solidFill>
                  <a:srgbClr val="1E293B"/>
                </a:solidFill>
                <a:latin typeface="Calibri"/>
                <a:cs typeface="Calibri"/>
              </a:rPr>
              <a:t>passing</a:t>
            </a:r>
            <a:r>
              <a:rPr dirty="0" sz="1100" spc="-30">
                <a:solidFill>
                  <a:srgbClr val="1E293B"/>
                </a:solidFill>
                <a:latin typeface="Calibri"/>
                <a:cs typeface="Calibri"/>
              </a:rPr>
              <a:t> </a:t>
            </a:r>
            <a:r>
              <a:rPr dirty="0" sz="1100">
                <a:solidFill>
                  <a:srgbClr val="1E293B"/>
                </a:solidFill>
                <a:latin typeface="Calibri"/>
                <a:cs typeface="Calibri"/>
              </a:rPr>
              <a:t>structured</a:t>
            </a:r>
            <a:r>
              <a:rPr dirty="0" sz="1100" spc="-30">
                <a:solidFill>
                  <a:srgbClr val="1E293B"/>
                </a:solidFill>
                <a:latin typeface="Calibri"/>
                <a:cs typeface="Calibri"/>
              </a:rPr>
              <a:t> </a:t>
            </a:r>
            <a:r>
              <a:rPr dirty="0" sz="1100">
                <a:solidFill>
                  <a:srgbClr val="1E293B"/>
                </a:solidFill>
                <a:latin typeface="Calibri"/>
                <a:cs typeface="Calibri"/>
              </a:rPr>
              <a:t>execution</a:t>
            </a:r>
            <a:r>
              <a:rPr dirty="0" sz="1100" spc="-35">
                <a:solidFill>
                  <a:srgbClr val="1E293B"/>
                </a:solidFill>
                <a:latin typeface="Calibri"/>
                <a:cs typeface="Calibri"/>
              </a:rPr>
              <a:t> </a:t>
            </a:r>
            <a:r>
              <a:rPr dirty="0" sz="1100">
                <a:solidFill>
                  <a:srgbClr val="1E293B"/>
                </a:solidFill>
                <a:latin typeface="Calibri"/>
                <a:cs typeface="Calibri"/>
              </a:rPr>
              <a:t>contexts</a:t>
            </a:r>
            <a:r>
              <a:rPr dirty="0" sz="1100" spc="-30">
                <a:solidFill>
                  <a:srgbClr val="1E293B"/>
                </a:solidFill>
                <a:latin typeface="Calibri"/>
                <a:cs typeface="Calibri"/>
              </a:rPr>
              <a:t> </a:t>
            </a:r>
            <a:r>
              <a:rPr dirty="0" sz="1100">
                <a:solidFill>
                  <a:srgbClr val="1E293B"/>
                </a:solidFill>
                <a:latin typeface="Calibri"/>
                <a:cs typeface="Calibri"/>
              </a:rPr>
              <a:t>to</a:t>
            </a:r>
            <a:r>
              <a:rPr dirty="0" sz="1100" spc="-30">
                <a:solidFill>
                  <a:srgbClr val="1E293B"/>
                </a:solidFill>
                <a:latin typeface="Calibri"/>
                <a:cs typeface="Calibri"/>
              </a:rPr>
              <a:t> </a:t>
            </a:r>
            <a:r>
              <a:rPr dirty="0" sz="1100">
                <a:solidFill>
                  <a:srgbClr val="1E293B"/>
                </a:solidFill>
                <a:latin typeface="Calibri"/>
                <a:cs typeface="Calibri"/>
              </a:rPr>
              <a:t>specialized</a:t>
            </a:r>
            <a:r>
              <a:rPr dirty="0" sz="1100" spc="-30">
                <a:solidFill>
                  <a:srgbClr val="1E293B"/>
                </a:solidFill>
                <a:latin typeface="Calibri"/>
                <a:cs typeface="Calibri"/>
              </a:rPr>
              <a:t> </a:t>
            </a:r>
            <a:r>
              <a:rPr dirty="0" sz="1100">
                <a:solidFill>
                  <a:srgbClr val="1E293B"/>
                </a:solidFill>
                <a:latin typeface="Calibri"/>
                <a:cs typeface="Calibri"/>
              </a:rPr>
              <a:t>functional</a:t>
            </a:r>
            <a:r>
              <a:rPr dirty="0" sz="1100" spc="-30">
                <a:solidFill>
                  <a:srgbClr val="1E293B"/>
                </a:solidFill>
                <a:latin typeface="Calibri"/>
                <a:cs typeface="Calibri"/>
              </a:rPr>
              <a:t> </a:t>
            </a:r>
            <a:r>
              <a:rPr dirty="0" sz="1100" spc="-10">
                <a:solidFill>
                  <a:srgbClr val="1E293B"/>
                </a:solidFill>
                <a:latin typeface="Calibri"/>
                <a:cs typeface="Calibri"/>
              </a:rPr>
              <a:t>agents:</a:t>
            </a:r>
            <a:endParaRPr sz="1100">
              <a:latin typeface="Calibri"/>
              <a:cs typeface="Calibri"/>
            </a:endParaRPr>
          </a:p>
        </p:txBody>
      </p:sp>
      <p:sp>
        <p:nvSpPr>
          <p:cNvPr id="5" name="object 5"/>
          <p:cNvSpPr txBox="1"/>
          <p:nvPr/>
        </p:nvSpPr>
        <p:spPr>
          <a:xfrm>
            <a:off x="810259" y="2220278"/>
            <a:ext cx="6953250" cy="1786889"/>
          </a:xfrm>
          <a:prstGeom prst="rect">
            <a:avLst/>
          </a:prstGeom>
        </p:spPr>
        <p:txBody>
          <a:bodyPr wrap="square" lIns="0" tIns="92075" rIns="0" bIns="0" rtlCol="0" vert="horz">
            <a:spAutoFit/>
          </a:bodyPr>
          <a:lstStyle/>
          <a:p>
            <a:pPr marL="12700">
              <a:lnSpc>
                <a:spcPct val="100000"/>
              </a:lnSpc>
              <a:spcBef>
                <a:spcPts val="725"/>
              </a:spcBef>
            </a:pPr>
            <a:r>
              <a:rPr dirty="0" sz="1300" b="1">
                <a:solidFill>
                  <a:srgbClr val="0F172A"/>
                </a:solidFill>
                <a:latin typeface="Calibri"/>
                <a:cs typeface="Calibri"/>
              </a:rPr>
              <a:t>Agent</a:t>
            </a:r>
            <a:r>
              <a:rPr dirty="0" sz="1300" spc="-30" b="1">
                <a:solidFill>
                  <a:srgbClr val="0F172A"/>
                </a:solidFill>
                <a:latin typeface="Calibri"/>
                <a:cs typeface="Calibri"/>
              </a:rPr>
              <a:t> </a:t>
            </a:r>
            <a:r>
              <a:rPr dirty="0" sz="1300" b="1">
                <a:solidFill>
                  <a:srgbClr val="0F172A"/>
                </a:solidFill>
                <a:latin typeface="Calibri"/>
                <a:cs typeface="Calibri"/>
              </a:rPr>
              <a:t>Roles</a:t>
            </a:r>
            <a:r>
              <a:rPr dirty="0" sz="1300" spc="-30" b="1">
                <a:solidFill>
                  <a:srgbClr val="0F172A"/>
                </a:solidFill>
                <a:latin typeface="Calibri"/>
                <a:cs typeface="Calibri"/>
              </a:rPr>
              <a:t> </a:t>
            </a:r>
            <a:r>
              <a:rPr dirty="0" sz="1300" b="1">
                <a:solidFill>
                  <a:srgbClr val="0F172A"/>
                </a:solidFill>
                <a:latin typeface="Calibri"/>
                <a:cs typeface="Calibri"/>
              </a:rPr>
              <a:t>&amp;</a:t>
            </a:r>
            <a:r>
              <a:rPr dirty="0" sz="1300" spc="-25" b="1">
                <a:solidFill>
                  <a:srgbClr val="0F172A"/>
                </a:solidFill>
                <a:latin typeface="Calibri"/>
                <a:cs typeface="Calibri"/>
              </a:rPr>
              <a:t> </a:t>
            </a:r>
            <a:r>
              <a:rPr dirty="0" sz="1300" spc="-10" b="1">
                <a:solidFill>
                  <a:srgbClr val="0F172A"/>
                </a:solidFill>
                <a:latin typeface="Calibri"/>
                <a:cs typeface="Calibri"/>
              </a:rPr>
              <a:t>Responsibilities:</a:t>
            </a:r>
            <a:endParaRPr sz="1300">
              <a:latin typeface="Calibri"/>
              <a:cs typeface="Calibri"/>
            </a:endParaRPr>
          </a:p>
          <a:p>
            <a:pPr marL="12700" marR="5080" indent="91440">
              <a:lnSpc>
                <a:spcPct val="108300"/>
              </a:lnSpc>
              <a:spcBef>
                <a:spcPts val="380"/>
              </a:spcBef>
              <a:buChar char="•"/>
              <a:tabLst>
                <a:tab pos="104139" algn="l"/>
              </a:tabLst>
            </a:pPr>
            <a:r>
              <a:rPr dirty="0" sz="1000">
                <a:solidFill>
                  <a:srgbClr val="1E293B"/>
                </a:solidFill>
                <a:latin typeface="Calibri"/>
                <a:cs typeface="Calibri"/>
              </a:rPr>
              <a:t>Planning</a:t>
            </a:r>
            <a:r>
              <a:rPr dirty="0" sz="1000" spc="-15">
                <a:solidFill>
                  <a:srgbClr val="1E293B"/>
                </a:solidFill>
                <a:latin typeface="Calibri"/>
                <a:cs typeface="Calibri"/>
              </a:rPr>
              <a:t> </a:t>
            </a:r>
            <a:r>
              <a:rPr dirty="0" sz="1000">
                <a:solidFill>
                  <a:srgbClr val="1E293B"/>
                </a:solidFill>
                <a:latin typeface="Calibri"/>
                <a:cs typeface="Calibri"/>
              </a:rPr>
              <a:t>Agent:</a:t>
            </a:r>
            <a:r>
              <a:rPr dirty="0" sz="1000" spc="-15">
                <a:solidFill>
                  <a:srgbClr val="1E293B"/>
                </a:solidFill>
                <a:latin typeface="Calibri"/>
                <a:cs typeface="Calibri"/>
              </a:rPr>
              <a:t> </a:t>
            </a:r>
            <a:r>
              <a:rPr dirty="0" sz="1000">
                <a:solidFill>
                  <a:srgbClr val="1E293B"/>
                </a:solidFill>
                <a:latin typeface="Calibri"/>
                <a:cs typeface="Calibri"/>
              </a:rPr>
              <a:t>Decomposes</a:t>
            </a:r>
            <a:r>
              <a:rPr dirty="0" sz="1000" spc="-15">
                <a:solidFill>
                  <a:srgbClr val="1E293B"/>
                </a:solidFill>
                <a:latin typeface="Calibri"/>
                <a:cs typeface="Calibri"/>
              </a:rPr>
              <a:t> </a:t>
            </a:r>
            <a:r>
              <a:rPr dirty="0" sz="1000">
                <a:solidFill>
                  <a:srgbClr val="1E293B"/>
                </a:solidFill>
                <a:latin typeface="Calibri"/>
                <a:cs typeface="Calibri"/>
              </a:rPr>
              <a:t>natural</a:t>
            </a:r>
            <a:r>
              <a:rPr dirty="0" sz="1000" spc="-15">
                <a:solidFill>
                  <a:srgbClr val="1E293B"/>
                </a:solidFill>
                <a:latin typeface="Calibri"/>
                <a:cs typeface="Calibri"/>
              </a:rPr>
              <a:t> </a:t>
            </a:r>
            <a:r>
              <a:rPr dirty="0" sz="1000">
                <a:solidFill>
                  <a:srgbClr val="1E293B"/>
                </a:solidFill>
                <a:latin typeface="Calibri"/>
                <a:cs typeface="Calibri"/>
              </a:rPr>
              <a:t>language</a:t>
            </a:r>
            <a:r>
              <a:rPr dirty="0" sz="1000" spc="-15">
                <a:solidFill>
                  <a:srgbClr val="1E293B"/>
                </a:solidFill>
                <a:latin typeface="Calibri"/>
                <a:cs typeface="Calibri"/>
              </a:rPr>
              <a:t> </a:t>
            </a:r>
            <a:r>
              <a:rPr dirty="0" sz="1000">
                <a:solidFill>
                  <a:srgbClr val="1E293B"/>
                </a:solidFill>
                <a:latin typeface="Calibri"/>
                <a:cs typeface="Calibri"/>
              </a:rPr>
              <a:t>queries,</a:t>
            </a:r>
            <a:r>
              <a:rPr dirty="0" sz="1000" spc="-15">
                <a:solidFill>
                  <a:srgbClr val="1E293B"/>
                </a:solidFill>
                <a:latin typeface="Calibri"/>
                <a:cs typeface="Calibri"/>
              </a:rPr>
              <a:t> </a:t>
            </a:r>
            <a:r>
              <a:rPr dirty="0" sz="1000" spc="-10">
                <a:solidFill>
                  <a:srgbClr val="1E293B"/>
                </a:solidFill>
                <a:latin typeface="Calibri"/>
                <a:cs typeface="Calibri"/>
              </a:rPr>
              <a:t>extracts</a:t>
            </a:r>
            <a:r>
              <a:rPr dirty="0" sz="1000" spc="-15">
                <a:solidFill>
                  <a:srgbClr val="1E293B"/>
                </a:solidFill>
                <a:latin typeface="Calibri"/>
                <a:cs typeface="Calibri"/>
              </a:rPr>
              <a:t> </a:t>
            </a:r>
            <a:r>
              <a:rPr dirty="0" sz="1000" spc="-10">
                <a:solidFill>
                  <a:srgbClr val="1E293B"/>
                </a:solidFill>
                <a:latin typeface="Calibri"/>
                <a:cs typeface="Calibri"/>
              </a:rPr>
              <a:t>target</a:t>
            </a:r>
            <a:r>
              <a:rPr dirty="0" sz="1000" spc="-15">
                <a:solidFill>
                  <a:srgbClr val="1E293B"/>
                </a:solidFill>
                <a:latin typeface="Calibri"/>
                <a:cs typeface="Calibri"/>
              </a:rPr>
              <a:t> </a:t>
            </a:r>
            <a:r>
              <a:rPr dirty="0" sz="1000">
                <a:solidFill>
                  <a:srgbClr val="1E293B"/>
                </a:solidFill>
                <a:latin typeface="Calibri"/>
                <a:cs typeface="Calibri"/>
              </a:rPr>
              <a:t>location</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spc="-10">
                <a:solidFill>
                  <a:srgbClr val="1E293B"/>
                </a:solidFill>
                <a:latin typeface="Calibri"/>
                <a:cs typeface="Calibri"/>
              </a:rPr>
              <a:t>timeframe,</a:t>
            </a:r>
            <a:r>
              <a:rPr dirty="0" sz="1000" spc="-15">
                <a:solidFill>
                  <a:srgbClr val="1E293B"/>
                </a:solidFill>
                <a:latin typeface="Calibri"/>
                <a:cs typeface="Calibri"/>
              </a:rPr>
              <a:t> </a:t>
            </a:r>
            <a:r>
              <a:rPr dirty="0" sz="1000">
                <a:solidFill>
                  <a:srgbClr val="1E293B"/>
                </a:solidFill>
                <a:latin typeface="Calibri"/>
                <a:cs typeface="Calibri"/>
              </a:rPr>
              <a:t>selects</a:t>
            </a:r>
            <a:r>
              <a:rPr dirty="0" sz="1000" spc="-15">
                <a:solidFill>
                  <a:srgbClr val="1E293B"/>
                </a:solidFill>
                <a:latin typeface="Calibri"/>
                <a:cs typeface="Calibri"/>
              </a:rPr>
              <a:t> </a:t>
            </a:r>
            <a:r>
              <a:rPr dirty="0" sz="1000">
                <a:solidFill>
                  <a:srgbClr val="1E293B"/>
                </a:solidFill>
                <a:latin typeface="Calibri"/>
                <a:cs typeface="Calibri"/>
              </a:rPr>
              <a:t>active</a:t>
            </a:r>
            <a:r>
              <a:rPr dirty="0" sz="1000" spc="-10">
                <a:solidFill>
                  <a:srgbClr val="1E293B"/>
                </a:solidFill>
                <a:latin typeface="Calibri"/>
                <a:cs typeface="Calibri"/>
              </a:rPr>
              <a:t> </a:t>
            </a:r>
            <a:r>
              <a:rPr dirty="0" sz="1000">
                <a:solidFill>
                  <a:srgbClr val="1E293B"/>
                </a:solidFill>
                <a:latin typeface="Calibri"/>
                <a:cs typeface="Calibri"/>
              </a:rPr>
              <a:t>agents,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spc="-10">
                <a:solidFill>
                  <a:srgbClr val="1E293B"/>
                </a:solidFill>
                <a:latin typeface="Calibri"/>
                <a:cs typeface="Calibri"/>
              </a:rPr>
              <a:t>generates</a:t>
            </a:r>
            <a:r>
              <a:rPr dirty="0" sz="1000" spc="-15">
                <a:solidFill>
                  <a:srgbClr val="1E293B"/>
                </a:solidFill>
                <a:latin typeface="Calibri"/>
                <a:cs typeface="Calibri"/>
              </a:rPr>
              <a:t> </a:t>
            </a:r>
            <a:r>
              <a:rPr dirty="0" sz="1000" spc="-50">
                <a:solidFill>
                  <a:srgbClr val="1E293B"/>
                </a:solidFill>
                <a:latin typeface="Calibri"/>
                <a:cs typeface="Calibri"/>
              </a:rPr>
              <a:t>a</a:t>
            </a:r>
            <a:r>
              <a:rPr dirty="0" sz="1000" spc="-10">
                <a:solidFill>
                  <a:srgbClr val="1E293B"/>
                </a:solidFill>
                <a:latin typeface="Calibri"/>
                <a:cs typeface="Calibri"/>
              </a:rPr>
              <a:t> structured</a:t>
            </a:r>
            <a:r>
              <a:rPr dirty="0" sz="1000" spc="5">
                <a:solidFill>
                  <a:srgbClr val="1E293B"/>
                </a:solidFill>
                <a:latin typeface="Calibri"/>
                <a:cs typeface="Calibri"/>
              </a:rPr>
              <a:t> </a:t>
            </a:r>
            <a:r>
              <a:rPr dirty="0" sz="1000">
                <a:solidFill>
                  <a:srgbClr val="1E293B"/>
                </a:solidFill>
                <a:latin typeface="Calibri"/>
                <a:cs typeface="Calibri"/>
              </a:rPr>
              <a:t>JSON</a:t>
            </a:r>
            <a:r>
              <a:rPr dirty="0" sz="1000" spc="10">
                <a:solidFill>
                  <a:srgbClr val="1E293B"/>
                </a:solidFill>
                <a:latin typeface="Calibri"/>
                <a:cs typeface="Calibri"/>
              </a:rPr>
              <a:t> </a:t>
            </a:r>
            <a:r>
              <a:rPr dirty="0" sz="1000" spc="-10">
                <a:solidFill>
                  <a:srgbClr val="1E293B"/>
                </a:solidFill>
                <a:latin typeface="Calibri"/>
                <a:cs typeface="Calibri"/>
              </a:rPr>
              <a:t>execution</a:t>
            </a:r>
            <a:r>
              <a:rPr dirty="0" sz="1000" spc="5">
                <a:solidFill>
                  <a:srgbClr val="1E293B"/>
                </a:solidFill>
                <a:latin typeface="Calibri"/>
                <a:cs typeface="Calibri"/>
              </a:rPr>
              <a:t> </a:t>
            </a:r>
            <a:r>
              <a:rPr dirty="0" sz="1000" spc="-20">
                <a:solidFill>
                  <a:srgbClr val="1E293B"/>
                </a:solidFill>
                <a:latin typeface="Calibri"/>
                <a:cs typeface="Calibri"/>
              </a:rPr>
              <a:t>plan.</a:t>
            </a:r>
            <a:endParaRPr sz="1000">
              <a:latin typeface="Calibri"/>
              <a:cs typeface="Calibri"/>
            </a:endParaRPr>
          </a:p>
          <a:p>
            <a:pPr marL="12700" marR="148590" indent="91440">
              <a:lnSpc>
                <a:spcPct val="108300"/>
              </a:lnSpc>
              <a:spcBef>
                <a:spcPts val="300"/>
              </a:spcBef>
              <a:buChar char="•"/>
              <a:tabLst>
                <a:tab pos="104139" algn="l"/>
              </a:tabLst>
            </a:pPr>
            <a:r>
              <a:rPr dirty="0" sz="1000">
                <a:solidFill>
                  <a:srgbClr val="1E293B"/>
                </a:solidFill>
                <a:latin typeface="Calibri"/>
                <a:cs typeface="Calibri"/>
              </a:rPr>
              <a:t>Marine</a:t>
            </a:r>
            <a:r>
              <a:rPr dirty="0" sz="1000" spc="-10">
                <a:solidFill>
                  <a:srgbClr val="1E293B"/>
                </a:solidFill>
                <a:latin typeface="Calibri"/>
                <a:cs typeface="Calibri"/>
              </a:rPr>
              <a:t> </a:t>
            </a:r>
            <a:r>
              <a:rPr dirty="0" sz="1000">
                <a:solidFill>
                  <a:srgbClr val="1E293B"/>
                </a:solidFill>
                <a:latin typeface="Calibri"/>
                <a:cs typeface="Calibri"/>
              </a:rPr>
              <a:t>Data</a:t>
            </a:r>
            <a:r>
              <a:rPr dirty="0" sz="1000" spc="-15">
                <a:solidFill>
                  <a:srgbClr val="1E293B"/>
                </a:solidFill>
                <a:latin typeface="Calibri"/>
                <a:cs typeface="Calibri"/>
              </a:rPr>
              <a:t> </a:t>
            </a:r>
            <a:r>
              <a:rPr dirty="0" sz="1000" spc="-10">
                <a:solidFill>
                  <a:srgbClr val="1E293B"/>
                </a:solidFill>
                <a:latin typeface="Calibri"/>
                <a:cs typeface="Calibri"/>
              </a:rPr>
              <a:t>Retrieval </a:t>
            </a:r>
            <a:r>
              <a:rPr dirty="0" sz="1000">
                <a:solidFill>
                  <a:srgbClr val="1E293B"/>
                </a:solidFill>
                <a:latin typeface="Calibri"/>
                <a:cs typeface="Calibri"/>
              </a:rPr>
              <a:t>Agent:</a:t>
            </a:r>
            <a:r>
              <a:rPr dirty="0" sz="1000" spc="-10">
                <a:solidFill>
                  <a:srgbClr val="1E293B"/>
                </a:solidFill>
                <a:latin typeface="Calibri"/>
                <a:cs typeface="Calibri"/>
              </a:rPr>
              <a:t> </a:t>
            </a:r>
            <a:r>
              <a:rPr dirty="0" sz="1000">
                <a:solidFill>
                  <a:srgbClr val="1E293B"/>
                </a:solidFill>
                <a:latin typeface="Calibri"/>
                <a:cs typeface="Calibri"/>
              </a:rPr>
              <a:t>Coordinates</a:t>
            </a:r>
            <a:r>
              <a:rPr dirty="0" sz="1000" spc="-10">
                <a:solidFill>
                  <a:srgbClr val="1E293B"/>
                </a:solidFill>
                <a:latin typeface="Calibri"/>
                <a:cs typeface="Calibri"/>
              </a:rPr>
              <a:t> </a:t>
            </a:r>
            <a:r>
              <a:rPr dirty="0" sz="1000">
                <a:solidFill>
                  <a:srgbClr val="1E293B"/>
                </a:solidFill>
                <a:latin typeface="Calibri"/>
                <a:cs typeface="Calibri"/>
              </a:rPr>
              <a:t>asynchronous</a:t>
            </a:r>
            <a:r>
              <a:rPr dirty="0" sz="1000" spc="-10">
                <a:solidFill>
                  <a:srgbClr val="1E293B"/>
                </a:solidFill>
                <a:latin typeface="Calibri"/>
                <a:cs typeface="Calibri"/>
              </a:rPr>
              <a:t> </a:t>
            </a:r>
            <a:r>
              <a:rPr dirty="0" sz="1000">
                <a:solidFill>
                  <a:srgbClr val="1E293B"/>
                </a:solidFill>
                <a:latin typeface="Calibri"/>
                <a:cs typeface="Calibri"/>
              </a:rPr>
              <a:t>parallel</a:t>
            </a:r>
            <a:r>
              <a:rPr dirty="0" sz="1000" spc="-10">
                <a:solidFill>
                  <a:srgbClr val="1E293B"/>
                </a:solidFill>
                <a:latin typeface="Calibri"/>
                <a:cs typeface="Calibri"/>
              </a:rPr>
              <a:t> </a:t>
            </a:r>
            <a:r>
              <a:rPr dirty="0" sz="1000">
                <a:solidFill>
                  <a:srgbClr val="1E293B"/>
                </a:solidFill>
                <a:latin typeface="Calibri"/>
                <a:cs typeface="Calibri"/>
              </a:rPr>
              <a:t>HTTP</a:t>
            </a:r>
            <a:r>
              <a:rPr dirty="0" sz="1000" spc="-10">
                <a:solidFill>
                  <a:srgbClr val="1E293B"/>
                </a:solidFill>
                <a:latin typeface="Calibri"/>
                <a:cs typeface="Calibri"/>
              </a:rPr>
              <a:t> fetching </a:t>
            </a:r>
            <a:r>
              <a:rPr dirty="0" sz="1000">
                <a:solidFill>
                  <a:srgbClr val="1E293B"/>
                </a:solidFill>
                <a:latin typeface="Calibri"/>
                <a:cs typeface="Calibri"/>
              </a:rPr>
              <a:t>across</a:t>
            </a:r>
            <a:r>
              <a:rPr dirty="0" sz="1000" spc="-10">
                <a:solidFill>
                  <a:srgbClr val="1E293B"/>
                </a:solidFill>
                <a:latin typeface="Calibri"/>
                <a:cs typeface="Calibri"/>
              </a:rPr>
              <a:t> </a:t>
            </a:r>
            <a:r>
              <a:rPr dirty="0" sz="1000">
                <a:solidFill>
                  <a:srgbClr val="1E293B"/>
                </a:solidFill>
                <a:latin typeface="Calibri"/>
                <a:cs typeface="Calibri"/>
              </a:rPr>
              <a:t>all</a:t>
            </a:r>
            <a:r>
              <a:rPr dirty="0" sz="1000" spc="-10">
                <a:solidFill>
                  <a:srgbClr val="1E293B"/>
                </a:solidFill>
                <a:latin typeface="Calibri"/>
                <a:cs typeface="Calibri"/>
              </a:rPr>
              <a:t> external </a:t>
            </a:r>
            <a:r>
              <a:rPr dirty="0" sz="1000">
                <a:solidFill>
                  <a:srgbClr val="1E293B"/>
                </a:solidFill>
                <a:latin typeface="Calibri"/>
                <a:cs typeface="Calibri"/>
              </a:rPr>
              <a:t>data</a:t>
            </a:r>
            <a:r>
              <a:rPr dirty="0" sz="1000" spc="-10">
                <a:solidFill>
                  <a:srgbClr val="1E293B"/>
                </a:solidFill>
                <a:latin typeface="Calibri"/>
                <a:cs typeface="Calibri"/>
              </a:rPr>
              <a:t> connectors </a:t>
            </a:r>
            <a:r>
              <a:rPr dirty="0" sz="1000">
                <a:solidFill>
                  <a:srgbClr val="1E293B"/>
                </a:solidFill>
                <a:latin typeface="Calibri"/>
                <a:cs typeface="Calibri"/>
              </a:rPr>
              <a:t>with</a:t>
            </a:r>
            <a:r>
              <a:rPr dirty="0" sz="1000" spc="-10">
                <a:solidFill>
                  <a:srgbClr val="1E293B"/>
                </a:solidFill>
                <a:latin typeface="Calibri"/>
                <a:cs typeface="Calibri"/>
              </a:rPr>
              <a:t> automated </a:t>
            </a:r>
            <a:r>
              <a:rPr dirty="0" sz="1000">
                <a:solidFill>
                  <a:srgbClr val="1E293B"/>
                </a:solidFill>
                <a:latin typeface="Calibri"/>
                <a:cs typeface="Calibri"/>
              </a:rPr>
              <a:t>fallback</a:t>
            </a:r>
            <a:r>
              <a:rPr dirty="0" sz="1000" spc="-10">
                <a:solidFill>
                  <a:srgbClr val="1E293B"/>
                </a:solidFill>
                <a:latin typeface="Calibri"/>
                <a:cs typeface="Calibri"/>
              </a:rPr>
              <a:t> caching.</a:t>
            </a:r>
            <a:endParaRPr sz="1000">
              <a:latin typeface="Calibri"/>
              <a:cs typeface="Calibri"/>
            </a:endParaRPr>
          </a:p>
          <a:p>
            <a:pPr marL="12700" marR="100330" indent="91440">
              <a:lnSpc>
                <a:spcPct val="108300"/>
              </a:lnSpc>
              <a:spcBef>
                <a:spcPts val="300"/>
              </a:spcBef>
              <a:buChar char="•"/>
              <a:tabLst>
                <a:tab pos="104139" algn="l"/>
              </a:tabLst>
            </a:pPr>
            <a:r>
              <a:rPr dirty="0" sz="1000" spc="-10">
                <a:solidFill>
                  <a:srgbClr val="1E293B"/>
                </a:solidFill>
                <a:latin typeface="Calibri"/>
                <a:cs typeface="Calibri"/>
              </a:rPr>
              <a:t>Weather</a:t>
            </a:r>
            <a:r>
              <a:rPr dirty="0" sz="1000" spc="-15">
                <a:solidFill>
                  <a:srgbClr val="1E293B"/>
                </a:solidFill>
                <a:latin typeface="Calibri"/>
                <a:cs typeface="Calibri"/>
              </a:rPr>
              <a:t> </a:t>
            </a:r>
            <a:r>
              <a:rPr dirty="0" sz="1000" spc="-10">
                <a:solidFill>
                  <a:srgbClr val="1E293B"/>
                </a:solidFill>
                <a:latin typeface="Calibri"/>
                <a:cs typeface="Calibri"/>
              </a:rPr>
              <a:t>Intelligence</a:t>
            </a:r>
            <a:r>
              <a:rPr dirty="0" sz="1000" spc="-15">
                <a:solidFill>
                  <a:srgbClr val="1E293B"/>
                </a:solidFill>
                <a:latin typeface="Calibri"/>
                <a:cs typeface="Calibri"/>
              </a:rPr>
              <a:t> </a:t>
            </a:r>
            <a:r>
              <a:rPr dirty="0" sz="1000">
                <a:solidFill>
                  <a:srgbClr val="1E293B"/>
                </a:solidFill>
                <a:latin typeface="Calibri"/>
                <a:cs typeface="Calibri"/>
              </a:rPr>
              <a:t>Agent:</a:t>
            </a:r>
            <a:r>
              <a:rPr dirty="0" sz="1000" spc="-15">
                <a:solidFill>
                  <a:srgbClr val="1E293B"/>
                </a:solidFill>
                <a:latin typeface="Calibri"/>
                <a:cs typeface="Calibri"/>
              </a:rPr>
              <a:t> </a:t>
            </a:r>
            <a:r>
              <a:rPr dirty="0" sz="1000" spc="-10">
                <a:solidFill>
                  <a:srgbClr val="1E293B"/>
                </a:solidFill>
                <a:latin typeface="Calibri"/>
                <a:cs typeface="Calibri"/>
              </a:rPr>
              <a:t>Evaluates</a:t>
            </a:r>
            <a:r>
              <a:rPr dirty="0" sz="1000" spc="-15">
                <a:solidFill>
                  <a:srgbClr val="1E293B"/>
                </a:solidFill>
                <a:latin typeface="Calibri"/>
                <a:cs typeface="Calibri"/>
              </a:rPr>
              <a:t> </a:t>
            </a:r>
            <a:r>
              <a:rPr dirty="0" sz="1000">
                <a:solidFill>
                  <a:srgbClr val="1E293B"/>
                </a:solidFill>
                <a:latin typeface="Calibri"/>
                <a:cs typeface="Calibri"/>
              </a:rPr>
              <a:t>wave</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a:solidFill>
                  <a:srgbClr val="1E293B"/>
                </a:solidFill>
                <a:latin typeface="Calibri"/>
                <a:cs typeface="Calibri"/>
              </a:rPr>
              <a:t>wind</a:t>
            </a:r>
            <a:r>
              <a:rPr dirty="0" sz="1000" spc="-15">
                <a:solidFill>
                  <a:srgbClr val="1E293B"/>
                </a:solidFill>
                <a:latin typeface="Calibri"/>
                <a:cs typeface="Calibri"/>
              </a:rPr>
              <a:t> </a:t>
            </a:r>
            <a:r>
              <a:rPr dirty="0" sz="1000" spc="-10">
                <a:solidFill>
                  <a:srgbClr val="1E293B"/>
                </a:solidFill>
                <a:latin typeface="Calibri"/>
                <a:cs typeface="Calibri"/>
              </a:rPr>
              <a:t>vectors,</a:t>
            </a:r>
            <a:r>
              <a:rPr dirty="0" sz="1000" spc="-15">
                <a:solidFill>
                  <a:srgbClr val="1E293B"/>
                </a:solidFill>
                <a:latin typeface="Calibri"/>
                <a:cs typeface="Calibri"/>
              </a:rPr>
              <a:t> </a:t>
            </a:r>
            <a:r>
              <a:rPr dirty="0" sz="1000">
                <a:solidFill>
                  <a:srgbClr val="1E293B"/>
                </a:solidFill>
                <a:latin typeface="Calibri"/>
                <a:cs typeface="Calibri"/>
              </a:rPr>
              <a:t>classifying</a:t>
            </a:r>
            <a:r>
              <a:rPr dirty="0" sz="1000" spc="-15">
                <a:solidFill>
                  <a:srgbClr val="1E293B"/>
                </a:solidFill>
                <a:latin typeface="Calibri"/>
                <a:cs typeface="Calibri"/>
              </a:rPr>
              <a:t> </a:t>
            </a:r>
            <a:r>
              <a:rPr dirty="0" sz="1000">
                <a:solidFill>
                  <a:srgbClr val="1E293B"/>
                </a:solidFill>
                <a:latin typeface="Calibri"/>
                <a:cs typeface="Calibri"/>
              </a:rPr>
              <a:t>conditions</a:t>
            </a:r>
            <a:r>
              <a:rPr dirty="0" sz="1000" spc="-15">
                <a:solidFill>
                  <a:srgbClr val="1E293B"/>
                </a:solidFill>
                <a:latin typeface="Calibri"/>
                <a:cs typeface="Calibri"/>
              </a:rPr>
              <a:t> </a:t>
            </a:r>
            <a:r>
              <a:rPr dirty="0" sz="1000">
                <a:solidFill>
                  <a:srgbClr val="1E293B"/>
                </a:solidFill>
                <a:latin typeface="Calibri"/>
                <a:cs typeface="Calibri"/>
              </a:rPr>
              <a:t>onto</a:t>
            </a:r>
            <a:r>
              <a:rPr dirty="0" sz="1000" spc="-15">
                <a:solidFill>
                  <a:srgbClr val="1E293B"/>
                </a:solidFill>
                <a:latin typeface="Calibri"/>
                <a:cs typeface="Calibri"/>
              </a:rPr>
              <a:t> </a:t>
            </a:r>
            <a:r>
              <a:rPr dirty="0" sz="1000">
                <a:solidFill>
                  <a:srgbClr val="1E293B"/>
                </a:solidFill>
                <a:latin typeface="Calibri"/>
                <a:cs typeface="Calibri"/>
              </a:rPr>
              <a:t>the</a:t>
            </a:r>
            <a:r>
              <a:rPr dirty="0" sz="1000" spc="-15">
                <a:solidFill>
                  <a:srgbClr val="1E293B"/>
                </a:solidFill>
                <a:latin typeface="Calibri"/>
                <a:cs typeface="Calibri"/>
              </a:rPr>
              <a:t> </a:t>
            </a:r>
            <a:r>
              <a:rPr dirty="0" sz="1000">
                <a:solidFill>
                  <a:srgbClr val="1E293B"/>
                </a:solidFill>
                <a:latin typeface="Calibri"/>
                <a:cs typeface="Calibri"/>
              </a:rPr>
              <a:t>international</a:t>
            </a:r>
            <a:r>
              <a:rPr dirty="0" sz="1000" spc="-15">
                <a:solidFill>
                  <a:srgbClr val="1E293B"/>
                </a:solidFill>
                <a:latin typeface="Calibri"/>
                <a:cs typeface="Calibri"/>
              </a:rPr>
              <a:t> </a:t>
            </a:r>
            <a:r>
              <a:rPr dirty="0" sz="1000">
                <a:solidFill>
                  <a:srgbClr val="1E293B"/>
                </a:solidFill>
                <a:latin typeface="Calibri"/>
                <a:cs typeface="Calibri"/>
              </a:rPr>
              <a:t>Beaufort</a:t>
            </a:r>
            <a:r>
              <a:rPr dirty="0" sz="1000" spc="-15">
                <a:solidFill>
                  <a:srgbClr val="1E293B"/>
                </a:solidFill>
                <a:latin typeface="Calibri"/>
                <a:cs typeface="Calibri"/>
              </a:rPr>
              <a:t> </a:t>
            </a:r>
            <a:r>
              <a:rPr dirty="0" sz="1000">
                <a:solidFill>
                  <a:srgbClr val="1E293B"/>
                </a:solidFill>
                <a:latin typeface="Calibri"/>
                <a:cs typeface="Calibri"/>
              </a:rPr>
              <a:t>Wind</a:t>
            </a:r>
            <a:r>
              <a:rPr dirty="0" sz="1000" spc="-15">
                <a:solidFill>
                  <a:srgbClr val="1E293B"/>
                </a:solidFill>
                <a:latin typeface="Calibri"/>
                <a:cs typeface="Calibri"/>
              </a:rPr>
              <a:t> </a:t>
            </a:r>
            <a:r>
              <a:rPr dirty="0" sz="1000">
                <a:solidFill>
                  <a:srgbClr val="1E293B"/>
                </a:solidFill>
                <a:latin typeface="Calibri"/>
                <a:cs typeface="Calibri"/>
              </a:rPr>
              <a:t>Scale</a:t>
            </a:r>
            <a:r>
              <a:rPr dirty="0" sz="1000" spc="-15">
                <a:solidFill>
                  <a:srgbClr val="1E293B"/>
                </a:solidFill>
                <a:latin typeface="Calibri"/>
                <a:cs typeface="Calibri"/>
              </a:rPr>
              <a:t> </a:t>
            </a:r>
            <a:r>
              <a:rPr dirty="0" sz="1000" spc="-25">
                <a:solidFill>
                  <a:srgbClr val="1E293B"/>
                </a:solidFill>
                <a:latin typeface="Calibri"/>
                <a:cs typeface="Calibri"/>
              </a:rPr>
              <a:t>(0–</a:t>
            </a:r>
            <a:r>
              <a:rPr dirty="0" sz="1000">
                <a:solidFill>
                  <a:srgbClr val="1E293B"/>
                </a:solidFill>
                <a:latin typeface="Calibri"/>
                <a:cs typeface="Calibri"/>
              </a:rPr>
              <a:t>12)</a:t>
            </a:r>
            <a:r>
              <a:rPr dirty="0" sz="1000" spc="-10">
                <a:solidFill>
                  <a:srgbClr val="1E293B"/>
                </a:solidFill>
                <a:latin typeface="Calibri"/>
                <a:cs typeface="Calibri"/>
              </a:rPr>
              <a:t> </a:t>
            </a:r>
            <a:r>
              <a:rPr dirty="0" sz="1000">
                <a:solidFill>
                  <a:srgbClr val="1E293B"/>
                </a:solidFill>
                <a:latin typeface="Calibri"/>
                <a:cs typeface="Calibri"/>
              </a:rPr>
              <a:t>and</a:t>
            </a:r>
            <a:r>
              <a:rPr dirty="0" sz="1000" spc="-10">
                <a:solidFill>
                  <a:srgbClr val="1E293B"/>
                </a:solidFill>
                <a:latin typeface="Calibri"/>
                <a:cs typeface="Calibri"/>
              </a:rPr>
              <a:t> </a:t>
            </a:r>
            <a:r>
              <a:rPr dirty="0" sz="1000">
                <a:solidFill>
                  <a:srgbClr val="1E293B"/>
                </a:solidFill>
                <a:latin typeface="Calibri"/>
                <a:cs typeface="Calibri"/>
              </a:rPr>
              <a:t>Douglas</a:t>
            </a:r>
            <a:r>
              <a:rPr dirty="0" sz="1000" spc="-10">
                <a:solidFill>
                  <a:srgbClr val="1E293B"/>
                </a:solidFill>
                <a:latin typeface="Calibri"/>
                <a:cs typeface="Calibri"/>
              </a:rPr>
              <a:t> </a:t>
            </a:r>
            <a:r>
              <a:rPr dirty="0" sz="1000">
                <a:solidFill>
                  <a:srgbClr val="1E293B"/>
                </a:solidFill>
                <a:latin typeface="Calibri"/>
                <a:cs typeface="Calibri"/>
              </a:rPr>
              <a:t>Sea</a:t>
            </a:r>
            <a:r>
              <a:rPr dirty="0" sz="1000" spc="-5">
                <a:solidFill>
                  <a:srgbClr val="1E293B"/>
                </a:solidFill>
                <a:latin typeface="Calibri"/>
                <a:cs typeface="Calibri"/>
              </a:rPr>
              <a:t> </a:t>
            </a:r>
            <a:r>
              <a:rPr dirty="0" sz="1000" spc="-10">
                <a:solidFill>
                  <a:srgbClr val="1E293B"/>
                </a:solidFill>
                <a:latin typeface="Calibri"/>
                <a:cs typeface="Calibri"/>
              </a:rPr>
              <a:t>State </a:t>
            </a:r>
            <a:r>
              <a:rPr dirty="0" sz="1000">
                <a:solidFill>
                  <a:srgbClr val="1E293B"/>
                </a:solidFill>
                <a:latin typeface="Calibri"/>
                <a:cs typeface="Calibri"/>
              </a:rPr>
              <a:t>Scale</a:t>
            </a:r>
            <a:r>
              <a:rPr dirty="0" sz="1000" spc="-10">
                <a:solidFill>
                  <a:srgbClr val="1E293B"/>
                </a:solidFill>
                <a:latin typeface="Calibri"/>
                <a:cs typeface="Calibri"/>
              </a:rPr>
              <a:t> (0–</a:t>
            </a:r>
            <a:r>
              <a:rPr dirty="0" sz="1000" spc="-25">
                <a:solidFill>
                  <a:srgbClr val="1E293B"/>
                </a:solidFill>
                <a:latin typeface="Calibri"/>
                <a:cs typeface="Calibri"/>
              </a:rPr>
              <a:t>9).</a:t>
            </a:r>
            <a:endParaRPr sz="1000">
              <a:latin typeface="Calibri"/>
              <a:cs typeface="Calibri"/>
            </a:endParaRPr>
          </a:p>
          <a:p>
            <a:pPr marL="12700" marR="257810" indent="91440">
              <a:lnSpc>
                <a:spcPct val="108300"/>
              </a:lnSpc>
              <a:spcBef>
                <a:spcPts val="300"/>
              </a:spcBef>
              <a:buChar char="•"/>
              <a:tabLst>
                <a:tab pos="104139" algn="l"/>
              </a:tabLst>
            </a:pPr>
            <a:r>
              <a:rPr dirty="0" sz="1000">
                <a:solidFill>
                  <a:srgbClr val="1E293B"/>
                </a:solidFill>
                <a:latin typeface="Calibri"/>
                <a:cs typeface="Calibri"/>
              </a:rPr>
              <a:t>Alert</a:t>
            </a:r>
            <a:r>
              <a:rPr dirty="0" sz="1000" spc="-15">
                <a:solidFill>
                  <a:srgbClr val="1E293B"/>
                </a:solidFill>
                <a:latin typeface="Calibri"/>
                <a:cs typeface="Calibri"/>
              </a:rPr>
              <a:t> </a:t>
            </a:r>
            <a:r>
              <a:rPr dirty="0" sz="1000">
                <a:solidFill>
                  <a:srgbClr val="1E293B"/>
                </a:solidFill>
                <a:latin typeface="Calibri"/>
                <a:cs typeface="Calibri"/>
              </a:rPr>
              <a:t>&amp;</a:t>
            </a:r>
            <a:r>
              <a:rPr dirty="0" sz="1000" spc="-10">
                <a:solidFill>
                  <a:srgbClr val="1E293B"/>
                </a:solidFill>
                <a:latin typeface="Calibri"/>
                <a:cs typeface="Calibri"/>
              </a:rPr>
              <a:t> </a:t>
            </a:r>
            <a:r>
              <a:rPr dirty="0" sz="1000">
                <a:solidFill>
                  <a:srgbClr val="1E293B"/>
                </a:solidFill>
                <a:latin typeface="Calibri"/>
                <a:cs typeface="Calibri"/>
              </a:rPr>
              <a:t>Notification</a:t>
            </a:r>
            <a:r>
              <a:rPr dirty="0" sz="1000" spc="-15">
                <a:solidFill>
                  <a:srgbClr val="1E293B"/>
                </a:solidFill>
                <a:latin typeface="Calibri"/>
                <a:cs typeface="Calibri"/>
              </a:rPr>
              <a:t> </a:t>
            </a:r>
            <a:r>
              <a:rPr dirty="0" sz="1000">
                <a:solidFill>
                  <a:srgbClr val="1E293B"/>
                </a:solidFill>
                <a:latin typeface="Calibri"/>
                <a:cs typeface="Calibri"/>
              </a:rPr>
              <a:t>Agent:</a:t>
            </a:r>
            <a:r>
              <a:rPr dirty="0" sz="1000" spc="-10">
                <a:solidFill>
                  <a:srgbClr val="1E293B"/>
                </a:solidFill>
                <a:latin typeface="Calibri"/>
                <a:cs typeface="Calibri"/>
              </a:rPr>
              <a:t> </a:t>
            </a:r>
            <a:r>
              <a:rPr dirty="0" sz="1000">
                <a:solidFill>
                  <a:srgbClr val="1E293B"/>
                </a:solidFill>
                <a:latin typeface="Calibri"/>
                <a:cs typeface="Calibri"/>
              </a:rPr>
              <a:t>Filters</a:t>
            </a:r>
            <a:r>
              <a:rPr dirty="0" sz="1000" spc="-15">
                <a:solidFill>
                  <a:srgbClr val="1E293B"/>
                </a:solidFill>
                <a:latin typeface="Calibri"/>
                <a:cs typeface="Calibri"/>
              </a:rPr>
              <a:t> </a:t>
            </a:r>
            <a:r>
              <a:rPr dirty="0" sz="1000">
                <a:solidFill>
                  <a:srgbClr val="1E293B"/>
                </a:solidFill>
                <a:latin typeface="Calibri"/>
                <a:cs typeface="Calibri"/>
              </a:rPr>
              <a:t>official</a:t>
            </a:r>
            <a:r>
              <a:rPr dirty="0" sz="1000" spc="-10">
                <a:solidFill>
                  <a:srgbClr val="1E293B"/>
                </a:solidFill>
                <a:latin typeface="Calibri"/>
                <a:cs typeface="Calibri"/>
              </a:rPr>
              <a:t> IMD/INCOIS</a:t>
            </a:r>
            <a:r>
              <a:rPr dirty="0" sz="1000" spc="-15">
                <a:solidFill>
                  <a:srgbClr val="1E293B"/>
                </a:solidFill>
                <a:latin typeface="Calibri"/>
                <a:cs typeface="Calibri"/>
              </a:rPr>
              <a:t> </a:t>
            </a:r>
            <a:r>
              <a:rPr dirty="0" sz="1000">
                <a:solidFill>
                  <a:srgbClr val="1E293B"/>
                </a:solidFill>
                <a:latin typeface="Calibri"/>
                <a:cs typeface="Calibri"/>
              </a:rPr>
              <a:t>advisory</a:t>
            </a:r>
            <a:r>
              <a:rPr dirty="0" sz="1000" spc="-10">
                <a:solidFill>
                  <a:srgbClr val="1E293B"/>
                </a:solidFill>
                <a:latin typeface="Calibri"/>
                <a:cs typeface="Calibri"/>
              </a:rPr>
              <a:t> </a:t>
            </a:r>
            <a:r>
              <a:rPr dirty="0" sz="1000">
                <a:solidFill>
                  <a:srgbClr val="1E293B"/>
                </a:solidFill>
                <a:latin typeface="Calibri"/>
                <a:cs typeface="Calibri"/>
              </a:rPr>
              <a:t>bulletins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0">
                <a:solidFill>
                  <a:srgbClr val="1E293B"/>
                </a:solidFill>
                <a:latin typeface="Calibri"/>
                <a:cs typeface="Calibri"/>
              </a:rPr>
              <a:t> correlates</a:t>
            </a:r>
            <a:r>
              <a:rPr dirty="0" sz="1000" spc="-15">
                <a:solidFill>
                  <a:srgbClr val="1E293B"/>
                </a:solidFill>
                <a:latin typeface="Calibri"/>
                <a:cs typeface="Calibri"/>
              </a:rPr>
              <a:t> </a:t>
            </a:r>
            <a:r>
              <a:rPr dirty="0" sz="1000">
                <a:solidFill>
                  <a:srgbClr val="1E293B"/>
                </a:solidFill>
                <a:latin typeface="Calibri"/>
                <a:cs typeface="Calibri"/>
              </a:rPr>
              <a:t>regional</a:t>
            </a:r>
            <a:r>
              <a:rPr dirty="0" sz="1000" spc="-10">
                <a:solidFill>
                  <a:srgbClr val="1E293B"/>
                </a:solidFill>
                <a:latin typeface="Calibri"/>
                <a:cs typeface="Calibri"/>
              </a:rPr>
              <a:t> </a:t>
            </a:r>
            <a:r>
              <a:rPr dirty="0" sz="1000">
                <a:solidFill>
                  <a:srgbClr val="1E293B"/>
                </a:solidFill>
                <a:latin typeface="Calibri"/>
                <a:cs typeface="Calibri"/>
              </a:rPr>
              <a:t>storm</a:t>
            </a:r>
            <a:r>
              <a:rPr dirty="0" sz="1000" spc="-15">
                <a:solidFill>
                  <a:srgbClr val="1E293B"/>
                </a:solidFill>
                <a:latin typeface="Calibri"/>
                <a:cs typeface="Calibri"/>
              </a:rPr>
              <a:t> </a:t>
            </a:r>
            <a:r>
              <a:rPr dirty="0" sz="1000">
                <a:solidFill>
                  <a:srgbClr val="1E293B"/>
                </a:solidFill>
                <a:latin typeface="Calibri"/>
                <a:cs typeface="Calibri"/>
              </a:rPr>
              <a:t>warnings</a:t>
            </a:r>
            <a:r>
              <a:rPr dirty="0" sz="1000" spc="-10">
                <a:solidFill>
                  <a:srgbClr val="1E293B"/>
                </a:solidFill>
                <a:latin typeface="Calibri"/>
                <a:cs typeface="Calibri"/>
              </a:rPr>
              <a:t> </a:t>
            </a:r>
            <a:r>
              <a:rPr dirty="0" sz="1000">
                <a:solidFill>
                  <a:srgbClr val="1E293B"/>
                </a:solidFill>
                <a:latin typeface="Calibri"/>
                <a:cs typeface="Calibri"/>
              </a:rPr>
              <a:t>with</a:t>
            </a:r>
            <a:r>
              <a:rPr dirty="0" sz="1000" spc="-15">
                <a:solidFill>
                  <a:srgbClr val="1E293B"/>
                </a:solidFill>
                <a:latin typeface="Calibri"/>
                <a:cs typeface="Calibri"/>
              </a:rPr>
              <a:t> </a:t>
            </a:r>
            <a:r>
              <a:rPr dirty="0" sz="1000">
                <a:solidFill>
                  <a:srgbClr val="1E293B"/>
                </a:solidFill>
                <a:latin typeface="Calibri"/>
                <a:cs typeface="Calibri"/>
              </a:rPr>
              <a:t>the</a:t>
            </a:r>
            <a:r>
              <a:rPr dirty="0" sz="1000" spc="-10">
                <a:solidFill>
                  <a:srgbClr val="1E293B"/>
                </a:solidFill>
                <a:latin typeface="Calibri"/>
                <a:cs typeface="Calibri"/>
              </a:rPr>
              <a:t> vessel's geographic</a:t>
            </a:r>
            <a:r>
              <a:rPr dirty="0" sz="1000" spc="40">
                <a:solidFill>
                  <a:srgbClr val="1E293B"/>
                </a:solidFill>
                <a:latin typeface="Calibri"/>
                <a:cs typeface="Calibri"/>
              </a:rPr>
              <a:t> </a:t>
            </a:r>
            <a:r>
              <a:rPr dirty="0" sz="1000" spc="-10">
                <a:solidFill>
                  <a:srgbClr val="1E293B"/>
                </a:solidFill>
                <a:latin typeface="Calibri"/>
                <a:cs typeface="Calibri"/>
              </a:rPr>
              <a:t>coordinates.</a:t>
            </a:r>
            <a:endParaRPr sz="1000">
              <a:latin typeface="Calibri"/>
              <a:cs typeface="Calibri"/>
            </a:endParaRPr>
          </a:p>
        </p:txBody>
      </p:sp>
      <p:grpSp>
        <p:nvGrpSpPr>
          <p:cNvPr id="8" name="object 8"/>
          <p:cNvGrpSpPr/>
          <p:nvPr/>
        </p:nvGrpSpPr>
        <p:grpSpPr>
          <a:xfrm>
            <a:off x="8095297" y="1626057"/>
            <a:ext cx="3560445" cy="2188845"/>
            <a:chOff x="8095297" y="1626057"/>
            <a:chExt cx="3560445" cy="2188845"/>
          </a:xfrm>
        </p:grpSpPr>
        <p:pic>
          <p:nvPicPr>
            <p:cNvPr id="9" name="object 9"/>
            <p:cNvPicPr/>
            <p:nvPr/>
          </p:nvPicPr>
          <p:blipFill>
            <a:blip r:embed="rId2" cstate="print"/>
            <a:stretch>
              <a:fillRect/>
            </a:stretch>
          </p:blipFill>
          <p:spPr>
            <a:xfrm>
              <a:off x="8095297" y="1626057"/>
              <a:ext cx="3560445" cy="2188845"/>
            </a:xfrm>
            <a:prstGeom prst="rect">
              <a:avLst/>
            </a:prstGeom>
          </p:spPr>
        </p:pic>
        <p:sp>
          <p:nvSpPr>
            <p:cNvPr id="10" name="object 10"/>
            <p:cNvSpPr/>
            <p:nvPr/>
          </p:nvSpPr>
          <p:spPr>
            <a:xfrm>
              <a:off x="8138159" y="1645919"/>
              <a:ext cx="3474720" cy="2103120"/>
            </a:xfrm>
            <a:custGeom>
              <a:avLst/>
              <a:gdLst/>
              <a:ahLst/>
              <a:cxnLst/>
              <a:rect l="l" t="t" r="r" b="b"/>
              <a:pathLst>
                <a:path w="3474720" h="2103120">
                  <a:moveTo>
                    <a:pt x="3124192" y="0"/>
                  </a:moveTo>
                  <a:lnTo>
                    <a:pt x="350526" y="0"/>
                  </a:lnTo>
                  <a:lnTo>
                    <a:pt x="302962" y="3199"/>
                  </a:lnTo>
                  <a:lnTo>
                    <a:pt x="257342" y="12521"/>
                  </a:lnTo>
                  <a:lnTo>
                    <a:pt x="214085" y="27546"/>
                  </a:lnTo>
                  <a:lnTo>
                    <a:pt x="173609" y="47857"/>
                  </a:lnTo>
                  <a:lnTo>
                    <a:pt x="136330" y="73036"/>
                  </a:lnTo>
                  <a:lnTo>
                    <a:pt x="102666" y="102667"/>
                  </a:lnTo>
                  <a:lnTo>
                    <a:pt x="73036" y="136330"/>
                  </a:lnTo>
                  <a:lnTo>
                    <a:pt x="47857" y="173609"/>
                  </a:lnTo>
                  <a:lnTo>
                    <a:pt x="27546" y="214086"/>
                  </a:lnTo>
                  <a:lnTo>
                    <a:pt x="12521" y="257343"/>
                  </a:lnTo>
                  <a:lnTo>
                    <a:pt x="3199" y="302963"/>
                  </a:lnTo>
                  <a:lnTo>
                    <a:pt x="0" y="350527"/>
                  </a:lnTo>
                  <a:lnTo>
                    <a:pt x="0" y="1752593"/>
                  </a:lnTo>
                  <a:lnTo>
                    <a:pt x="3199" y="1800157"/>
                  </a:lnTo>
                  <a:lnTo>
                    <a:pt x="12521" y="1845777"/>
                  </a:lnTo>
                  <a:lnTo>
                    <a:pt x="27546" y="1889034"/>
                  </a:lnTo>
                  <a:lnTo>
                    <a:pt x="47857" y="1929510"/>
                  </a:lnTo>
                  <a:lnTo>
                    <a:pt x="73036" y="1966789"/>
                  </a:lnTo>
                  <a:lnTo>
                    <a:pt x="102666" y="2000453"/>
                  </a:lnTo>
                  <a:lnTo>
                    <a:pt x="136330" y="2030083"/>
                  </a:lnTo>
                  <a:lnTo>
                    <a:pt x="173609" y="2055262"/>
                  </a:lnTo>
                  <a:lnTo>
                    <a:pt x="214085" y="2075573"/>
                  </a:lnTo>
                  <a:lnTo>
                    <a:pt x="257342" y="2090598"/>
                  </a:lnTo>
                  <a:lnTo>
                    <a:pt x="302962" y="2099920"/>
                  </a:lnTo>
                  <a:lnTo>
                    <a:pt x="350526" y="2103119"/>
                  </a:lnTo>
                  <a:lnTo>
                    <a:pt x="3124192" y="2103119"/>
                  </a:lnTo>
                  <a:lnTo>
                    <a:pt x="3171756" y="2099920"/>
                  </a:lnTo>
                  <a:lnTo>
                    <a:pt x="3217376" y="2090598"/>
                  </a:lnTo>
                  <a:lnTo>
                    <a:pt x="3260633" y="2075573"/>
                  </a:lnTo>
                  <a:lnTo>
                    <a:pt x="3301110" y="2055262"/>
                  </a:lnTo>
                  <a:lnTo>
                    <a:pt x="3338389" y="2030083"/>
                  </a:lnTo>
                  <a:lnTo>
                    <a:pt x="3372052" y="2000453"/>
                  </a:lnTo>
                  <a:lnTo>
                    <a:pt x="3401683" y="1966789"/>
                  </a:lnTo>
                  <a:lnTo>
                    <a:pt x="3426862" y="1929510"/>
                  </a:lnTo>
                  <a:lnTo>
                    <a:pt x="3447173" y="1889034"/>
                  </a:lnTo>
                  <a:lnTo>
                    <a:pt x="3462198" y="1845777"/>
                  </a:lnTo>
                  <a:lnTo>
                    <a:pt x="3471520" y="1800157"/>
                  </a:lnTo>
                  <a:lnTo>
                    <a:pt x="3474720" y="1752593"/>
                  </a:lnTo>
                  <a:lnTo>
                    <a:pt x="3474720" y="350527"/>
                  </a:lnTo>
                  <a:lnTo>
                    <a:pt x="3471520" y="302963"/>
                  </a:lnTo>
                  <a:lnTo>
                    <a:pt x="3462198" y="257343"/>
                  </a:lnTo>
                  <a:lnTo>
                    <a:pt x="3447173" y="214086"/>
                  </a:lnTo>
                  <a:lnTo>
                    <a:pt x="3426862" y="173609"/>
                  </a:lnTo>
                  <a:lnTo>
                    <a:pt x="3401683" y="136330"/>
                  </a:lnTo>
                  <a:lnTo>
                    <a:pt x="3372052" y="102667"/>
                  </a:lnTo>
                  <a:lnTo>
                    <a:pt x="3338389" y="73036"/>
                  </a:lnTo>
                  <a:lnTo>
                    <a:pt x="3301110" y="47857"/>
                  </a:lnTo>
                  <a:lnTo>
                    <a:pt x="3260633" y="27546"/>
                  </a:lnTo>
                  <a:lnTo>
                    <a:pt x="3217376" y="12521"/>
                  </a:lnTo>
                  <a:lnTo>
                    <a:pt x="3171756" y="3199"/>
                  </a:lnTo>
                  <a:lnTo>
                    <a:pt x="3124192" y="0"/>
                  </a:lnTo>
                  <a:close/>
                </a:path>
              </a:pathLst>
            </a:custGeom>
            <a:solidFill>
              <a:srgbClr val="E0F2FE"/>
            </a:solidFill>
          </p:spPr>
          <p:txBody>
            <a:bodyPr wrap="square" lIns="0" tIns="0" rIns="0" bIns="0" rtlCol="0"/>
            <a:lstStyle/>
            <a:p/>
          </p:txBody>
        </p:sp>
        <p:sp>
          <p:nvSpPr>
            <p:cNvPr id="11" name="object 11"/>
            <p:cNvSpPr/>
            <p:nvPr/>
          </p:nvSpPr>
          <p:spPr>
            <a:xfrm>
              <a:off x="8138159" y="1645919"/>
              <a:ext cx="3474720" cy="2103120"/>
            </a:xfrm>
            <a:custGeom>
              <a:avLst/>
              <a:gdLst/>
              <a:ahLst/>
              <a:cxnLst/>
              <a:rect l="l" t="t" r="r" b="b"/>
              <a:pathLst>
                <a:path w="3474720" h="2103120">
                  <a:moveTo>
                    <a:pt x="350526" y="0"/>
                  </a:moveTo>
                  <a:lnTo>
                    <a:pt x="3124193" y="0"/>
                  </a:lnTo>
                  <a:lnTo>
                    <a:pt x="3171757" y="3199"/>
                  </a:lnTo>
                  <a:lnTo>
                    <a:pt x="3217377" y="12521"/>
                  </a:lnTo>
                  <a:lnTo>
                    <a:pt x="3260634" y="27546"/>
                  </a:lnTo>
                  <a:lnTo>
                    <a:pt x="3301110" y="47857"/>
                  </a:lnTo>
                  <a:lnTo>
                    <a:pt x="3338389" y="73036"/>
                  </a:lnTo>
                  <a:lnTo>
                    <a:pt x="3372053" y="102666"/>
                  </a:lnTo>
                  <a:lnTo>
                    <a:pt x="3401683" y="136330"/>
                  </a:lnTo>
                  <a:lnTo>
                    <a:pt x="3426862" y="173609"/>
                  </a:lnTo>
                  <a:lnTo>
                    <a:pt x="3447173" y="214086"/>
                  </a:lnTo>
                  <a:lnTo>
                    <a:pt x="3462198" y="257343"/>
                  </a:lnTo>
                  <a:lnTo>
                    <a:pt x="3471520" y="302962"/>
                  </a:lnTo>
                  <a:lnTo>
                    <a:pt x="3474720" y="350526"/>
                  </a:lnTo>
                  <a:lnTo>
                    <a:pt x="3474720" y="1752593"/>
                  </a:lnTo>
                  <a:lnTo>
                    <a:pt x="3471520" y="1800157"/>
                  </a:lnTo>
                  <a:lnTo>
                    <a:pt x="3462198" y="1845777"/>
                  </a:lnTo>
                  <a:lnTo>
                    <a:pt x="3447173" y="1889034"/>
                  </a:lnTo>
                  <a:lnTo>
                    <a:pt x="3426862" y="1929510"/>
                  </a:lnTo>
                  <a:lnTo>
                    <a:pt x="3401683" y="1966789"/>
                  </a:lnTo>
                  <a:lnTo>
                    <a:pt x="3372053" y="2000453"/>
                  </a:lnTo>
                  <a:lnTo>
                    <a:pt x="3338389" y="2030083"/>
                  </a:lnTo>
                  <a:lnTo>
                    <a:pt x="3301110" y="2055262"/>
                  </a:lnTo>
                  <a:lnTo>
                    <a:pt x="3260634" y="2075573"/>
                  </a:lnTo>
                  <a:lnTo>
                    <a:pt x="3217377" y="2090598"/>
                  </a:lnTo>
                  <a:lnTo>
                    <a:pt x="3171757" y="2099920"/>
                  </a:lnTo>
                  <a:lnTo>
                    <a:pt x="3124193" y="2103120"/>
                  </a:lnTo>
                  <a:lnTo>
                    <a:pt x="350526" y="2103120"/>
                  </a:lnTo>
                  <a:lnTo>
                    <a:pt x="302962" y="2099920"/>
                  </a:lnTo>
                  <a:lnTo>
                    <a:pt x="257343" y="2090598"/>
                  </a:lnTo>
                  <a:lnTo>
                    <a:pt x="214086" y="2075573"/>
                  </a:lnTo>
                  <a:lnTo>
                    <a:pt x="173609" y="2055262"/>
                  </a:lnTo>
                  <a:lnTo>
                    <a:pt x="136330" y="2030083"/>
                  </a:lnTo>
                  <a:lnTo>
                    <a:pt x="102666" y="2000453"/>
                  </a:lnTo>
                  <a:lnTo>
                    <a:pt x="73036" y="1966789"/>
                  </a:lnTo>
                  <a:lnTo>
                    <a:pt x="47857" y="1929510"/>
                  </a:lnTo>
                  <a:lnTo>
                    <a:pt x="27546" y="1889034"/>
                  </a:lnTo>
                  <a:lnTo>
                    <a:pt x="12521" y="1845777"/>
                  </a:lnTo>
                  <a:lnTo>
                    <a:pt x="3199" y="1800157"/>
                  </a:lnTo>
                  <a:lnTo>
                    <a:pt x="0" y="1752593"/>
                  </a:lnTo>
                  <a:lnTo>
                    <a:pt x="0" y="350526"/>
                  </a:lnTo>
                  <a:lnTo>
                    <a:pt x="3199" y="302962"/>
                  </a:lnTo>
                  <a:lnTo>
                    <a:pt x="12521" y="257343"/>
                  </a:lnTo>
                  <a:lnTo>
                    <a:pt x="27546" y="214086"/>
                  </a:lnTo>
                  <a:lnTo>
                    <a:pt x="47857" y="173609"/>
                  </a:lnTo>
                  <a:lnTo>
                    <a:pt x="73036" y="136330"/>
                  </a:lnTo>
                  <a:lnTo>
                    <a:pt x="102666" y="102666"/>
                  </a:lnTo>
                  <a:lnTo>
                    <a:pt x="136330" y="73036"/>
                  </a:lnTo>
                  <a:lnTo>
                    <a:pt x="173609" y="47857"/>
                  </a:lnTo>
                  <a:lnTo>
                    <a:pt x="214086" y="27546"/>
                  </a:lnTo>
                  <a:lnTo>
                    <a:pt x="257343" y="12521"/>
                  </a:lnTo>
                  <a:lnTo>
                    <a:pt x="302962" y="3199"/>
                  </a:lnTo>
                  <a:lnTo>
                    <a:pt x="350526" y="0"/>
                  </a:lnTo>
                  <a:close/>
                </a:path>
              </a:pathLst>
            </a:custGeom>
            <a:ln w="9525">
              <a:solidFill>
                <a:srgbClr val="BAE6FD"/>
              </a:solidFill>
            </a:ln>
          </p:spPr>
          <p:txBody>
            <a:bodyPr wrap="square" lIns="0" tIns="0" rIns="0" bIns="0" rtlCol="0"/>
            <a:lstStyle/>
            <a:p/>
          </p:txBody>
        </p:sp>
      </p:grpSp>
      <p:sp>
        <p:nvSpPr>
          <p:cNvPr id="12" name="object 12"/>
          <p:cNvSpPr txBox="1"/>
          <p:nvPr/>
        </p:nvSpPr>
        <p:spPr>
          <a:xfrm>
            <a:off x="8324328" y="2106023"/>
            <a:ext cx="3001010" cy="1041400"/>
          </a:xfrm>
          <a:prstGeom prst="rect">
            <a:avLst/>
          </a:prstGeom>
        </p:spPr>
        <p:txBody>
          <a:bodyPr wrap="square" lIns="0" tIns="108585" rIns="0" bIns="0" rtlCol="0" vert="horz">
            <a:spAutoFit/>
          </a:bodyPr>
          <a:lstStyle/>
          <a:p>
            <a:pPr marL="274320">
              <a:lnSpc>
                <a:spcPct val="100000"/>
              </a:lnSpc>
              <a:spcBef>
                <a:spcPts val="855"/>
              </a:spcBef>
            </a:pPr>
            <a:r>
              <a:rPr dirty="0" sz="1300" spc="-10" b="1">
                <a:solidFill>
                  <a:srgbClr val="0284C7"/>
                </a:solidFill>
                <a:latin typeface="Calibri"/>
                <a:cs typeface="Calibri"/>
              </a:rPr>
              <a:t>High-</a:t>
            </a:r>
            <a:r>
              <a:rPr dirty="0" sz="1300" b="1">
                <a:solidFill>
                  <a:srgbClr val="0284C7"/>
                </a:solidFill>
                <a:latin typeface="Calibri"/>
                <a:cs typeface="Calibri"/>
              </a:rPr>
              <a:t>Capacity</a:t>
            </a:r>
            <a:r>
              <a:rPr dirty="0" sz="1300" spc="-30" b="1">
                <a:solidFill>
                  <a:srgbClr val="0284C7"/>
                </a:solidFill>
                <a:latin typeface="Calibri"/>
                <a:cs typeface="Calibri"/>
              </a:rPr>
              <a:t> </a:t>
            </a:r>
            <a:r>
              <a:rPr dirty="0" sz="1300" b="1">
                <a:solidFill>
                  <a:srgbClr val="0284C7"/>
                </a:solidFill>
                <a:latin typeface="Calibri"/>
                <a:cs typeface="Calibri"/>
              </a:rPr>
              <a:t>Planning</a:t>
            </a:r>
            <a:r>
              <a:rPr dirty="0" sz="1300" spc="-25" b="1">
                <a:solidFill>
                  <a:srgbClr val="0284C7"/>
                </a:solidFill>
                <a:latin typeface="Calibri"/>
                <a:cs typeface="Calibri"/>
              </a:rPr>
              <a:t> </a:t>
            </a:r>
            <a:r>
              <a:rPr dirty="0" sz="1300" b="1">
                <a:solidFill>
                  <a:srgbClr val="0284C7"/>
                </a:solidFill>
                <a:latin typeface="Calibri"/>
                <a:cs typeface="Calibri"/>
              </a:rPr>
              <a:t>Agent</a:t>
            </a:r>
            <a:r>
              <a:rPr dirty="0" sz="1300" spc="-25" b="1">
                <a:solidFill>
                  <a:srgbClr val="0284C7"/>
                </a:solidFill>
                <a:latin typeface="Calibri"/>
                <a:cs typeface="Calibri"/>
              </a:rPr>
              <a:t> </a:t>
            </a:r>
            <a:r>
              <a:rPr dirty="0" sz="1300" spc="-10" b="1">
                <a:solidFill>
                  <a:srgbClr val="0284C7"/>
                </a:solidFill>
                <a:latin typeface="Calibri"/>
                <a:cs typeface="Calibri"/>
              </a:rPr>
              <a:t>(Cloud)</a:t>
            </a:r>
            <a:endParaRPr sz="1300">
              <a:latin typeface="Calibri"/>
              <a:cs typeface="Calibri"/>
            </a:endParaRPr>
          </a:p>
          <a:p>
            <a:pPr marL="104139" indent="-91440">
              <a:lnSpc>
                <a:spcPct val="100000"/>
              </a:lnSpc>
              <a:spcBef>
                <a:spcPts val="580"/>
              </a:spcBef>
              <a:buChar char="•"/>
              <a:tabLst>
                <a:tab pos="104139" algn="l"/>
              </a:tabLst>
            </a:pPr>
            <a:r>
              <a:rPr dirty="0" sz="1000">
                <a:solidFill>
                  <a:srgbClr val="1E293B"/>
                </a:solidFill>
                <a:latin typeface="Calibri"/>
                <a:cs typeface="Calibri"/>
              </a:rPr>
              <a:t>Model:</a:t>
            </a:r>
            <a:r>
              <a:rPr dirty="0" sz="1000" spc="-15">
                <a:solidFill>
                  <a:srgbClr val="1E293B"/>
                </a:solidFill>
                <a:latin typeface="Calibri"/>
                <a:cs typeface="Calibri"/>
              </a:rPr>
              <a:t> </a:t>
            </a:r>
            <a:r>
              <a:rPr dirty="0" sz="1000">
                <a:solidFill>
                  <a:srgbClr val="1E293B"/>
                </a:solidFill>
                <a:latin typeface="Calibri"/>
                <a:cs typeface="Calibri"/>
              </a:rPr>
              <a:t>Claude</a:t>
            </a:r>
            <a:r>
              <a:rPr dirty="0" sz="1000" spc="-15">
                <a:solidFill>
                  <a:srgbClr val="1E293B"/>
                </a:solidFill>
                <a:latin typeface="Calibri"/>
                <a:cs typeface="Calibri"/>
              </a:rPr>
              <a:t> </a:t>
            </a:r>
            <a:r>
              <a:rPr dirty="0" sz="1000">
                <a:solidFill>
                  <a:srgbClr val="1E293B"/>
                </a:solidFill>
                <a:latin typeface="Calibri"/>
                <a:cs typeface="Calibri"/>
              </a:rPr>
              <a:t>3.5</a:t>
            </a:r>
            <a:r>
              <a:rPr dirty="0" sz="1000" spc="-10">
                <a:solidFill>
                  <a:srgbClr val="1E293B"/>
                </a:solidFill>
                <a:latin typeface="Calibri"/>
                <a:cs typeface="Calibri"/>
              </a:rPr>
              <a:t> Sonnet</a:t>
            </a:r>
            <a:endParaRPr sz="1000">
              <a:latin typeface="Calibri"/>
              <a:cs typeface="Calibri"/>
            </a:endParaRPr>
          </a:p>
          <a:p>
            <a:pPr marL="12700" marR="5080" indent="91440">
              <a:lnSpc>
                <a:spcPct val="108300"/>
              </a:lnSpc>
              <a:buChar char="•"/>
              <a:tabLst>
                <a:tab pos="104139" algn="l"/>
              </a:tabLst>
            </a:pPr>
            <a:r>
              <a:rPr dirty="0" sz="1000">
                <a:solidFill>
                  <a:srgbClr val="1E293B"/>
                </a:solidFill>
                <a:latin typeface="Calibri"/>
                <a:cs typeface="Calibri"/>
              </a:rPr>
              <a:t>Role:</a:t>
            </a:r>
            <a:r>
              <a:rPr dirty="0" sz="1000" spc="-25">
                <a:solidFill>
                  <a:srgbClr val="1E293B"/>
                </a:solidFill>
                <a:latin typeface="Calibri"/>
                <a:cs typeface="Calibri"/>
              </a:rPr>
              <a:t> </a:t>
            </a:r>
            <a:r>
              <a:rPr dirty="0" sz="1000">
                <a:solidFill>
                  <a:srgbClr val="1E293B"/>
                </a:solidFill>
                <a:latin typeface="Calibri"/>
                <a:cs typeface="Calibri"/>
              </a:rPr>
              <a:t>Intent</a:t>
            </a:r>
            <a:r>
              <a:rPr dirty="0" sz="1000" spc="-25">
                <a:solidFill>
                  <a:srgbClr val="1E293B"/>
                </a:solidFill>
                <a:latin typeface="Calibri"/>
                <a:cs typeface="Calibri"/>
              </a:rPr>
              <a:t> </a:t>
            </a:r>
            <a:r>
              <a:rPr dirty="0" sz="1000">
                <a:solidFill>
                  <a:srgbClr val="1E293B"/>
                </a:solidFill>
                <a:latin typeface="Calibri"/>
                <a:cs typeface="Calibri"/>
              </a:rPr>
              <a:t>decomposition,</a:t>
            </a:r>
            <a:r>
              <a:rPr dirty="0" sz="1000" spc="-25">
                <a:solidFill>
                  <a:srgbClr val="1E293B"/>
                </a:solidFill>
                <a:latin typeface="Calibri"/>
                <a:cs typeface="Calibri"/>
              </a:rPr>
              <a:t> </a:t>
            </a:r>
            <a:r>
              <a:rPr dirty="0" sz="1000">
                <a:solidFill>
                  <a:srgbClr val="1E293B"/>
                </a:solidFill>
                <a:latin typeface="Calibri"/>
                <a:cs typeface="Calibri"/>
              </a:rPr>
              <a:t>complex</a:t>
            </a:r>
            <a:r>
              <a:rPr dirty="0" sz="1000" spc="-25">
                <a:solidFill>
                  <a:srgbClr val="1E293B"/>
                </a:solidFill>
                <a:latin typeface="Calibri"/>
                <a:cs typeface="Calibri"/>
              </a:rPr>
              <a:t> </a:t>
            </a:r>
            <a:r>
              <a:rPr dirty="0" sz="1000">
                <a:solidFill>
                  <a:srgbClr val="1E293B"/>
                </a:solidFill>
                <a:latin typeface="Calibri"/>
                <a:cs typeface="Calibri"/>
              </a:rPr>
              <a:t>entity</a:t>
            </a:r>
            <a:r>
              <a:rPr dirty="0" sz="1000" spc="-25">
                <a:solidFill>
                  <a:srgbClr val="1E293B"/>
                </a:solidFill>
                <a:latin typeface="Calibri"/>
                <a:cs typeface="Calibri"/>
              </a:rPr>
              <a:t> </a:t>
            </a:r>
            <a:r>
              <a:rPr dirty="0" sz="1000" spc="-10">
                <a:solidFill>
                  <a:srgbClr val="1E293B"/>
                </a:solidFill>
                <a:latin typeface="Calibri"/>
                <a:cs typeface="Calibri"/>
              </a:rPr>
              <a:t>extraction</a:t>
            </a:r>
            <a:r>
              <a:rPr dirty="0" sz="1000" spc="-25">
                <a:solidFill>
                  <a:srgbClr val="1E293B"/>
                </a:solidFill>
                <a:latin typeface="Calibri"/>
                <a:cs typeface="Calibri"/>
              </a:rPr>
              <a:t> </a:t>
            </a:r>
            <a:r>
              <a:rPr dirty="0" sz="1000" spc="-50">
                <a:solidFill>
                  <a:srgbClr val="1E293B"/>
                </a:solidFill>
                <a:latin typeface="Calibri"/>
                <a:cs typeface="Calibri"/>
              </a:rPr>
              <a:t>&amp;</a:t>
            </a:r>
            <a:r>
              <a:rPr dirty="0" sz="1000" spc="-10">
                <a:solidFill>
                  <a:srgbClr val="1E293B"/>
                </a:solidFill>
                <a:latin typeface="Calibri"/>
                <a:cs typeface="Calibri"/>
              </a:rPr>
              <a:t> multi-</a:t>
            </a:r>
            <a:r>
              <a:rPr dirty="0" sz="1000">
                <a:solidFill>
                  <a:srgbClr val="1E293B"/>
                </a:solidFill>
                <a:latin typeface="Calibri"/>
                <a:cs typeface="Calibri"/>
              </a:rPr>
              <a:t>lingual</a:t>
            </a:r>
            <a:r>
              <a:rPr dirty="0" sz="1000" spc="20">
                <a:solidFill>
                  <a:srgbClr val="1E293B"/>
                </a:solidFill>
                <a:latin typeface="Calibri"/>
                <a:cs typeface="Calibri"/>
              </a:rPr>
              <a:t> </a:t>
            </a:r>
            <a:r>
              <a:rPr dirty="0" sz="1000">
                <a:solidFill>
                  <a:srgbClr val="1E293B"/>
                </a:solidFill>
                <a:latin typeface="Calibri"/>
                <a:cs typeface="Calibri"/>
              </a:rPr>
              <a:t>query</a:t>
            </a:r>
            <a:r>
              <a:rPr dirty="0" sz="1000" spc="25">
                <a:solidFill>
                  <a:srgbClr val="1E293B"/>
                </a:solidFill>
                <a:latin typeface="Calibri"/>
                <a:cs typeface="Calibri"/>
              </a:rPr>
              <a:t> </a:t>
            </a:r>
            <a:r>
              <a:rPr dirty="0" sz="1000" spc="-10">
                <a:solidFill>
                  <a:srgbClr val="1E293B"/>
                </a:solidFill>
                <a:latin typeface="Calibri"/>
                <a:cs typeface="Calibri"/>
              </a:rPr>
              <a:t>interpretation</a:t>
            </a:r>
            <a:endParaRPr sz="1000">
              <a:latin typeface="Calibri"/>
              <a:cs typeface="Calibri"/>
            </a:endParaRPr>
          </a:p>
          <a:p>
            <a:pPr marL="104139" indent="-91440">
              <a:lnSpc>
                <a:spcPct val="100000"/>
              </a:lnSpc>
              <a:spcBef>
                <a:spcPts val="100"/>
              </a:spcBef>
              <a:buChar char="•"/>
              <a:tabLst>
                <a:tab pos="104139" algn="l"/>
              </a:tabLst>
            </a:pPr>
            <a:r>
              <a:rPr dirty="0" sz="1000">
                <a:solidFill>
                  <a:srgbClr val="1E293B"/>
                </a:solidFill>
                <a:latin typeface="Calibri"/>
                <a:cs typeface="Calibri"/>
              </a:rPr>
              <a:t>Output:</a:t>
            </a:r>
            <a:r>
              <a:rPr dirty="0" sz="1000" spc="-30">
                <a:solidFill>
                  <a:srgbClr val="1E293B"/>
                </a:solidFill>
                <a:latin typeface="Calibri"/>
                <a:cs typeface="Calibri"/>
              </a:rPr>
              <a:t> </a:t>
            </a:r>
            <a:r>
              <a:rPr dirty="0" sz="1000">
                <a:solidFill>
                  <a:srgbClr val="1E293B"/>
                </a:solidFill>
                <a:latin typeface="Calibri"/>
                <a:cs typeface="Calibri"/>
              </a:rPr>
              <a:t>Strictly</a:t>
            </a:r>
            <a:r>
              <a:rPr dirty="0" sz="1000" spc="-25">
                <a:solidFill>
                  <a:srgbClr val="1E293B"/>
                </a:solidFill>
                <a:latin typeface="Calibri"/>
                <a:cs typeface="Calibri"/>
              </a:rPr>
              <a:t> </a:t>
            </a:r>
            <a:r>
              <a:rPr dirty="0" sz="1000">
                <a:solidFill>
                  <a:srgbClr val="1E293B"/>
                </a:solidFill>
                <a:latin typeface="Calibri"/>
                <a:cs typeface="Calibri"/>
              </a:rPr>
              <a:t>validated</a:t>
            </a:r>
            <a:r>
              <a:rPr dirty="0" sz="1000" spc="-30">
                <a:solidFill>
                  <a:srgbClr val="1E293B"/>
                </a:solidFill>
                <a:latin typeface="Calibri"/>
                <a:cs typeface="Calibri"/>
              </a:rPr>
              <a:t> </a:t>
            </a:r>
            <a:r>
              <a:rPr dirty="0" sz="1000">
                <a:solidFill>
                  <a:srgbClr val="1E293B"/>
                </a:solidFill>
                <a:latin typeface="Calibri"/>
                <a:cs typeface="Calibri"/>
              </a:rPr>
              <a:t>JSON</a:t>
            </a:r>
            <a:r>
              <a:rPr dirty="0" sz="1000" spc="-25">
                <a:solidFill>
                  <a:srgbClr val="1E293B"/>
                </a:solidFill>
                <a:latin typeface="Calibri"/>
                <a:cs typeface="Calibri"/>
              </a:rPr>
              <a:t> </a:t>
            </a:r>
            <a:r>
              <a:rPr dirty="0" sz="1000" spc="-10">
                <a:solidFill>
                  <a:srgbClr val="1E293B"/>
                </a:solidFill>
                <a:latin typeface="Calibri"/>
                <a:cs typeface="Calibri"/>
              </a:rPr>
              <a:t>schema</a:t>
            </a:r>
            <a:endParaRPr sz="1000">
              <a:latin typeface="Calibri"/>
              <a:cs typeface="Calibri"/>
            </a:endParaRPr>
          </a:p>
        </p:txBody>
      </p:sp>
      <p:sp>
        <p:nvSpPr>
          <p:cNvPr id="6" name="object 6"/>
          <p:cNvSpPr txBox="1"/>
          <p:nvPr/>
        </p:nvSpPr>
        <p:spPr>
          <a:xfrm>
            <a:off x="810259" y="3998278"/>
            <a:ext cx="6772909" cy="516890"/>
          </a:xfrm>
          <a:prstGeom prst="rect">
            <a:avLst/>
          </a:prstGeom>
        </p:spPr>
        <p:txBody>
          <a:bodyPr wrap="square" lIns="0" tIns="92075" rIns="0" bIns="0" rtlCol="0" vert="horz">
            <a:spAutoFit/>
          </a:bodyPr>
          <a:lstStyle/>
          <a:p>
            <a:pPr marL="12700">
              <a:lnSpc>
                <a:spcPct val="100000"/>
              </a:lnSpc>
              <a:spcBef>
                <a:spcPts val="725"/>
              </a:spcBef>
            </a:pPr>
            <a:r>
              <a:rPr dirty="0" sz="1300" spc="-10" b="1">
                <a:solidFill>
                  <a:srgbClr val="0F172A"/>
                </a:solidFill>
                <a:latin typeface="Calibri"/>
                <a:cs typeface="Calibri"/>
              </a:rPr>
              <a:t>Execution </a:t>
            </a:r>
            <a:r>
              <a:rPr dirty="0" sz="1300" spc="-20" b="1">
                <a:solidFill>
                  <a:srgbClr val="0F172A"/>
                </a:solidFill>
                <a:latin typeface="Calibri"/>
                <a:cs typeface="Calibri"/>
              </a:rPr>
              <a:t>Tracing</a:t>
            </a:r>
            <a:r>
              <a:rPr dirty="0" sz="1300" spc="-10" b="1">
                <a:solidFill>
                  <a:srgbClr val="0F172A"/>
                </a:solidFill>
                <a:latin typeface="Calibri"/>
                <a:cs typeface="Calibri"/>
              </a:rPr>
              <a:t> </a:t>
            </a:r>
            <a:r>
              <a:rPr dirty="0" sz="1300" b="1">
                <a:solidFill>
                  <a:srgbClr val="0F172A"/>
                </a:solidFill>
                <a:latin typeface="Calibri"/>
                <a:cs typeface="Calibri"/>
              </a:rPr>
              <a:t>&amp;</a:t>
            </a:r>
            <a:r>
              <a:rPr dirty="0" sz="1300" spc="-10" b="1">
                <a:solidFill>
                  <a:srgbClr val="0F172A"/>
                </a:solidFill>
                <a:latin typeface="Calibri"/>
                <a:cs typeface="Calibri"/>
              </a:rPr>
              <a:t> Grounded Verification:</a:t>
            </a:r>
            <a:endParaRPr sz="1300">
              <a:latin typeface="Calibri"/>
              <a:cs typeface="Calibri"/>
            </a:endParaRPr>
          </a:p>
          <a:p>
            <a:pPr marL="12700">
              <a:lnSpc>
                <a:spcPct val="100000"/>
              </a:lnSpc>
              <a:spcBef>
                <a:spcPts val="480"/>
              </a:spcBef>
            </a:pPr>
            <a:r>
              <a:rPr dirty="0" sz="1000">
                <a:solidFill>
                  <a:srgbClr val="1E293B"/>
                </a:solidFill>
                <a:latin typeface="Calibri"/>
                <a:cs typeface="Calibri"/>
              </a:rPr>
              <a:t>Every query </a:t>
            </a:r>
            <a:r>
              <a:rPr dirty="0" sz="1000" spc="-10">
                <a:solidFill>
                  <a:srgbClr val="1E293B"/>
                </a:solidFill>
                <a:latin typeface="Calibri"/>
                <a:cs typeface="Calibri"/>
              </a:rPr>
              <a:t>execution</a:t>
            </a:r>
            <a:r>
              <a:rPr dirty="0" sz="1000">
                <a:solidFill>
                  <a:srgbClr val="1E293B"/>
                </a:solidFill>
                <a:latin typeface="Calibri"/>
                <a:cs typeface="Calibri"/>
              </a:rPr>
              <a:t> is </a:t>
            </a:r>
            <a:r>
              <a:rPr dirty="0" sz="1000" spc="-10">
                <a:solidFill>
                  <a:srgbClr val="1E293B"/>
                </a:solidFill>
                <a:latin typeface="Calibri"/>
                <a:cs typeface="Calibri"/>
              </a:rPr>
              <a:t>recorded</a:t>
            </a:r>
            <a:r>
              <a:rPr dirty="0" sz="1000">
                <a:solidFill>
                  <a:srgbClr val="1E293B"/>
                </a:solidFill>
                <a:latin typeface="Calibri"/>
                <a:cs typeface="Calibri"/>
              </a:rPr>
              <a:t> with </a:t>
            </a:r>
            <a:r>
              <a:rPr dirty="0" sz="1000" spc="-10">
                <a:solidFill>
                  <a:srgbClr val="1E293B"/>
                </a:solidFill>
                <a:latin typeface="Calibri"/>
                <a:cs typeface="Calibri"/>
              </a:rPr>
              <a:t>millisecond-</a:t>
            </a:r>
            <a:r>
              <a:rPr dirty="0" sz="1000">
                <a:solidFill>
                  <a:srgbClr val="1E293B"/>
                </a:solidFill>
                <a:latin typeface="Calibri"/>
                <a:cs typeface="Calibri"/>
              </a:rPr>
              <a:t>precision </a:t>
            </a:r>
            <a:r>
              <a:rPr dirty="0" sz="1000" spc="-10">
                <a:solidFill>
                  <a:srgbClr val="1E293B"/>
                </a:solidFill>
                <a:latin typeface="Calibri"/>
                <a:cs typeface="Calibri"/>
              </a:rPr>
              <a:t>timestamps</a:t>
            </a:r>
            <a:r>
              <a:rPr dirty="0" sz="1000">
                <a:solidFill>
                  <a:srgbClr val="1E293B"/>
                </a:solidFill>
                <a:latin typeface="Calibri"/>
                <a:cs typeface="Calibri"/>
              </a:rPr>
              <a:t> across each agent </a:t>
            </a:r>
            <a:r>
              <a:rPr dirty="0" sz="1000" spc="-10">
                <a:solidFill>
                  <a:srgbClr val="1E293B"/>
                </a:solidFill>
                <a:latin typeface="Calibri"/>
                <a:cs typeface="Calibri"/>
              </a:rPr>
              <a:t>stage.</a:t>
            </a:r>
            <a:r>
              <a:rPr dirty="0" sz="1000">
                <a:solidFill>
                  <a:srgbClr val="1E293B"/>
                </a:solidFill>
                <a:latin typeface="Calibri"/>
                <a:cs typeface="Calibri"/>
              </a:rPr>
              <a:t> If </a:t>
            </a:r>
            <a:r>
              <a:rPr dirty="0" sz="1000" spc="-10">
                <a:solidFill>
                  <a:srgbClr val="1E293B"/>
                </a:solidFill>
                <a:latin typeface="Calibri"/>
                <a:cs typeface="Calibri"/>
              </a:rPr>
              <a:t>external</a:t>
            </a:r>
            <a:r>
              <a:rPr dirty="0" sz="1000" spc="5">
                <a:solidFill>
                  <a:srgbClr val="1E293B"/>
                </a:solidFill>
                <a:latin typeface="Calibri"/>
                <a:cs typeface="Calibri"/>
              </a:rPr>
              <a:t> </a:t>
            </a:r>
            <a:r>
              <a:rPr dirty="0" sz="1000">
                <a:solidFill>
                  <a:srgbClr val="1E293B"/>
                </a:solidFill>
                <a:latin typeface="Calibri"/>
                <a:cs typeface="Calibri"/>
              </a:rPr>
              <a:t>LLM APIs are offline, </a:t>
            </a:r>
            <a:r>
              <a:rPr dirty="0" sz="1000" spc="-50">
                <a:solidFill>
                  <a:srgbClr val="1E293B"/>
                </a:solidFill>
                <a:latin typeface="Calibri"/>
                <a:cs typeface="Calibri"/>
              </a:rPr>
              <a:t>a</a:t>
            </a:r>
            <a:endParaRPr sz="1000">
              <a:latin typeface="Calibri"/>
              <a:cs typeface="Calibri"/>
            </a:endParaRPr>
          </a:p>
        </p:txBody>
      </p:sp>
      <p:sp>
        <p:nvSpPr>
          <p:cNvPr id="7" name="object 7"/>
          <p:cNvSpPr txBox="1"/>
          <p:nvPr/>
        </p:nvSpPr>
        <p:spPr>
          <a:xfrm>
            <a:off x="810259" y="4502060"/>
            <a:ext cx="4404995" cy="177800"/>
          </a:xfrm>
          <a:prstGeom prst="rect">
            <a:avLst/>
          </a:prstGeom>
        </p:spPr>
        <p:txBody>
          <a:bodyPr wrap="square" lIns="0" tIns="12700" rIns="0" bIns="0" rtlCol="0" vert="horz">
            <a:spAutoFit/>
          </a:bodyPr>
          <a:lstStyle/>
          <a:p>
            <a:pPr marL="12700">
              <a:lnSpc>
                <a:spcPct val="100000"/>
              </a:lnSpc>
              <a:spcBef>
                <a:spcPts val="100"/>
              </a:spcBef>
            </a:pPr>
            <a:r>
              <a:rPr dirty="0" sz="1000" spc="-10">
                <a:solidFill>
                  <a:srgbClr val="1E293B"/>
                </a:solidFill>
                <a:latin typeface="Calibri"/>
                <a:cs typeface="Calibri"/>
              </a:rPr>
              <a:t>built-</a:t>
            </a:r>
            <a:r>
              <a:rPr dirty="0" sz="1000">
                <a:solidFill>
                  <a:srgbClr val="1E293B"/>
                </a:solidFill>
                <a:latin typeface="Calibri"/>
                <a:cs typeface="Calibri"/>
              </a:rPr>
              <a:t>in</a:t>
            </a:r>
            <a:r>
              <a:rPr dirty="0" sz="1000" spc="-15">
                <a:solidFill>
                  <a:srgbClr val="1E293B"/>
                </a:solidFill>
                <a:latin typeface="Calibri"/>
                <a:cs typeface="Calibri"/>
              </a:rPr>
              <a:t> </a:t>
            </a:r>
            <a:r>
              <a:rPr dirty="0" sz="1000" spc="-10">
                <a:solidFill>
                  <a:srgbClr val="1E293B"/>
                </a:solidFill>
                <a:latin typeface="Calibri"/>
                <a:cs typeface="Calibri"/>
              </a:rPr>
              <a:t>deterministic</a:t>
            </a:r>
            <a:r>
              <a:rPr dirty="0" sz="1000" spc="-15">
                <a:solidFill>
                  <a:srgbClr val="1E293B"/>
                </a:solidFill>
                <a:latin typeface="Calibri"/>
                <a:cs typeface="Calibri"/>
              </a:rPr>
              <a:t> </a:t>
            </a:r>
            <a:r>
              <a:rPr dirty="0" sz="1000">
                <a:solidFill>
                  <a:srgbClr val="1E293B"/>
                </a:solidFill>
                <a:latin typeface="Calibri"/>
                <a:cs typeface="Calibri"/>
              </a:rPr>
              <a:t>intent</a:t>
            </a:r>
            <a:r>
              <a:rPr dirty="0" sz="1000" spc="-10">
                <a:solidFill>
                  <a:srgbClr val="1E293B"/>
                </a:solidFill>
                <a:latin typeface="Calibri"/>
                <a:cs typeface="Calibri"/>
              </a:rPr>
              <a:t> </a:t>
            </a:r>
            <a:r>
              <a:rPr dirty="0" sz="1000">
                <a:solidFill>
                  <a:srgbClr val="1E293B"/>
                </a:solidFill>
                <a:latin typeface="Calibri"/>
                <a:cs typeface="Calibri"/>
              </a:rPr>
              <a:t>parser</a:t>
            </a:r>
            <a:r>
              <a:rPr dirty="0" sz="1000" spc="-15">
                <a:solidFill>
                  <a:srgbClr val="1E293B"/>
                </a:solidFill>
                <a:latin typeface="Calibri"/>
                <a:cs typeface="Calibri"/>
              </a:rPr>
              <a:t> </a:t>
            </a:r>
            <a:r>
              <a:rPr dirty="0" sz="1000" spc="-10">
                <a:solidFill>
                  <a:srgbClr val="1E293B"/>
                </a:solidFill>
                <a:latin typeface="Calibri"/>
                <a:cs typeface="Calibri"/>
              </a:rPr>
              <a:t>takes </a:t>
            </a:r>
            <a:r>
              <a:rPr dirty="0" sz="1000">
                <a:solidFill>
                  <a:srgbClr val="1E293B"/>
                </a:solidFill>
                <a:latin typeface="Calibri"/>
                <a:cs typeface="Calibri"/>
              </a:rPr>
              <a:t>over</a:t>
            </a:r>
            <a:r>
              <a:rPr dirty="0" sz="1000" spc="-15">
                <a:solidFill>
                  <a:srgbClr val="1E293B"/>
                </a:solidFill>
                <a:latin typeface="Calibri"/>
                <a:cs typeface="Calibri"/>
              </a:rPr>
              <a:t> </a:t>
            </a:r>
            <a:r>
              <a:rPr dirty="0" sz="1000">
                <a:solidFill>
                  <a:srgbClr val="1E293B"/>
                </a:solidFill>
                <a:latin typeface="Calibri"/>
                <a:cs typeface="Calibri"/>
              </a:rPr>
              <a:t>instantly</a:t>
            </a:r>
            <a:r>
              <a:rPr dirty="0" sz="1000" spc="-15">
                <a:solidFill>
                  <a:srgbClr val="1E293B"/>
                </a:solidFill>
                <a:latin typeface="Calibri"/>
                <a:cs typeface="Calibri"/>
              </a:rPr>
              <a:t> </a:t>
            </a:r>
            <a:r>
              <a:rPr dirty="0" sz="1000">
                <a:solidFill>
                  <a:srgbClr val="1E293B"/>
                </a:solidFill>
                <a:latin typeface="Calibri"/>
                <a:cs typeface="Calibri"/>
              </a:rPr>
              <a:t>with</a:t>
            </a:r>
            <a:r>
              <a:rPr dirty="0" sz="1000" spc="-10">
                <a:solidFill>
                  <a:srgbClr val="1E293B"/>
                </a:solidFill>
                <a:latin typeface="Calibri"/>
                <a:cs typeface="Calibri"/>
              </a:rPr>
              <a:t> zero</a:t>
            </a:r>
            <a:r>
              <a:rPr dirty="0" sz="1000" spc="-15">
                <a:solidFill>
                  <a:srgbClr val="1E293B"/>
                </a:solidFill>
                <a:latin typeface="Calibri"/>
                <a:cs typeface="Calibri"/>
              </a:rPr>
              <a:t> </a:t>
            </a:r>
            <a:r>
              <a:rPr dirty="0" sz="1000">
                <a:solidFill>
                  <a:srgbClr val="1E293B"/>
                </a:solidFill>
                <a:latin typeface="Calibri"/>
                <a:cs typeface="Calibri"/>
              </a:rPr>
              <a:t>latency</a:t>
            </a:r>
            <a:r>
              <a:rPr dirty="0" sz="1000" spc="-10">
                <a:solidFill>
                  <a:srgbClr val="1E293B"/>
                </a:solidFill>
                <a:latin typeface="Calibri"/>
                <a:cs typeface="Calibri"/>
              </a:rPr>
              <a:t> degradation.</a:t>
            </a:r>
            <a:endParaRPr sz="1000">
              <a:latin typeface="Calibri"/>
              <a:cs typeface="Calibri"/>
            </a:endParaRPr>
          </a:p>
        </p:txBody>
      </p:sp>
      <p:grpSp>
        <p:nvGrpSpPr>
          <p:cNvPr id="13" name="object 13"/>
          <p:cNvGrpSpPr/>
          <p:nvPr/>
        </p:nvGrpSpPr>
        <p:grpSpPr>
          <a:xfrm>
            <a:off x="8095297" y="4003497"/>
            <a:ext cx="3560445" cy="2188845"/>
            <a:chOff x="8095297" y="4003497"/>
            <a:chExt cx="3560445" cy="2188845"/>
          </a:xfrm>
        </p:grpSpPr>
        <p:pic>
          <p:nvPicPr>
            <p:cNvPr id="14" name="object 14"/>
            <p:cNvPicPr/>
            <p:nvPr/>
          </p:nvPicPr>
          <p:blipFill>
            <a:blip r:embed="rId2" cstate="print"/>
            <a:stretch>
              <a:fillRect/>
            </a:stretch>
          </p:blipFill>
          <p:spPr>
            <a:xfrm>
              <a:off x="8095297" y="4003497"/>
              <a:ext cx="3560445" cy="2188845"/>
            </a:xfrm>
            <a:prstGeom prst="rect">
              <a:avLst/>
            </a:prstGeom>
          </p:spPr>
        </p:pic>
        <p:sp>
          <p:nvSpPr>
            <p:cNvPr id="15" name="object 15"/>
            <p:cNvSpPr/>
            <p:nvPr/>
          </p:nvSpPr>
          <p:spPr>
            <a:xfrm>
              <a:off x="8138159" y="4023360"/>
              <a:ext cx="3474720" cy="2103120"/>
            </a:xfrm>
            <a:custGeom>
              <a:avLst/>
              <a:gdLst/>
              <a:ahLst/>
              <a:cxnLst/>
              <a:rect l="l" t="t" r="r" b="b"/>
              <a:pathLst>
                <a:path w="3474720" h="2103120">
                  <a:moveTo>
                    <a:pt x="3124192" y="0"/>
                  </a:moveTo>
                  <a:lnTo>
                    <a:pt x="350526" y="0"/>
                  </a:lnTo>
                  <a:lnTo>
                    <a:pt x="302962" y="3199"/>
                  </a:lnTo>
                  <a:lnTo>
                    <a:pt x="257342" y="12521"/>
                  </a:lnTo>
                  <a:lnTo>
                    <a:pt x="214085" y="27546"/>
                  </a:lnTo>
                  <a:lnTo>
                    <a:pt x="173609" y="47857"/>
                  </a:lnTo>
                  <a:lnTo>
                    <a:pt x="136330" y="73036"/>
                  </a:lnTo>
                  <a:lnTo>
                    <a:pt x="102666" y="102666"/>
                  </a:lnTo>
                  <a:lnTo>
                    <a:pt x="73036" y="136330"/>
                  </a:lnTo>
                  <a:lnTo>
                    <a:pt x="47857" y="173609"/>
                  </a:lnTo>
                  <a:lnTo>
                    <a:pt x="27546" y="214085"/>
                  </a:lnTo>
                  <a:lnTo>
                    <a:pt x="12521" y="257342"/>
                  </a:lnTo>
                  <a:lnTo>
                    <a:pt x="3199" y="302962"/>
                  </a:lnTo>
                  <a:lnTo>
                    <a:pt x="0" y="350526"/>
                  </a:lnTo>
                  <a:lnTo>
                    <a:pt x="0" y="1752592"/>
                  </a:lnTo>
                  <a:lnTo>
                    <a:pt x="3199" y="1800157"/>
                  </a:lnTo>
                  <a:lnTo>
                    <a:pt x="12521" y="1845776"/>
                  </a:lnTo>
                  <a:lnTo>
                    <a:pt x="27546" y="1889033"/>
                  </a:lnTo>
                  <a:lnTo>
                    <a:pt x="47857" y="1929510"/>
                  </a:lnTo>
                  <a:lnTo>
                    <a:pt x="73036" y="1966789"/>
                  </a:lnTo>
                  <a:lnTo>
                    <a:pt x="102666" y="2000452"/>
                  </a:lnTo>
                  <a:lnTo>
                    <a:pt x="136330" y="2030083"/>
                  </a:lnTo>
                  <a:lnTo>
                    <a:pt x="173609" y="2055262"/>
                  </a:lnTo>
                  <a:lnTo>
                    <a:pt x="214085" y="2075573"/>
                  </a:lnTo>
                  <a:lnTo>
                    <a:pt x="257342" y="2090598"/>
                  </a:lnTo>
                  <a:lnTo>
                    <a:pt x="302962" y="2099919"/>
                  </a:lnTo>
                  <a:lnTo>
                    <a:pt x="350526" y="2103119"/>
                  </a:lnTo>
                  <a:lnTo>
                    <a:pt x="3124192" y="2103119"/>
                  </a:lnTo>
                  <a:lnTo>
                    <a:pt x="3171756" y="2099919"/>
                  </a:lnTo>
                  <a:lnTo>
                    <a:pt x="3217376" y="2090598"/>
                  </a:lnTo>
                  <a:lnTo>
                    <a:pt x="3260633" y="2075573"/>
                  </a:lnTo>
                  <a:lnTo>
                    <a:pt x="3301110" y="2055262"/>
                  </a:lnTo>
                  <a:lnTo>
                    <a:pt x="3338389" y="2030083"/>
                  </a:lnTo>
                  <a:lnTo>
                    <a:pt x="3372052" y="2000452"/>
                  </a:lnTo>
                  <a:lnTo>
                    <a:pt x="3401683" y="1966789"/>
                  </a:lnTo>
                  <a:lnTo>
                    <a:pt x="3426862" y="1929510"/>
                  </a:lnTo>
                  <a:lnTo>
                    <a:pt x="3447173" y="1889033"/>
                  </a:lnTo>
                  <a:lnTo>
                    <a:pt x="3462198" y="1845776"/>
                  </a:lnTo>
                  <a:lnTo>
                    <a:pt x="3471520" y="1800157"/>
                  </a:lnTo>
                  <a:lnTo>
                    <a:pt x="3474720" y="1752592"/>
                  </a:lnTo>
                  <a:lnTo>
                    <a:pt x="3474720" y="350526"/>
                  </a:lnTo>
                  <a:lnTo>
                    <a:pt x="3471520" y="302962"/>
                  </a:lnTo>
                  <a:lnTo>
                    <a:pt x="3462198" y="257342"/>
                  </a:lnTo>
                  <a:lnTo>
                    <a:pt x="3447173" y="214085"/>
                  </a:lnTo>
                  <a:lnTo>
                    <a:pt x="3426862" y="173609"/>
                  </a:lnTo>
                  <a:lnTo>
                    <a:pt x="3401683" y="136330"/>
                  </a:lnTo>
                  <a:lnTo>
                    <a:pt x="3372052" y="102666"/>
                  </a:lnTo>
                  <a:lnTo>
                    <a:pt x="3338389" y="73036"/>
                  </a:lnTo>
                  <a:lnTo>
                    <a:pt x="3301110" y="47857"/>
                  </a:lnTo>
                  <a:lnTo>
                    <a:pt x="3260633" y="27546"/>
                  </a:lnTo>
                  <a:lnTo>
                    <a:pt x="3217376" y="12521"/>
                  </a:lnTo>
                  <a:lnTo>
                    <a:pt x="3171756" y="3199"/>
                  </a:lnTo>
                  <a:lnTo>
                    <a:pt x="3124192" y="0"/>
                  </a:lnTo>
                  <a:close/>
                </a:path>
              </a:pathLst>
            </a:custGeom>
            <a:solidFill>
              <a:srgbClr val="F0FDFA"/>
            </a:solidFill>
          </p:spPr>
          <p:txBody>
            <a:bodyPr wrap="square" lIns="0" tIns="0" rIns="0" bIns="0" rtlCol="0"/>
            <a:lstStyle/>
            <a:p/>
          </p:txBody>
        </p:sp>
        <p:sp>
          <p:nvSpPr>
            <p:cNvPr id="16" name="object 16"/>
            <p:cNvSpPr/>
            <p:nvPr/>
          </p:nvSpPr>
          <p:spPr>
            <a:xfrm>
              <a:off x="8138159" y="4023360"/>
              <a:ext cx="3474720" cy="2103120"/>
            </a:xfrm>
            <a:custGeom>
              <a:avLst/>
              <a:gdLst/>
              <a:ahLst/>
              <a:cxnLst/>
              <a:rect l="l" t="t" r="r" b="b"/>
              <a:pathLst>
                <a:path w="3474720" h="2103120">
                  <a:moveTo>
                    <a:pt x="350526" y="0"/>
                  </a:moveTo>
                  <a:lnTo>
                    <a:pt x="3124193" y="0"/>
                  </a:lnTo>
                  <a:lnTo>
                    <a:pt x="3171757" y="3199"/>
                  </a:lnTo>
                  <a:lnTo>
                    <a:pt x="3217377" y="12521"/>
                  </a:lnTo>
                  <a:lnTo>
                    <a:pt x="3260634" y="27546"/>
                  </a:lnTo>
                  <a:lnTo>
                    <a:pt x="3301110" y="47857"/>
                  </a:lnTo>
                  <a:lnTo>
                    <a:pt x="3338389" y="73036"/>
                  </a:lnTo>
                  <a:lnTo>
                    <a:pt x="3372053" y="102666"/>
                  </a:lnTo>
                  <a:lnTo>
                    <a:pt x="3401683" y="136330"/>
                  </a:lnTo>
                  <a:lnTo>
                    <a:pt x="3426862" y="173609"/>
                  </a:lnTo>
                  <a:lnTo>
                    <a:pt x="3447173" y="214086"/>
                  </a:lnTo>
                  <a:lnTo>
                    <a:pt x="3462198" y="257343"/>
                  </a:lnTo>
                  <a:lnTo>
                    <a:pt x="3471520" y="302962"/>
                  </a:lnTo>
                  <a:lnTo>
                    <a:pt x="3474720" y="350526"/>
                  </a:lnTo>
                  <a:lnTo>
                    <a:pt x="3474720" y="1752593"/>
                  </a:lnTo>
                  <a:lnTo>
                    <a:pt x="3471520" y="1800157"/>
                  </a:lnTo>
                  <a:lnTo>
                    <a:pt x="3462198" y="1845777"/>
                  </a:lnTo>
                  <a:lnTo>
                    <a:pt x="3447173" y="1889034"/>
                  </a:lnTo>
                  <a:lnTo>
                    <a:pt x="3426862" y="1929510"/>
                  </a:lnTo>
                  <a:lnTo>
                    <a:pt x="3401683" y="1966789"/>
                  </a:lnTo>
                  <a:lnTo>
                    <a:pt x="3372053" y="2000453"/>
                  </a:lnTo>
                  <a:lnTo>
                    <a:pt x="3338389" y="2030083"/>
                  </a:lnTo>
                  <a:lnTo>
                    <a:pt x="3301110" y="2055262"/>
                  </a:lnTo>
                  <a:lnTo>
                    <a:pt x="3260634" y="2075573"/>
                  </a:lnTo>
                  <a:lnTo>
                    <a:pt x="3217377" y="2090598"/>
                  </a:lnTo>
                  <a:lnTo>
                    <a:pt x="3171757" y="2099920"/>
                  </a:lnTo>
                  <a:lnTo>
                    <a:pt x="3124193" y="2103120"/>
                  </a:lnTo>
                  <a:lnTo>
                    <a:pt x="350526" y="2103120"/>
                  </a:lnTo>
                  <a:lnTo>
                    <a:pt x="302962" y="2099920"/>
                  </a:lnTo>
                  <a:lnTo>
                    <a:pt x="257343" y="2090598"/>
                  </a:lnTo>
                  <a:lnTo>
                    <a:pt x="214086" y="2075573"/>
                  </a:lnTo>
                  <a:lnTo>
                    <a:pt x="173609" y="2055262"/>
                  </a:lnTo>
                  <a:lnTo>
                    <a:pt x="136330" y="2030083"/>
                  </a:lnTo>
                  <a:lnTo>
                    <a:pt x="102666" y="2000453"/>
                  </a:lnTo>
                  <a:lnTo>
                    <a:pt x="73036" y="1966789"/>
                  </a:lnTo>
                  <a:lnTo>
                    <a:pt x="47857" y="1929510"/>
                  </a:lnTo>
                  <a:lnTo>
                    <a:pt x="27546" y="1889034"/>
                  </a:lnTo>
                  <a:lnTo>
                    <a:pt x="12521" y="1845777"/>
                  </a:lnTo>
                  <a:lnTo>
                    <a:pt x="3199" y="1800157"/>
                  </a:lnTo>
                  <a:lnTo>
                    <a:pt x="0" y="1752593"/>
                  </a:lnTo>
                  <a:lnTo>
                    <a:pt x="0" y="350526"/>
                  </a:lnTo>
                  <a:lnTo>
                    <a:pt x="3199" y="302962"/>
                  </a:lnTo>
                  <a:lnTo>
                    <a:pt x="12521" y="257343"/>
                  </a:lnTo>
                  <a:lnTo>
                    <a:pt x="27546" y="214086"/>
                  </a:lnTo>
                  <a:lnTo>
                    <a:pt x="47857" y="173609"/>
                  </a:lnTo>
                  <a:lnTo>
                    <a:pt x="73036" y="136330"/>
                  </a:lnTo>
                  <a:lnTo>
                    <a:pt x="102666" y="102666"/>
                  </a:lnTo>
                  <a:lnTo>
                    <a:pt x="136330" y="73036"/>
                  </a:lnTo>
                  <a:lnTo>
                    <a:pt x="173609" y="47857"/>
                  </a:lnTo>
                  <a:lnTo>
                    <a:pt x="214086" y="27546"/>
                  </a:lnTo>
                  <a:lnTo>
                    <a:pt x="257343" y="12521"/>
                  </a:lnTo>
                  <a:lnTo>
                    <a:pt x="302962" y="3199"/>
                  </a:lnTo>
                  <a:lnTo>
                    <a:pt x="350526" y="0"/>
                  </a:lnTo>
                  <a:close/>
                </a:path>
              </a:pathLst>
            </a:custGeom>
            <a:ln w="9525">
              <a:solidFill>
                <a:srgbClr val="CCFBF1"/>
              </a:solidFill>
            </a:ln>
          </p:spPr>
          <p:txBody>
            <a:bodyPr wrap="square" lIns="0" tIns="0" rIns="0" bIns="0" rtlCol="0"/>
            <a:lstStyle/>
            <a:p/>
          </p:txBody>
        </p:sp>
      </p:grpSp>
      <p:sp>
        <p:nvSpPr>
          <p:cNvPr id="17" name="object 17"/>
          <p:cNvSpPr txBox="1"/>
          <p:nvPr/>
        </p:nvSpPr>
        <p:spPr>
          <a:xfrm>
            <a:off x="8324328" y="4483463"/>
            <a:ext cx="2850515" cy="1041400"/>
          </a:xfrm>
          <a:prstGeom prst="rect">
            <a:avLst/>
          </a:prstGeom>
        </p:spPr>
        <p:txBody>
          <a:bodyPr wrap="square" lIns="0" tIns="108585" rIns="0" bIns="0" rtlCol="0" vert="horz">
            <a:spAutoFit/>
          </a:bodyPr>
          <a:lstStyle/>
          <a:p>
            <a:pPr marL="367030">
              <a:lnSpc>
                <a:spcPct val="100000"/>
              </a:lnSpc>
              <a:spcBef>
                <a:spcPts val="855"/>
              </a:spcBef>
            </a:pPr>
            <a:r>
              <a:rPr dirty="0" sz="1300" spc="-10" b="1">
                <a:solidFill>
                  <a:srgbClr val="0D9488"/>
                </a:solidFill>
                <a:latin typeface="Calibri"/>
                <a:cs typeface="Calibri"/>
              </a:rPr>
              <a:t>Deterministic </a:t>
            </a:r>
            <a:r>
              <a:rPr dirty="0" sz="1300" b="1">
                <a:solidFill>
                  <a:srgbClr val="0D9488"/>
                </a:solidFill>
                <a:latin typeface="Calibri"/>
                <a:cs typeface="Calibri"/>
              </a:rPr>
              <a:t>Edge</a:t>
            </a:r>
            <a:r>
              <a:rPr dirty="0" sz="1300" spc="-5" b="1">
                <a:solidFill>
                  <a:srgbClr val="0D9488"/>
                </a:solidFill>
                <a:latin typeface="Calibri"/>
                <a:cs typeface="Calibri"/>
              </a:rPr>
              <a:t> </a:t>
            </a:r>
            <a:r>
              <a:rPr dirty="0" sz="1300" spc="-10" b="1">
                <a:solidFill>
                  <a:srgbClr val="0D9488"/>
                </a:solidFill>
                <a:latin typeface="Calibri"/>
                <a:cs typeface="Calibri"/>
              </a:rPr>
              <a:t>Fallback Engine</a:t>
            </a:r>
            <a:endParaRPr sz="1300">
              <a:latin typeface="Calibri"/>
              <a:cs typeface="Calibri"/>
            </a:endParaRPr>
          </a:p>
          <a:p>
            <a:pPr marL="104139" indent="-91440">
              <a:lnSpc>
                <a:spcPct val="100000"/>
              </a:lnSpc>
              <a:spcBef>
                <a:spcPts val="580"/>
              </a:spcBef>
              <a:buChar char="•"/>
              <a:tabLst>
                <a:tab pos="104139" algn="l"/>
              </a:tabLst>
            </a:pPr>
            <a:r>
              <a:rPr dirty="0" sz="1000">
                <a:solidFill>
                  <a:srgbClr val="1E293B"/>
                </a:solidFill>
                <a:latin typeface="Calibri"/>
                <a:cs typeface="Calibri"/>
              </a:rPr>
              <a:t>Footprint:</a:t>
            </a:r>
            <a:r>
              <a:rPr dirty="0" sz="1000" spc="-25">
                <a:solidFill>
                  <a:srgbClr val="1E293B"/>
                </a:solidFill>
                <a:latin typeface="Calibri"/>
                <a:cs typeface="Calibri"/>
              </a:rPr>
              <a:t> </a:t>
            </a:r>
            <a:r>
              <a:rPr dirty="0" sz="1000">
                <a:solidFill>
                  <a:srgbClr val="1E293B"/>
                </a:solidFill>
                <a:latin typeface="Calibri"/>
                <a:cs typeface="Calibri"/>
              </a:rPr>
              <a:t>Zero</a:t>
            </a:r>
            <a:r>
              <a:rPr dirty="0" sz="1000" spc="-20">
                <a:solidFill>
                  <a:srgbClr val="1E293B"/>
                </a:solidFill>
                <a:latin typeface="Calibri"/>
                <a:cs typeface="Calibri"/>
              </a:rPr>
              <a:t> </a:t>
            </a:r>
            <a:r>
              <a:rPr dirty="0" sz="1000" spc="-10">
                <a:solidFill>
                  <a:srgbClr val="1E293B"/>
                </a:solidFill>
                <a:latin typeface="Calibri"/>
                <a:cs typeface="Calibri"/>
              </a:rPr>
              <a:t>external</a:t>
            </a:r>
            <a:r>
              <a:rPr dirty="0" sz="1000" spc="-25">
                <a:solidFill>
                  <a:srgbClr val="1E293B"/>
                </a:solidFill>
                <a:latin typeface="Calibri"/>
                <a:cs typeface="Calibri"/>
              </a:rPr>
              <a:t> </a:t>
            </a:r>
            <a:r>
              <a:rPr dirty="0" sz="1000" spc="-10">
                <a:solidFill>
                  <a:srgbClr val="1E293B"/>
                </a:solidFill>
                <a:latin typeface="Calibri"/>
                <a:cs typeface="Calibri"/>
              </a:rPr>
              <a:t>dependencies</a:t>
            </a:r>
            <a:endParaRPr sz="1000">
              <a:latin typeface="Calibri"/>
              <a:cs typeface="Calibri"/>
            </a:endParaRPr>
          </a:p>
          <a:p>
            <a:pPr marL="104139" indent="-91440">
              <a:lnSpc>
                <a:spcPct val="100000"/>
              </a:lnSpc>
              <a:spcBef>
                <a:spcPts val="100"/>
              </a:spcBef>
              <a:buChar char="•"/>
              <a:tabLst>
                <a:tab pos="104139" algn="l"/>
              </a:tabLst>
            </a:pPr>
            <a:r>
              <a:rPr dirty="0" sz="1000">
                <a:solidFill>
                  <a:srgbClr val="1E293B"/>
                </a:solidFill>
                <a:latin typeface="Calibri"/>
                <a:cs typeface="Calibri"/>
              </a:rPr>
              <a:t>Latency:</a:t>
            </a:r>
            <a:r>
              <a:rPr dirty="0" sz="1000" spc="-20">
                <a:solidFill>
                  <a:srgbClr val="1E293B"/>
                </a:solidFill>
                <a:latin typeface="Calibri"/>
                <a:cs typeface="Calibri"/>
              </a:rPr>
              <a:t> </a:t>
            </a:r>
            <a:r>
              <a:rPr dirty="0" sz="1000">
                <a:solidFill>
                  <a:srgbClr val="1E293B"/>
                </a:solidFill>
                <a:latin typeface="Calibri"/>
                <a:cs typeface="Calibri"/>
              </a:rPr>
              <a:t>&lt;</a:t>
            </a:r>
            <a:r>
              <a:rPr dirty="0" sz="1000" spc="-15">
                <a:solidFill>
                  <a:srgbClr val="1E293B"/>
                </a:solidFill>
                <a:latin typeface="Calibri"/>
                <a:cs typeface="Calibri"/>
              </a:rPr>
              <a:t> </a:t>
            </a:r>
            <a:r>
              <a:rPr dirty="0" sz="1000">
                <a:solidFill>
                  <a:srgbClr val="1E293B"/>
                </a:solidFill>
                <a:latin typeface="Calibri"/>
                <a:cs typeface="Calibri"/>
              </a:rPr>
              <a:t>5</a:t>
            </a:r>
            <a:r>
              <a:rPr dirty="0" sz="1000" spc="-20">
                <a:solidFill>
                  <a:srgbClr val="1E293B"/>
                </a:solidFill>
                <a:latin typeface="Calibri"/>
                <a:cs typeface="Calibri"/>
              </a:rPr>
              <a:t> </a:t>
            </a:r>
            <a:r>
              <a:rPr dirty="0" sz="1000">
                <a:solidFill>
                  <a:srgbClr val="1E293B"/>
                </a:solidFill>
                <a:latin typeface="Calibri"/>
                <a:cs typeface="Calibri"/>
              </a:rPr>
              <a:t>ms</a:t>
            </a:r>
            <a:r>
              <a:rPr dirty="0" sz="1000" spc="-15">
                <a:solidFill>
                  <a:srgbClr val="1E293B"/>
                </a:solidFill>
                <a:latin typeface="Calibri"/>
                <a:cs typeface="Calibri"/>
              </a:rPr>
              <a:t> </a:t>
            </a:r>
            <a:r>
              <a:rPr dirty="0" sz="1000" spc="-10">
                <a:solidFill>
                  <a:srgbClr val="1E293B"/>
                </a:solidFill>
                <a:latin typeface="Calibri"/>
                <a:cs typeface="Calibri"/>
              </a:rPr>
              <a:t>execution</a:t>
            </a:r>
            <a:endParaRPr sz="1000">
              <a:latin typeface="Calibri"/>
              <a:cs typeface="Calibri"/>
            </a:endParaRPr>
          </a:p>
          <a:p>
            <a:pPr marL="12700" marR="5080" indent="91440">
              <a:lnSpc>
                <a:spcPct val="108300"/>
              </a:lnSpc>
              <a:buChar char="•"/>
              <a:tabLst>
                <a:tab pos="104139" algn="l"/>
              </a:tabLst>
            </a:pPr>
            <a:r>
              <a:rPr dirty="0" sz="1000">
                <a:solidFill>
                  <a:srgbClr val="1E293B"/>
                </a:solidFill>
                <a:latin typeface="Calibri"/>
                <a:cs typeface="Calibri"/>
              </a:rPr>
              <a:t>Role:</a:t>
            </a:r>
            <a:r>
              <a:rPr dirty="0" sz="1000" spc="-15">
                <a:solidFill>
                  <a:srgbClr val="1E293B"/>
                </a:solidFill>
                <a:latin typeface="Calibri"/>
                <a:cs typeface="Calibri"/>
              </a:rPr>
              <a:t> </a:t>
            </a:r>
            <a:r>
              <a:rPr dirty="0" sz="1000" spc="-10">
                <a:solidFill>
                  <a:srgbClr val="1E293B"/>
                </a:solidFill>
                <a:latin typeface="Calibri"/>
                <a:cs typeface="Calibri"/>
              </a:rPr>
              <a:t>Rule-</a:t>
            </a:r>
            <a:r>
              <a:rPr dirty="0" sz="1000">
                <a:solidFill>
                  <a:srgbClr val="1E293B"/>
                </a:solidFill>
                <a:latin typeface="Calibri"/>
                <a:cs typeface="Calibri"/>
              </a:rPr>
              <a:t>based</a:t>
            </a:r>
            <a:r>
              <a:rPr dirty="0" sz="1000" spc="-10">
                <a:solidFill>
                  <a:srgbClr val="1E293B"/>
                </a:solidFill>
                <a:latin typeface="Calibri"/>
                <a:cs typeface="Calibri"/>
              </a:rPr>
              <a:t> regex </a:t>
            </a:r>
            <a:r>
              <a:rPr dirty="0" sz="1000">
                <a:solidFill>
                  <a:srgbClr val="1E293B"/>
                </a:solidFill>
                <a:latin typeface="Calibri"/>
                <a:cs typeface="Calibri"/>
              </a:rPr>
              <a:t>intent</a:t>
            </a:r>
            <a:r>
              <a:rPr dirty="0" sz="1000" spc="-10">
                <a:solidFill>
                  <a:srgbClr val="1E293B"/>
                </a:solidFill>
                <a:latin typeface="Calibri"/>
                <a:cs typeface="Calibri"/>
              </a:rPr>
              <a:t> </a:t>
            </a:r>
            <a:r>
              <a:rPr dirty="0" sz="1000">
                <a:solidFill>
                  <a:srgbClr val="1E293B"/>
                </a:solidFill>
                <a:latin typeface="Calibri"/>
                <a:cs typeface="Calibri"/>
              </a:rPr>
              <a:t>classifier</a:t>
            </a:r>
            <a:r>
              <a:rPr dirty="0" sz="1000" spc="-10">
                <a:solidFill>
                  <a:srgbClr val="1E293B"/>
                </a:solidFill>
                <a:latin typeface="Calibri"/>
                <a:cs typeface="Calibri"/>
              </a:rPr>
              <a:t> </a:t>
            </a:r>
            <a:r>
              <a:rPr dirty="0" sz="1000">
                <a:solidFill>
                  <a:srgbClr val="1E293B"/>
                </a:solidFill>
                <a:latin typeface="Calibri"/>
                <a:cs typeface="Calibri"/>
              </a:rPr>
              <a:t>&amp;</a:t>
            </a:r>
            <a:r>
              <a:rPr dirty="0" sz="1000" spc="-10">
                <a:solidFill>
                  <a:srgbClr val="1E293B"/>
                </a:solidFill>
                <a:latin typeface="Calibri"/>
                <a:cs typeface="Calibri"/>
              </a:rPr>
              <a:t> </a:t>
            </a:r>
            <a:r>
              <a:rPr dirty="0" sz="1000">
                <a:solidFill>
                  <a:srgbClr val="1E293B"/>
                </a:solidFill>
                <a:latin typeface="Calibri"/>
                <a:cs typeface="Calibri"/>
              </a:rPr>
              <a:t>local</a:t>
            </a:r>
            <a:r>
              <a:rPr dirty="0" sz="1000" spc="-10">
                <a:solidFill>
                  <a:srgbClr val="1E293B"/>
                </a:solidFill>
                <a:latin typeface="Calibri"/>
                <a:cs typeface="Calibri"/>
              </a:rPr>
              <a:t> spatial </a:t>
            </a:r>
            <a:r>
              <a:rPr dirty="0" sz="1000">
                <a:solidFill>
                  <a:srgbClr val="1E293B"/>
                </a:solidFill>
                <a:latin typeface="Calibri"/>
                <a:cs typeface="Calibri"/>
              </a:rPr>
              <a:t>geocoding</a:t>
            </a:r>
            <a:r>
              <a:rPr dirty="0" sz="1000" spc="-20">
                <a:solidFill>
                  <a:srgbClr val="1E293B"/>
                </a:solidFill>
                <a:latin typeface="Calibri"/>
                <a:cs typeface="Calibri"/>
              </a:rPr>
              <a:t> </a:t>
            </a:r>
            <a:r>
              <a:rPr dirty="0" sz="1000">
                <a:solidFill>
                  <a:srgbClr val="1E293B"/>
                </a:solidFill>
                <a:latin typeface="Calibri"/>
                <a:cs typeface="Calibri"/>
              </a:rPr>
              <a:t>for</a:t>
            </a:r>
            <a:r>
              <a:rPr dirty="0" sz="1000" spc="-20">
                <a:solidFill>
                  <a:srgbClr val="1E293B"/>
                </a:solidFill>
                <a:latin typeface="Calibri"/>
                <a:cs typeface="Calibri"/>
              </a:rPr>
              <a:t> </a:t>
            </a:r>
            <a:r>
              <a:rPr dirty="0" sz="1000">
                <a:solidFill>
                  <a:srgbClr val="1E293B"/>
                </a:solidFill>
                <a:latin typeface="Calibri"/>
                <a:cs typeface="Calibri"/>
              </a:rPr>
              <a:t>offline</a:t>
            </a:r>
            <a:r>
              <a:rPr dirty="0" sz="1000" spc="-15">
                <a:solidFill>
                  <a:srgbClr val="1E293B"/>
                </a:solidFill>
                <a:latin typeface="Calibri"/>
                <a:cs typeface="Calibri"/>
              </a:rPr>
              <a:t> </a:t>
            </a:r>
            <a:r>
              <a:rPr dirty="0" sz="1000">
                <a:solidFill>
                  <a:srgbClr val="1E293B"/>
                </a:solidFill>
                <a:latin typeface="Calibri"/>
                <a:cs typeface="Calibri"/>
              </a:rPr>
              <a:t>sea</a:t>
            </a:r>
            <a:r>
              <a:rPr dirty="0" sz="1000" spc="-20">
                <a:solidFill>
                  <a:srgbClr val="1E293B"/>
                </a:solidFill>
                <a:latin typeface="Calibri"/>
                <a:cs typeface="Calibri"/>
              </a:rPr>
              <a:t> </a:t>
            </a:r>
            <a:r>
              <a:rPr dirty="0" sz="1000" spc="-10">
                <a:solidFill>
                  <a:srgbClr val="1E293B"/>
                </a:solidFill>
                <a:latin typeface="Calibri"/>
                <a:cs typeface="Calibri"/>
              </a:rPr>
              <a:t>vessels</a:t>
            </a:r>
            <a:endParaRPr sz="1000">
              <a:latin typeface="Calibri"/>
              <a:cs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170305">
              <a:lnSpc>
                <a:spcPct val="100000"/>
              </a:lnSpc>
              <a:spcBef>
                <a:spcPts val="100"/>
              </a:spcBef>
            </a:pPr>
            <a:r>
              <a:rPr dirty="0" spc="-10"/>
              <a:t>Methodology</a:t>
            </a:r>
          </a:p>
        </p:txBody>
      </p:sp>
      <p:sp>
        <p:nvSpPr>
          <p:cNvPr id="3" name="object 3"/>
          <p:cNvSpPr txBox="1"/>
          <p:nvPr/>
        </p:nvSpPr>
        <p:spPr>
          <a:xfrm>
            <a:off x="810259" y="1372082"/>
            <a:ext cx="4413250" cy="284480"/>
          </a:xfrm>
          <a:prstGeom prst="rect">
            <a:avLst/>
          </a:prstGeom>
        </p:spPr>
        <p:txBody>
          <a:bodyPr wrap="square" lIns="0" tIns="12700" rIns="0" bIns="0" rtlCol="0" vert="horz">
            <a:spAutoFit/>
          </a:bodyPr>
          <a:lstStyle/>
          <a:p>
            <a:pPr marL="12700">
              <a:lnSpc>
                <a:spcPct val="100000"/>
              </a:lnSpc>
              <a:spcBef>
                <a:spcPts val="100"/>
              </a:spcBef>
            </a:pPr>
            <a:r>
              <a:rPr dirty="0" sz="1700" b="1">
                <a:solidFill>
                  <a:srgbClr val="D97706"/>
                </a:solidFill>
                <a:latin typeface="Calibri"/>
                <a:cs typeface="Calibri"/>
              </a:rPr>
              <a:t>3.</a:t>
            </a:r>
            <a:r>
              <a:rPr dirty="0" sz="1700" spc="-40" b="1">
                <a:solidFill>
                  <a:srgbClr val="D97706"/>
                </a:solidFill>
                <a:latin typeface="Calibri"/>
                <a:cs typeface="Calibri"/>
              </a:rPr>
              <a:t> </a:t>
            </a:r>
            <a:r>
              <a:rPr dirty="0" sz="1700" b="1">
                <a:solidFill>
                  <a:srgbClr val="D97706"/>
                </a:solidFill>
                <a:latin typeface="Calibri"/>
                <a:cs typeface="Calibri"/>
              </a:rPr>
              <a:t>Deterministic</a:t>
            </a:r>
            <a:r>
              <a:rPr dirty="0" sz="1700" spc="-40" b="1">
                <a:solidFill>
                  <a:srgbClr val="D97706"/>
                </a:solidFill>
                <a:latin typeface="Calibri"/>
                <a:cs typeface="Calibri"/>
              </a:rPr>
              <a:t> </a:t>
            </a:r>
            <a:r>
              <a:rPr dirty="0" sz="1700" b="1">
                <a:solidFill>
                  <a:srgbClr val="D97706"/>
                </a:solidFill>
                <a:latin typeface="Calibri"/>
                <a:cs typeface="Calibri"/>
              </a:rPr>
              <a:t>Risk</a:t>
            </a:r>
            <a:r>
              <a:rPr dirty="0" sz="1700" spc="-35" b="1">
                <a:solidFill>
                  <a:srgbClr val="D97706"/>
                </a:solidFill>
                <a:latin typeface="Calibri"/>
                <a:cs typeface="Calibri"/>
              </a:rPr>
              <a:t> </a:t>
            </a:r>
            <a:r>
              <a:rPr dirty="0" sz="1700" b="1">
                <a:solidFill>
                  <a:srgbClr val="D97706"/>
                </a:solidFill>
                <a:latin typeface="Calibri"/>
                <a:cs typeface="Calibri"/>
              </a:rPr>
              <a:t>Assessment</a:t>
            </a:r>
            <a:r>
              <a:rPr dirty="0" sz="1700" spc="-40" b="1">
                <a:solidFill>
                  <a:srgbClr val="D97706"/>
                </a:solidFill>
                <a:latin typeface="Calibri"/>
                <a:cs typeface="Calibri"/>
              </a:rPr>
              <a:t> </a:t>
            </a:r>
            <a:r>
              <a:rPr dirty="0" sz="1700" b="1">
                <a:solidFill>
                  <a:srgbClr val="D97706"/>
                </a:solidFill>
                <a:latin typeface="Calibri"/>
                <a:cs typeface="Calibri"/>
              </a:rPr>
              <a:t>&amp;</a:t>
            </a:r>
            <a:r>
              <a:rPr dirty="0" sz="1700" spc="-35" b="1">
                <a:solidFill>
                  <a:srgbClr val="D97706"/>
                </a:solidFill>
                <a:latin typeface="Calibri"/>
                <a:cs typeface="Calibri"/>
              </a:rPr>
              <a:t> </a:t>
            </a:r>
            <a:r>
              <a:rPr dirty="0" sz="1700" b="1">
                <a:solidFill>
                  <a:srgbClr val="D97706"/>
                </a:solidFill>
                <a:latin typeface="Calibri"/>
                <a:cs typeface="Calibri"/>
              </a:rPr>
              <a:t>Safety</a:t>
            </a:r>
            <a:r>
              <a:rPr dirty="0" sz="1700" spc="-40" b="1">
                <a:solidFill>
                  <a:srgbClr val="D97706"/>
                </a:solidFill>
                <a:latin typeface="Calibri"/>
                <a:cs typeface="Calibri"/>
              </a:rPr>
              <a:t> </a:t>
            </a:r>
            <a:r>
              <a:rPr dirty="0" sz="1700" spc="-10" b="1">
                <a:solidFill>
                  <a:srgbClr val="D97706"/>
                </a:solidFill>
                <a:latin typeface="Calibri"/>
                <a:cs typeface="Calibri"/>
              </a:rPr>
              <a:t>Matrix</a:t>
            </a:r>
            <a:endParaRPr sz="1700">
              <a:latin typeface="Calibri"/>
              <a:cs typeface="Calibri"/>
            </a:endParaRPr>
          </a:p>
        </p:txBody>
      </p:sp>
      <p:sp>
        <p:nvSpPr>
          <p:cNvPr id="4" name="object 4"/>
          <p:cNvSpPr txBox="1"/>
          <p:nvPr/>
        </p:nvSpPr>
        <p:spPr>
          <a:xfrm>
            <a:off x="810259" y="1867181"/>
            <a:ext cx="6167755" cy="523240"/>
          </a:xfrm>
          <a:prstGeom prst="rect">
            <a:avLst/>
          </a:prstGeom>
        </p:spPr>
        <p:txBody>
          <a:bodyPr wrap="square" lIns="0" tIns="20320" rIns="0" bIns="0" rtlCol="0" vert="horz">
            <a:spAutoFit/>
          </a:bodyPr>
          <a:lstStyle/>
          <a:p>
            <a:pPr marL="12700" marR="5080">
              <a:lnSpc>
                <a:spcPts val="1300"/>
              </a:lnSpc>
              <a:spcBef>
                <a:spcPts val="160"/>
              </a:spcBef>
            </a:pPr>
            <a:r>
              <a:rPr dirty="0" sz="1100">
                <a:solidFill>
                  <a:srgbClr val="1E293B"/>
                </a:solidFill>
                <a:latin typeface="Calibri"/>
                <a:cs typeface="Calibri"/>
              </a:rPr>
              <a:t>Motivation:</a:t>
            </a:r>
            <a:r>
              <a:rPr dirty="0" sz="1100" spc="-25">
                <a:solidFill>
                  <a:srgbClr val="1E293B"/>
                </a:solidFill>
                <a:latin typeface="Calibri"/>
                <a:cs typeface="Calibri"/>
              </a:rPr>
              <a:t> </a:t>
            </a:r>
            <a:r>
              <a:rPr dirty="0" sz="1100">
                <a:solidFill>
                  <a:srgbClr val="1E293B"/>
                </a:solidFill>
                <a:latin typeface="Calibri"/>
                <a:cs typeface="Calibri"/>
              </a:rPr>
              <a:t>Large</a:t>
            </a:r>
            <a:r>
              <a:rPr dirty="0" sz="1100" spc="-25">
                <a:solidFill>
                  <a:srgbClr val="1E293B"/>
                </a:solidFill>
                <a:latin typeface="Calibri"/>
                <a:cs typeface="Calibri"/>
              </a:rPr>
              <a:t> </a:t>
            </a:r>
            <a:r>
              <a:rPr dirty="0" sz="1100">
                <a:solidFill>
                  <a:srgbClr val="1E293B"/>
                </a:solidFill>
                <a:latin typeface="Calibri"/>
                <a:cs typeface="Calibri"/>
              </a:rPr>
              <a:t>Language</a:t>
            </a:r>
            <a:r>
              <a:rPr dirty="0" sz="1100" spc="-25">
                <a:solidFill>
                  <a:srgbClr val="1E293B"/>
                </a:solidFill>
                <a:latin typeface="Calibri"/>
                <a:cs typeface="Calibri"/>
              </a:rPr>
              <a:t> </a:t>
            </a:r>
            <a:r>
              <a:rPr dirty="0" sz="1100">
                <a:solidFill>
                  <a:srgbClr val="1E293B"/>
                </a:solidFill>
                <a:latin typeface="Calibri"/>
                <a:cs typeface="Calibri"/>
              </a:rPr>
              <a:t>Models</a:t>
            </a:r>
            <a:r>
              <a:rPr dirty="0" sz="1100" spc="-25">
                <a:solidFill>
                  <a:srgbClr val="1E293B"/>
                </a:solidFill>
                <a:latin typeface="Calibri"/>
                <a:cs typeface="Calibri"/>
              </a:rPr>
              <a:t> </a:t>
            </a:r>
            <a:r>
              <a:rPr dirty="0" sz="1100">
                <a:solidFill>
                  <a:srgbClr val="1E293B"/>
                </a:solidFill>
                <a:latin typeface="Calibri"/>
                <a:cs typeface="Calibri"/>
              </a:rPr>
              <a:t>are</a:t>
            </a:r>
            <a:r>
              <a:rPr dirty="0" sz="1100" spc="-25">
                <a:solidFill>
                  <a:srgbClr val="1E293B"/>
                </a:solidFill>
                <a:latin typeface="Calibri"/>
                <a:cs typeface="Calibri"/>
              </a:rPr>
              <a:t> </a:t>
            </a:r>
            <a:r>
              <a:rPr dirty="0" sz="1100">
                <a:solidFill>
                  <a:srgbClr val="1E293B"/>
                </a:solidFill>
                <a:latin typeface="Calibri"/>
                <a:cs typeface="Calibri"/>
              </a:rPr>
              <a:t>stochastic</a:t>
            </a:r>
            <a:r>
              <a:rPr dirty="0" sz="1100" spc="-25">
                <a:solidFill>
                  <a:srgbClr val="1E293B"/>
                </a:solidFill>
                <a:latin typeface="Calibri"/>
                <a:cs typeface="Calibri"/>
              </a:rPr>
              <a:t> </a:t>
            </a:r>
            <a:r>
              <a:rPr dirty="0" sz="1100">
                <a:solidFill>
                  <a:srgbClr val="1E293B"/>
                </a:solidFill>
                <a:latin typeface="Calibri"/>
                <a:cs typeface="Calibri"/>
              </a:rPr>
              <a:t>and</a:t>
            </a:r>
            <a:r>
              <a:rPr dirty="0" sz="1100" spc="-25">
                <a:solidFill>
                  <a:srgbClr val="1E293B"/>
                </a:solidFill>
                <a:latin typeface="Calibri"/>
                <a:cs typeface="Calibri"/>
              </a:rPr>
              <a:t> </a:t>
            </a:r>
            <a:r>
              <a:rPr dirty="0" sz="1100">
                <a:solidFill>
                  <a:srgbClr val="1E293B"/>
                </a:solidFill>
                <a:latin typeface="Calibri"/>
                <a:cs typeface="Calibri"/>
              </a:rPr>
              <a:t>frequently</a:t>
            </a:r>
            <a:r>
              <a:rPr dirty="0" sz="1100" spc="-25">
                <a:solidFill>
                  <a:srgbClr val="1E293B"/>
                </a:solidFill>
                <a:latin typeface="Calibri"/>
                <a:cs typeface="Calibri"/>
              </a:rPr>
              <a:t> </a:t>
            </a:r>
            <a:r>
              <a:rPr dirty="0" sz="1100" spc="-10">
                <a:solidFill>
                  <a:srgbClr val="1E293B"/>
                </a:solidFill>
                <a:latin typeface="Calibri"/>
                <a:cs typeface="Calibri"/>
              </a:rPr>
              <a:t>generate</a:t>
            </a:r>
            <a:r>
              <a:rPr dirty="0" sz="1100" spc="-25">
                <a:solidFill>
                  <a:srgbClr val="1E293B"/>
                </a:solidFill>
                <a:latin typeface="Calibri"/>
                <a:cs typeface="Calibri"/>
              </a:rPr>
              <a:t> </a:t>
            </a:r>
            <a:r>
              <a:rPr dirty="0" sz="1100">
                <a:solidFill>
                  <a:srgbClr val="1E293B"/>
                </a:solidFill>
                <a:latin typeface="Calibri"/>
                <a:cs typeface="Calibri"/>
              </a:rPr>
              <a:t>hallucinated</a:t>
            </a:r>
            <a:r>
              <a:rPr dirty="0" sz="1100" spc="-25">
                <a:solidFill>
                  <a:srgbClr val="1E293B"/>
                </a:solidFill>
                <a:latin typeface="Calibri"/>
                <a:cs typeface="Calibri"/>
              </a:rPr>
              <a:t> </a:t>
            </a:r>
            <a:r>
              <a:rPr dirty="0" sz="1100">
                <a:solidFill>
                  <a:srgbClr val="1E293B"/>
                </a:solidFill>
                <a:latin typeface="Calibri"/>
                <a:cs typeface="Calibri"/>
              </a:rPr>
              <a:t>metrics.</a:t>
            </a:r>
            <a:r>
              <a:rPr dirty="0" sz="1100" spc="-25">
                <a:solidFill>
                  <a:srgbClr val="1E293B"/>
                </a:solidFill>
                <a:latin typeface="Calibri"/>
                <a:cs typeface="Calibri"/>
              </a:rPr>
              <a:t> </a:t>
            </a:r>
            <a:r>
              <a:rPr dirty="0" sz="1100">
                <a:solidFill>
                  <a:srgbClr val="1E293B"/>
                </a:solidFill>
                <a:latin typeface="Calibri"/>
                <a:cs typeface="Calibri"/>
              </a:rPr>
              <a:t>In</a:t>
            </a:r>
            <a:r>
              <a:rPr dirty="0" sz="1100" spc="-25">
                <a:solidFill>
                  <a:srgbClr val="1E293B"/>
                </a:solidFill>
                <a:latin typeface="Calibri"/>
                <a:cs typeface="Calibri"/>
              </a:rPr>
              <a:t> </a:t>
            </a:r>
            <a:r>
              <a:rPr dirty="0" sz="1100" spc="-10">
                <a:solidFill>
                  <a:srgbClr val="1E293B"/>
                </a:solidFill>
                <a:latin typeface="Calibri"/>
                <a:cs typeface="Calibri"/>
              </a:rPr>
              <a:t>maritime </a:t>
            </a:r>
            <a:r>
              <a:rPr dirty="0" sz="1100">
                <a:solidFill>
                  <a:srgbClr val="1E293B"/>
                </a:solidFill>
                <a:latin typeface="Calibri"/>
                <a:cs typeface="Calibri"/>
              </a:rPr>
              <a:t>navigation,</a:t>
            </a:r>
            <a:r>
              <a:rPr dirty="0" sz="1100" spc="-30">
                <a:solidFill>
                  <a:srgbClr val="1E293B"/>
                </a:solidFill>
                <a:latin typeface="Calibri"/>
                <a:cs typeface="Calibri"/>
              </a:rPr>
              <a:t> </a:t>
            </a:r>
            <a:r>
              <a:rPr dirty="0" sz="1100" spc="-10">
                <a:solidFill>
                  <a:srgbClr val="1E293B"/>
                </a:solidFill>
                <a:latin typeface="Calibri"/>
                <a:cs typeface="Calibri"/>
              </a:rPr>
              <a:t>fabricated</a:t>
            </a:r>
            <a:r>
              <a:rPr dirty="0" sz="1100" spc="-25">
                <a:solidFill>
                  <a:srgbClr val="1E293B"/>
                </a:solidFill>
                <a:latin typeface="Calibri"/>
                <a:cs typeface="Calibri"/>
              </a:rPr>
              <a:t> </a:t>
            </a:r>
            <a:r>
              <a:rPr dirty="0" sz="1100" spc="-10">
                <a:solidFill>
                  <a:srgbClr val="1E293B"/>
                </a:solidFill>
                <a:latin typeface="Calibri"/>
                <a:cs typeface="Calibri"/>
              </a:rPr>
              <a:t>wave</a:t>
            </a:r>
            <a:r>
              <a:rPr dirty="0" sz="1100" spc="-30">
                <a:solidFill>
                  <a:srgbClr val="1E293B"/>
                </a:solidFill>
                <a:latin typeface="Calibri"/>
                <a:cs typeface="Calibri"/>
              </a:rPr>
              <a:t> </a:t>
            </a:r>
            <a:r>
              <a:rPr dirty="0" sz="1100">
                <a:solidFill>
                  <a:srgbClr val="1E293B"/>
                </a:solidFill>
                <a:latin typeface="Calibri"/>
                <a:cs typeface="Calibri"/>
              </a:rPr>
              <a:t>heights</a:t>
            </a:r>
            <a:r>
              <a:rPr dirty="0" sz="1100" spc="-25">
                <a:solidFill>
                  <a:srgbClr val="1E293B"/>
                </a:solidFill>
                <a:latin typeface="Calibri"/>
                <a:cs typeface="Calibri"/>
              </a:rPr>
              <a:t> </a:t>
            </a:r>
            <a:r>
              <a:rPr dirty="0" sz="1100">
                <a:solidFill>
                  <a:srgbClr val="1E293B"/>
                </a:solidFill>
                <a:latin typeface="Calibri"/>
                <a:cs typeface="Calibri"/>
              </a:rPr>
              <a:t>or</a:t>
            </a:r>
            <a:r>
              <a:rPr dirty="0" sz="1100" spc="-25">
                <a:solidFill>
                  <a:srgbClr val="1E293B"/>
                </a:solidFill>
                <a:latin typeface="Calibri"/>
                <a:cs typeface="Calibri"/>
              </a:rPr>
              <a:t> </a:t>
            </a:r>
            <a:r>
              <a:rPr dirty="0" sz="1100">
                <a:solidFill>
                  <a:srgbClr val="1E293B"/>
                </a:solidFill>
                <a:latin typeface="Calibri"/>
                <a:cs typeface="Calibri"/>
              </a:rPr>
              <a:t>safety</a:t>
            </a:r>
            <a:r>
              <a:rPr dirty="0" sz="1100" spc="-30">
                <a:solidFill>
                  <a:srgbClr val="1E293B"/>
                </a:solidFill>
                <a:latin typeface="Calibri"/>
                <a:cs typeface="Calibri"/>
              </a:rPr>
              <a:t> </a:t>
            </a:r>
            <a:r>
              <a:rPr dirty="0" sz="1100">
                <a:solidFill>
                  <a:srgbClr val="1E293B"/>
                </a:solidFill>
                <a:latin typeface="Calibri"/>
                <a:cs typeface="Calibri"/>
              </a:rPr>
              <a:t>ratings</a:t>
            </a:r>
            <a:r>
              <a:rPr dirty="0" sz="1100" spc="-25">
                <a:solidFill>
                  <a:srgbClr val="1E293B"/>
                </a:solidFill>
                <a:latin typeface="Calibri"/>
                <a:cs typeface="Calibri"/>
              </a:rPr>
              <a:t> </a:t>
            </a:r>
            <a:r>
              <a:rPr dirty="0" sz="1100">
                <a:solidFill>
                  <a:srgbClr val="1E293B"/>
                </a:solidFill>
                <a:latin typeface="Calibri"/>
                <a:cs typeface="Calibri"/>
              </a:rPr>
              <a:t>can</a:t>
            </a:r>
            <a:r>
              <a:rPr dirty="0" sz="1100" spc="-25">
                <a:solidFill>
                  <a:srgbClr val="1E293B"/>
                </a:solidFill>
                <a:latin typeface="Calibri"/>
                <a:cs typeface="Calibri"/>
              </a:rPr>
              <a:t> </a:t>
            </a:r>
            <a:r>
              <a:rPr dirty="0" sz="1100">
                <a:solidFill>
                  <a:srgbClr val="1E293B"/>
                </a:solidFill>
                <a:latin typeface="Calibri"/>
                <a:cs typeface="Calibri"/>
              </a:rPr>
              <a:t>lead</a:t>
            </a:r>
            <a:r>
              <a:rPr dirty="0" sz="1100" spc="-30">
                <a:solidFill>
                  <a:srgbClr val="1E293B"/>
                </a:solidFill>
                <a:latin typeface="Calibri"/>
                <a:cs typeface="Calibri"/>
              </a:rPr>
              <a:t> </a:t>
            </a:r>
            <a:r>
              <a:rPr dirty="0" sz="1100">
                <a:solidFill>
                  <a:srgbClr val="1E293B"/>
                </a:solidFill>
                <a:latin typeface="Calibri"/>
                <a:cs typeface="Calibri"/>
              </a:rPr>
              <a:t>to</a:t>
            </a:r>
            <a:r>
              <a:rPr dirty="0" sz="1100" spc="-25">
                <a:solidFill>
                  <a:srgbClr val="1E293B"/>
                </a:solidFill>
                <a:latin typeface="Calibri"/>
                <a:cs typeface="Calibri"/>
              </a:rPr>
              <a:t> </a:t>
            </a:r>
            <a:r>
              <a:rPr dirty="0" sz="1100">
                <a:solidFill>
                  <a:srgbClr val="1E293B"/>
                </a:solidFill>
                <a:latin typeface="Calibri"/>
                <a:cs typeface="Calibri"/>
              </a:rPr>
              <a:t>fatal</a:t>
            </a:r>
            <a:r>
              <a:rPr dirty="0" sz="1100" spc="-25">
                <a:solidFill>
                  <a:srgbClr val="1E293B"/>
                </a:solidFill>
                <a:latin typeface="Calibri"/>
                <a:cs typeface="Calibri"/>
              </a:rPr>
              <a:t> </a:t>
            </a:r>
            <a:r>
              <a:rPr dirty="0" sz="1100">
                <a:solidFill>
                  <a:srgbClr val="1E293B"/>
                </a:solidFill>
                <a:latin typeface="Calibri"/>
                <a:cs typeface="Calibri"/>
              </a:rPr>
              <a:t>accidents.</a:t>
            </a:r>
            <a:r>
              <a:rPr dirty="0" sz="1100" spc="-30">
                <a:solidFill>
                  <a:srgbClr val="1E293B"/>
                </a:solidFill>
                <a:latin typeface="Calibri"/>
                <a:cs typeface="Calibri"/>
              </a:rPr>
              <a:t> </a:t>
            </a:r>
            <a:r>
              <a:rPr dirty="0" sz="1100">
                <a:solidFill>
                  <a:srgbClr val="1E293B"/>
                </a:solidFill>
                <a:latin typeface="Calibri"/>
                <a:cs typeface="Calibri"/>
              </a:rPr>
              <a:t>ORCA</a:t>
            </a:r>
            <a:r>
              <a:rPr dirty="0" sz="1100" spc="-25">
                <a:solidFill>
                  <a:srgbClr val="1E293B"/>
                </a:solidFill>
                <a:latin typeface="Calibri"/>
                <a:cs typeface="Calibri"/>
              </a:rPr>
              <a:t> </a:t>
            </a:r>
            <a:r>
              <a:rPr dirty="0" sz="1100">
                <a:solidFill>
                  <a:srgbClr val="1E293B"/>
                </a:solidFill>
                <a:latin typeface="Calibri"/>
                <a:cs typeface="Calibri"/>
              </a:rPr>
              <a:t>completely</a:t>
            </a:r>
            <a:r>
              <a:rPr dirty="0" sz="1100" spc="-25">
                <a:solidFill>
                  <a:srgbClr val="1E293B"/>
                </a:solidFill>
                <a:latin typeface="Calibri"/>
                <a:cs typeface="Calibri"/>
              </a:rPr>
              <a:t> </a:t>
            </a:r>
            <a:r>
              <a:rPr dirty="0" sz="1100" spc="-10">
                <a:solidFill>
                  <a:srgbClr val="1E293B"/>
                </a:solidFill>
                <a:latin typeface="Calibri"/>
                <a:cs typeface="Calibri"/>
              </a:rPr>
              <a:t>decouples </a:t>
            </a:r>
            <a:r>
              <a:rPr dirty="0" sz="1100">
                <a:solidFill>
                  <a:srgbClr val="1E293B"/>
                </a:solidFill>
                <a:latin typeface="Calibri"/>
                <a:cs typeface="Calibri"/>
              </a:rPr>
              <a:t>calculation</a:t>
            </a:r>
            <a:r>
              <a:rPr dirty="0" sz="1100" spc="-30">
                <a:solidFill>
                  <a:srgbClr val="1E293B"/>
                </a:solidFill>
                <a:latin typeface="Calibri"/>
                <a:cs typeface="Calibri"/>
              </a:rPr>
              <a:t> </a:t>
            </a:r>
            <a:r>
              <a:rPr dirty="0" sz="1100">
                <a:solidFill>
                  <a:srgbClr val="1E293B"/>
                </a:solidFill>
                <a:latin typeface="Calibri"/>
                <a:cs typeface="Calibri"/>
              </a:rPr>
              <a:t>from</a:t>
            </a:r>
            <a:r>
              <a:rPr dirty="0" sz="1100" spc="-25">
                <a:solidFill>
                  <a:srgbClr val="1E293B"/>
                </a:solidFill>
                <a:latin typeface="Calibri"/>
                <a:cs typeface="Calibri"/>
              </a:rPr>
              <a:t> </a:t>
            </a:r>
            <a:r>
              <a:rPr dirty="0" sz="1100">
                <a:solidFill>
                  <a:srgbClr val="1E293B"/>
                </a:solidFill>
                <a:latin typeface="Calibri"/>
                <a:cs typeface="Calibri"/>
              </a:rPr>
              <a:t>language</a:t>
            </a:r>
            <a:r>
              <a:rPr dirty="0" sz="1100" spc="-25">
                <a:solidFill>
                  <a:srgbClr val="1E293B"/>
                </a:solidFill>
                <a:latin typeface="Calibri"/>
                <a:cs typeface="Calibri"/>
              </a:rPr>
              <a:t> </a:t>
            </a:r>
            <a:r>
              <a:rPr dirty="0" sz="1100" spc="-10">
                <a:solidFill>
                  <a:srgbClr val="1E293B"/>
                </a:solidFill>
                <a:latin typeface="Calibri"/>
                <a:cs typeface="Calibri"/>
              </a:rPr>
              <a:t>generation.</a:t>
            </a:r>
            <a:endParaRPr sz="1100">
              <a:latin typeface="Calibri"/>
              <a:cs typeface="Calibri"/>
            </a:endParaRPr>
          </a:p>
        </p:txBody>
      </p:sp>
      <p:sp>
        <p:nvSpPr>
          <p:cNvPr id="5" name="object 5"/>
          <p:cNvSpPr txBox="1"/>
          <p:nvPr/>
        </p:nvSpPr>
        <p:spPr>
          <a:xfrm>
            <a:off x="810259" y="2399666"/>
            <a:ext cx="6086475" cy="1696085"/>
          </a:xfrm>
          <a:prstGeom prst="rect">
            <a:avLst/>
          </a:prstGeom>
        </p:spPr>
        <p:txBody>
          <a:bodyPr wrap="square" lIns="0" tIns="77470" rIns="0" bIns="0" rtlCol="0" vert="horz">
            <a:spAutoFit/>
          </a:bodyPr>
          <a:lstStyle/>
          <a:p>
            <a:pPr marL="12700">
              <a:lnSpc>
                <a:spcPct val="100000"/>
              </a:lnSpc>
              <a:spcBef>
                <a:spcPts val="610"/>
              </a:spcBef>
            </a:pPr>
            <a:r>
              <a:rPr dirty="0" sz="1300" spc="-10" b="1">
                <a:solidFill>
                  <a:srgbClr val="0F172A"/>
                </a:solidFill>
                <a:latin typeface="Calibri"/>
                <a:cs typeface="Calibri"/>
              </a:rPr>
              <a:t>Multi-Factor</a:t>
            </a:r>
            <a:r>
              <a:rPr dirty="0" sz="1300" spc="15" b="1">
                <a:solidFill>
                  <a:srgbClr val="0F172A"/>
                </a:solidFill>
                <a:latin typeface="Calibri"/>
                <a:cs typeface="Calibri"/>
              </a:rPr>
              <a:t> </a:t>
            </a:r>
            <a:r>
              <a:rPr dirty="0" sz="1300" spc="-10" b="1">
                <a:solidFill>
                  <a:srgbClr val="0F172A"/>
                </a:solidFill>
                <a:latin typeface="Calibri"/>
                <a:cs typeface="Calibri"/>
              </a:rPr>
              <a:t>Mathematical</a:t>
            </a:r>
            <a:r>
              <a:rPr dirty="0" sz="1300" spc="20" b="1">
                <a:solidFill>
                  <a:srgbClr val="0F172A"/>
                </a:solidFill>
                <a:latin typeface="Calibri"/>
                <a:cs typeface="Calibri"/>
              </a:rPr>
              <a:t> </a:t>
            </a:r>
            <a:r>
              <a:rPr dirty="0" sz="1300" spc="-10" b="1">
                <a:solidFill>
                  <a:srgbClr val="0F172A"/>
                </a:solidFill>
                <a:latin typeface="Calibri"/>
                <a:cs typeface="Calibri"/>
              </a:rPr>
              <a:t>Formulation:</a:t>
            </a:r>
            <a:endParaRPr sz="1300">
              <a:latin typeface="Calibri"/>
              <a:cs typeface="Calibri"/>
            </a:endParaRPr>
          </a:p>
          <a:p>
            <a:pPr marL="12700" marR="62230">
              <a:lnSpc>
                <a:spcPts val="1300"/>
              </a:lnSpc>
              <a:spcBef>
                <a:spcPts val="495"/>
              </a:spcBef>
            </a:pPr>
            <a:r>
              <a:rPr dirty="0" sz="1100">
                <a:solidFill>
                  <a:srgbClr val="1E293B"/>
                </a:solidFill>
                <a:latin typeface="Calibri"/>
                <a:cs typeface="Calibri"/>
              </a:rPr>
              <a:t>The</a:t>
            </a:r>
            <a:r>
              <a:rPr dirty="0" sz="1100" spc="-15">
                <a:solidFill>
                  <a:srgbClr val="1E293B"/>
                </a:solidFill>
                <a:latin typeface="Calibri"/>
                <a:cs typeface="Calibri"/>
              </a:rPr>
              <a:t> </a:t>
            </a:r>
            <a:r>
              <a:rPr dirty="0" sz="1100">
                <a:solidFill>
                  <a:srgbClr val="1E293B"/>
                </a:solidFill>
                <a:latin typeface="Calibri"/>
                <a:cs typeface="Calibri"/>
              </a:rPr>
              <a:t>Risk</a:t>
            </a:r>
            <a:r>
              <a:rPr dirty="0" sz="1100" spc="-15">
                <a:solidFill>
                  <a:srgbClr val="1E293B"/>
                </a:solidFill>
                <a:latin typeface="Calibri"/>
                <a:cs typeface="Calibri"/>
              </a:rPr>
              <a:t> </a:t>
            </a:r>
            <a:r>
              <a:rPr dirty="0" sz="1100">
                <a:solidFill>
                  <a:srgbClr val="1E293B"/>
                </a:solidFill>
                <a:latin typeface="Calibri"/>
                <a:cs typeface="Calibri"/>
              </a:rPr>
              <a:t>Assessment</a:t>
            </a:r>
            <a:r>
              <a:rPr dirty="0" sz="1100" spc="-15">
                <a:solidFill>
                  <a:srgbClr val="1E293B"/>
                </a:solidFill>
                <a:latin typeface="Calibri"/>
                <a:cs typeface="Calibri"/>
              </a:rPr>
              <a:t> </a:t>
            </a:r>
            <a:r>
              <a:rPr dirty="0" sz="1100">
                <a:solidFill>
                  <a:srgbClr val="1E293B"/>
                </a:solidFill>
                <a:latin typeface="Calibri"/>
                <a:cs typeface="Calibri"/>
              </a:rPr>
              <a:t>Agent</a:t>
            </a:r>
            <a:r>
              <a:rPr dirty="0" sz="1100" spc="-15">
                <a:solidFill>
                  <a:srgbClr val="1E293B"/>
                </a:solidFill>
                <a:latin typeface="Calibri"/>
                <a:cs typeface="Calibri"/>
              </a:rPr>
              <a:t> </a:t>
            </a:r>
            <a:r>
              <a:rPr dirty="0" sz="1100" spc="-10">
                <a:solidFill>
                  <a:srgbClr val="1E293B"/>
                </a:solidFill>
                <a:latin typeface="Calibri"/>
                <a:cs typeface="Calibri"/>
              </a:rPr>
              <a:t>executes</a:t>
            </a:r>
            <a:r>
              <a:rPr dirty="0" sz="1100" spc="-15">
                <a:solidFill>
                  <a:srgbClr val="1E293B"/>
                </a:solidFill>
                <a:latin typeface="Calibri"/>
                <a:cs typeface="Calibri"/>
              </a:rPr>
              <a:t> </a:t>
            </a:r>
            <a:r>
              <a:rPr dirty="0" sz="1100">
                <a:solidFill>
                  <a:srgbClr val="1E293B"/>
                </a:solidFill>
                <a:latin typeface="Calibri"/>
                <a:cs typeface="Calibri"/>
              </a:rPr>
              <a:t>a</a:t>
            </a:r>
            <a:r>
              <a:rPr dirty="0" sz="1100" spc="-15">
                <a:solidFill>
                  <a:srgbClr val="1E293B"/>
                </a:solidFill>
                <a:latin typeface="Calibri"/>
                <a:cs typeface="Calibri"/>
              </a:rPr>
              <a:t> </a:t>
            </a:r>
            <a:r>
              <a:rPr dirty="0" sz="1100">
                <a:solidFill>
                  <a:srgbClr val="1E293B"/>
                </a:solidFill>
                <a:latin typeface="Calibri"/>
                <a:cs typeface="Calibri"/>
              </a:rPr>
              <a:t>deterministic</a:t>
            </a:r>
            <a:r>
              <a:rPr dirty="0" sz="1100" spc="-15">
                <a:solidFill>
                  <a:srgbClr val="1E293B"/>
                </a:solidFill>
                <a:latin typeface="Calibri"/>
                <a:cs typeface="Calibri"/>
              </a:rPr>
              <a:t> </a:t>
            </a:r>
            <a:r>
              <a:rPr dirty="0" sz="1100">
                <a:solidFill>
                  <a:srgbClr val="1E293B"/>
                </a:solidFill>
                <a:latin typeface="Calibri"/>
                <a:cs typeface="Calibri"/>
              </a:rPr>
              <a:t>scoring</a:t>
            </a:r>
            <a:r>
              <a:rPr dirty="0" sz="1100" spc="-15">
                <a:solidFill>
                  <a:srgbClr val="1E293B"/>
                </a:solidFill>
                <a:latin typeface="Calibri"/>
                <a:cs typeface="Calibri"/>
              </a:rPr>
              <a:t> </a:t>
            </a:r>
            <a:r>
              <a:rPr dirty="0" sz="1100">
                <a:solidFill>
                  <a:srgbClr val="1E293B"/>
                </a:solidFill>
                <a:latin typeface="Calibri"/>
                <a:cs typeface="Calibri"/>
              </a:rPr>
              <a:t>formula</a:t>
            </a:r>
            <a:r>
              <a:rPr dirty="0" sz="1100" spc="-15">
                <a:solidFill>
                  <a:srgbClr val="1E293B"/>
                </a:solidFill>
                <a:latin typeface="Calibri"/>
                <a:cs typeface="Calibri"/>
              </a:rPr>
              <a:t> </a:t>
            </a:r>
            <a:r>
              <a:rPr dirty="0" sz="1100">
                <a:solidFill>
                  <a:srgbClr val="1E293B"/>
                </a:solidFill>
                <a:latin typeface="Calibri"/>
                <a:cs typeface="Calibri"/>
              </a:rPr>
              <a:t>across</a:t>
            </a:r>
            <a:r>
              <a:rPr dirty="0" sz="1100" spc="-10">
                <a:solidFill>
                  <a:srgbClr val="1E293B"/>
                </a:solidFill>
                <a:latin typeface="Calibri"/>
                <a:cs typeface="Calibri"/>
              </a:rPr>
              <a:t> </a:t>
            </a:r>
            <a:r>
              <a:rPr dirty="0" sz="1100">
                <a:solidFill>
                  <a:srgbClr val="1E293B"/>
                </a:solidFill>
                <a:latin typeface="Calibri"/>
                <a:cs typeface="Calibri"/>
              </a:rPr>
              <a:t>5</a:t>
            </a:r>
            <a:r>
              <a:rPr dirty="0" sz="1100" spc="-15">
                <a:solidFill>
                  <a:srgbClr val="1E293B"/>
                </a:solidFill>
                <a:latin typeface="Calibri"/>
                <a:cs typeface="Calibri"/>
              </a:rPr>
              <a:t> </a:t>
            </a:r>
            <a:r>
              <a:rPr dirty="0" sz="1100">
                <a:solidFill>
                  <a:srgbClr val="1E293B"/>
                </a:solidFill>
                <a:latin typeface="Calibri"/>
                <a:cs typeface="Calibri"/>
              </a:rPr>
              <a:t>weighted</a:t>
            </a:r>
            <a:r>
              <a:rPr dirty="0" sz="1100" spc="-15">
                <a:solidFill>
                  <a:srgbClr val="1E293B"/>
                </a:solidFill>
                <a:latin typeface="Calibri"/>
                <a:cs typeface="Calibri"/>
              </a:rPr>
              <a:t> </a:t>
            </a:r>
            <a:r>
              <a:rPr dirty="0" sz="1100" spc="-10">
                <a:solidFill>
                  <a:srgbClr val="1E293B"/>
                </a:solidFill>
                <a:latin typeface="Calibri"/>
                <a:cs typeface="Calibri"/>
              </a:rPr>
              <a:t>environmental</a:t>
            </a:r>
            <a:r>
              <a:rPr dirty="0" sz="1100" spc="-15">
                <a:solidFill>
                  <a:srgbClr val="1E293B"/>
                </a:solidFill>
                <a:latin typeface="Calibri"/>
                <a:cs typeface="Calibri"/>
              </a:rPr>
              <a:t> </a:t>
            </a:r>
            <a:r>
              <a:rPr dirty="0" sz="1100" spc="-25">
                <a:solidFill>
                  <a:srgbClr val="1E293B"/>
                </a:solidFill>
                <a:latin typeface="Calibri"/>
                <a:cs typeface="Calibri"/>
              </a:rPr>
              <a:t>and </a:t>
            </a:r>
            <a:r>
              <a:rPr dirty="0" sz="1100">
                <a:solidFill>
                  <a:srgbClr val="1E293B"/>
                </a:solidFill>
                <a:latin typeface="Calibri"/>
                <a:cs typeface="Calibri"/>
              </a:rPr>
              <a:t>operational</a:t>
            </a:r>
            <a:r>
              <a:rPr dirty="0" sz="1100" spc="-60">
                <a:solidFill>
                  <a:srgbClr val="1E293B"/>
                </a:solidFill>
                <a:latin typeface="Calibri"/>
                <a:cs typeface="Calibri"/>
              </a:rPr>
              <a:t> </a:t>
            </a:r>
            <a:r>
              <a:rPr dirty="0" sz="1100" spc="-10">
                <a:solidFill>
                  <a:srgbClr val="1E293B"/>
                </a:solidFill>
                <a:latin typeface="Calibri"/>
                <a:cs typeface="Calibri"/>
              </a:rPr>
              <a:t>vectors:</a:t>
            </a:r>
            <a:endParaRPr sz="1100">
              <a:latin typeface="Calibri"/>
              <a:cs typeface="Calibri"/>
            </a:endParaRPr>
          </a:p>
          <a:p>
            <a:pPr marL="104139" indent="-91440">
              <a:lnSpc>
                <a:spcPct val="100000"/>
              </a:lnSpc>
              <a:spcBef>
                <a:spcPts val="390"/>
              </a:spcBef>
              <a:buChar char="•"/>
              <a:tabLst>
                <a:tab pos="104139" algn="l"/>
              </a:tabLst>
            </a:pPr>
            <a:r>
              <a:rPr dirty="0" sz="1000" spc="-10">
                <a:solidFill>
                  <a:srgbClr val="1E293B"/>
                </a:solidFill>
                <a:latin typeface="Calibri"/>
                <a:cs typeface="Calibri"/>
              </a:rPr>
              <a:t>Wave</a:t>
            </a:r>
            <a:r>
              <a:rPr dirty="0" sz="1000" spc="-35">
                <a:solidFill>
                  <a:srgbClr val="1E293B"/>
                </a:solidFill>
                <a:latin typeface="Calibri"/>
                <a:cs typeface="Calibri"/>
              </a:rPr>
              <a:t> </a:t>
            </a:r>
            <a:r>
              <a:rPr dirty="0" sz="1000">
                <a:solidFill>
                  <a:srgbClr val="1E293B"/>
                </a:solidFill>
                <a:latin typeface="Calibri"/>
                <a:cs typeface="Calibri"/>
              </a:rPr>
              <a:t>&amp;</a:t>
            </a:r>
            <a:r>
              <a:rPr dirty="0" sz="1000" spc="-20">
                <a:solidFill>
                  <a:srgbClr val="1E293B"/>
                </a:solidFill>
                <a:latin typeface="Calibri"/>
                <a:cs typeface="Calibri"/>
              </a:rPr>
              <a:t> </a:t>
            </a:r>
            <a:r>
              <a:rPr dirty="0" sz="1000">
                <a:solidFill>
                  <a:srgbClr val="1E293B"/>
                </a:solidFill>
                <a:latin typeface="Calibri"/>
                <a:cs typeface="Calibri"/>
              </a:rPr>
              <a:t>Swell</a:t>
            </a:r>
            <a:r>
              <a:rPr dirty="0" sz="1000" spc="-20">
                <a:solidFill>
                  <a:srgbClr val="1E293B"/>
                </a:solidFill>
                <a:latin typeface="Calibri"/>
                <a:cs typeface="Calibri"/>
              </a:rPr>
              <a:t> </a:t>
            </a:r>
            <a:r>
              <a:rPr dirty="0" sz="1000">
                <a:solidFill>
                  <a:srgbClr val="1E293B"/>
                </a:solidFill>
                <a:latin typeface="Calibri"/>
                <a:cs typeface="Calibri"/>
              </a:rPr>
              <a:t>Risk</a:t>
            </a:r>
            <a:r>
              <a:rPr dirty="0" sz="1000" spc="-20">
                <a:solidFill>
                  <a:srgbClr val="1E293B"/>
                </a:solidFill>
                <a:latin typeface="Calibri"/>
                <a:cs typeface="Calibri"/>
              </a:rPr>
              <a:t> </a:t>
            </a:r>
            <a:r>
              <a:rPr dirty="0" sz="1000">
                <a:solidFill>
                  <a:srgbClr val="1E293B"/>
                </a:solidFill>
                <a:latin typeface="Calibri"/>
                <a:cs typeface="Calibri"/>
              </a:rPr>
              <a:t>(35%):</a:t>
            </a:r>
            <a:r>
              <a:rPr dirty="0" sz="1000" spc="-20">
                <a:solidFill>
                  <a:srgbClr val="1E293B"/>
                </a:solidFill>
                <a:latin typeface="Calibri"/>
                <a:cs typeface="Calibri"/>
              </a:rPr>
              <a:t> </a:t>
            </a:r>
            <a:r>
              <a:rPr dirty="0" sz="1000" spc="-10">
                <a:solidFill>
                  <a:srgbClr val="1E293B"/>
                </a:solidFill>
                <a:latin typeface="Calibri"/>
                <a:cs typeface="Calibri"/>
              </a:rPr>
              <a:t>Evaluates</a:t>
            </a:r>
            <a:r>
              <a:rPr dirty="0" sz="1000" spc="-20">
                <a:solidFill>
                  <a:srgbClr val="1E293B"/>
                </a:solidFill>
                <a:latin typeface="Calibri"/>
                <a:cs typeface="Calibri"/>
              </a:rPr>
              <a:t> </a:t>
            </a:r>
            <a:r>
              <a:rPr dirty="0" sz="1000">
                <a:solidFill>
                  <a:srgbClr val="1E293B"/>
                </a:solidFill>
                <a:latin typeface="Calibri"/>
                <a:cs typeface="Calibri"/>
              </a:rPr>
              <a:t>significant</a:t>
            </a:r>
            <a:r>
              <a:rPr dirty="0" sz="1000" spc="-20">
                <a:solidFill>
                  <a:srgbClr val="1E293B"/>
                </a:solidFill>
                <a:latin typeface="Calibri"/>
                <a:cs typeface="Calibri"/>
              </a:rPr>
              <a:t> </a:t>
            </a:r>
            <a:r>
              <a:rPr dirty="0" sz="1000">
                <a:solidFill>
                  <a:srgbClr val="1E293B"/>
                </a:solidFill>
                <a:latin typeface="Calibri"/>
                <a:cs typeface="Calibri"/>
              </a:rPr>
              <a:t>wave</a:t>
            </a:r>
            <a:r>
              <a:rPr dirty="0" sz="1000" spc="-20">
                <a:solidFill>
                  <a:srgbClr val="1E293B"/>
                </a:solidFill>
                <a:latin typeface="Calibri"/>
                <a:cs typeface="Calibri"/>
              </a:rPr>
              <a:t> </a:t>
            </a:r>
            <a:r>
              <a:rPr dirty="0" sz="1000">
                <a:solidFill>
                  <a:srgbClr val="1E293B"/>
                </a:solidFill>
                <a:latin typeface="Calibri"/>
                <a:cs typeface="Calibri"/>
              </a:rPr>
              <a:t>height</a:t>
            </a:r>
            <a:r>
              <a:rPr dirty="0" sz="1000" spc="-20">
                <a:solidFill>
                  <a:srgbClr val="1E293B"/>
                </a:solidFill>
                <a:latin typeface="Calibri"/>
                <a:cs typeface="Calibri"/>
              </a:rPr>
              <a:t> </a:t>
            </a:r>
            <a:r>
              <a:rPr dirty="0" sz="1000">
                <a:solidFill>
                  <a:srgbClr val="1E293B"/>
                </a:solidFill>
                <a:latin typeface="Calibri"/>
                <a:cs typeface="Calibri"/>
              </a:rPr>
              <a:t>and</a:t>
            </a:r>
            <a:r>
              <a:rPr dirty="0" sz="1000" spc="-20">
                <a:solidFill>
                  <a:srgbClr val="1E293B"/>
                </a:solidFill>
                <a:latin typeface="Calibri"/>
                <a:cs typeface="Calibri"/>
              </a:rPr>
              <a:t> </a:t>
            </a:r>
            <a:r>
              <a:rPr dirty="0" sz="1000">
                <a:solidFill>
                  <a:srgbClr val="1E293B"/>
                </a:solidFill>
                <a:latin typeface="Calibri"/>
                <a:cs typeface="Calibri"/>
              </a:rPr>
              <a:t>swell</a:t>
            </a:r>
            <a:r>
              <a:rPr dirty="0" sz="1000" spc="-20">
                <a:solidFill>
                  <a:srgbClr val="1E293B"/>
                </a:solidFill>
                <a:latin typeface="Calibri"/>
                <a:cs typeface="Calibri"/>
              </a:rPr>
              <a:t> </a:t>
            </a:r>
            <a:r>
              <a:rPr dirty="0" sz="1000">
                <a:solidFill>
                  <a:srgbClr val="1E293B"/>
                </a:solidFill>
                <a:latin typeface="Calibri"/>
                <a:cs typeface="Calibri"/>
              </a:rPr>
              <a:t>period</a:t>
            </a:r>
            <a:r>
              <a:rPr dirty="0" sz="1000" spc="-20">
                <a:solidFill>
                  <a:srgbClr val="1E293B"/>
                </a:solidFill>
                <a:latin typeface="Calibri"/>
                <a:cs typeface="Calibri"/>
              </a:rPr>
              <a:t> </a:t>
            </a:r>
            <a:r>
              <a:rPr dirty="0" sz="1000">
                <a:solidFill>
                  <a:srgbClr val="1E293B"/>
                </a:solidFill>
                <a:latin typeface="Calibri"/>
                <a:cs typeface="Calibri"/>
              </a:rPr>
              <a:t>against</a:t>
            </a:r>
            <a:r>
              <a:rPr dirty="0" sz="1000" spc="-20">
                <a:solidFill>
                  <a:srgbClr val="1E293B"/>
                </a:solidFill>
                <a:latin typeface="Calibri"/>
                <a:cs typeface="Calibri"/>
              </a:rPr>
              <a:t> </a:t>
            </a:r>
            <a:r>
              <a:rPr dirty="0" sz="1000">
                <a:solidFill>
                  <a:srgbClr val="1E293B"/>
                </a:solidFill>
                <a:latin typeface="Calibri"/>
                <a:cs typeface="Calibri"/>
              </a:rPr>
              <a:t>small-craft</a:t>
            </a:r>
            <a:r>
              <a:rPr dirty="0" sz="1000" spc="-20">
                <a:solidFill>
                  <a:srgbClr val="1E293B"/>
                </a:solidFill>
                <a:latin typeface="Calibri"/>
                <a:cs typeface="Calibri"/>
              </a:rPr>
              <a:t> </a:t>
            </a:r>
            <a:r>
              <a:rPr dirty="0" sz="1000">
                <a:solidFill>
                  <a:srgbClr val="1E293B"/>
                </a:solidFill>
                <a:latin typeface="Calibri"/>
                <a:cs typeface="Calibri"/>
              </a:rPr>
              <a:t>seaworthiness</a:t>
            </a:r>
            <a:r>
              <a:rPr dirty="0" sz="1000" spc="-20">
                <a:solidFill>
                  <a:srgbClr val="1E293B"/>
                </a:solidFill>
                <a:latin typeface="Calibri"/>
                <a:cs typeface="Calibri"/>
              </a:rPr>
              <a:t> </a:t>
            </a:r>
            <a:r>
              <a:rPr dirty="0" sz="1000" spc="-10">
                <a:solidFill>
                  <a:srgbClr val="1E293B"/>
                </a:solidFill>
                <a:latin typeface="Calibri"/>
                <a:cs typeface="Calibri"/>
              </a:rPr>
              <a:t>limits.</a:t>
            </a:r>
            <a:endParaRPr sz="1000">
              <a:latin typeface="Calibri"/>
              <a:cs typeface="Calibri"/>
            </a:endParaRPr>
          </a:p>
          <a:p>
            <a:pPr marL="104139" indent="-91440">
              <a:lnSpc>
                <a:spcPct val="100000"/>
              </a:lnSpc>
              <a:spcBef>
                <a:spcPts val="400"/>
              </a:spcBef>
              <a:buChar char="•"/>
              <a:tabLst>
                <a:tab pos="104139" algn="l"/>
              </a:tabLst>
            </a:pPr>
            <a:r>
              <a:rPr dirty="0" sz="1000">
                <a:solidFill>
                  <a:srgbClr val="1E293B"/>
                </a:solidFill>
                <a:latin typeface="Calibri"/>
                <a:cs typeface="Calibri"/>
              </a:rPr>
              <a:t>Surface</a:t>
            </a:r>
            <a:r>
              <a:rPr dirty="0" sz="1000" spc="-20">
                <a:solidFill>
                  <a:srgbClr val="1E293B"/>
                </a:solidFill>
                <a:latin typeface="Calibri"/>
                <a:cs typeface="Calibri"/>
              </a:rPr>
              <a:t> </a:t>
            </a:r>
            <a:r>
              <a:rPr dirty="0" sz="1000">
                <a:solidFill>
                  <a:srgbClr val="1E293B"/>
                </a:solidFill>
                <a:latin typeface="Calibri"/>
                <a:cs typeface="Calibri"/>
              </a:rPr>
              <a:t>Wind</a:t>
            </a:r>
            <a:r>
              <a:rPr dirty="0" sz="1000" spc="-15">
                <a:solidFill>
                  <a:srgbClr val="1E293B"/>
                </a:solidFill>
                <a:latin typeface="Calibri"/>
                <a:cs typeface="Calibri"/>
              </a:rPr>
              <a:t> </a:t>
            </a:r>
            <a:r>
              <a:rPr dirty="0" sz="1000">
                <a:solidFill>
                  <a:srgbClr val="1E293B"/>
                </a:solidFill>
                <a:latin typeface="Calibri"/>
                <a:cs typeface="Calibri"/>
              </a:rPr>
              <a:t>Risk</a:t>
            </a:r>
            <a:r>
              <a:rPr dirty="0" sz="1000" spc="-20">
                <a:solidFill>
                  <a:srgbClr val="1E293B"/>
                </a:solidFill>
                <a:latin typeface="Calibri"/>
                <a:cs typeface="Calibri"/>
              </a:rPr>
              <a:t> </a:t>
            </a:r>
            <a:r>
              <a:rPr dirty="0" sz="1000">
                <a:solidFill>
                  <a:srgbClr val="1E293B"/>
                </a:solidFill>
                <a:latin typeface="Calibri"/>
                <a:cs typeface="Calibri"/>
              </a:rPr>
              <a:t>(25%):</a:t>
            </a:r>
            <a:r>
              <a:rPr dirty="0" sz="1000" spc="-15">
                <a:solidFill>
                  <a:srgbClr val="1E293B"/>
                </a:solidFill>
                <a:latin typeface="Calibri"/>
                <a:cs typeface="Calibri"/>
              </a:rPr>
              <a:t> </a:t>
            </a:r>
            <a:r>
              <a:rPr dirty="0" sz="1000" spc="-10">
                <a:solidFill>
                  <a:srgbClr val="1E293B"/>
                </a:solidFill>
                <a:latin typeface="Calibri"/>
                <a:cs typeface="Calibri"/>
              </a:rPr>
              <a:t>Evaluates</a:t>
            </a:r>
            <a:r>
              <a:rPr dirty="0" sz="1000" spc="-20">
                <a:solidFill>
                  <a:srgbClr val="1E293B"/>
                </a:solidFill>
                <a:latin typeface="Calibri"/>
                <a:cs typeface="Calibri"/>
              </a:rPr>
              <a:t> </a:t>
            </a:r>
            <a:r>
              <a:rPr dirty="0" sz="1000">
                <a:solidFill>
                  <a:srgbClr val="1E293B"/>
                </a:solidFill>
                <a:latin typeface="Calibri"/>
                <a:cs typeface="Calibri"/>
              </a:rPr>
              <a:t>sustained</a:t>
            </a:r>
            <a:r>
              <a:rPr dirty="0" sz="1000" spc="-15">
                <a:solidFill>
                  <a:srgbClr val="1E293B"/>
                </a:solidFill>
                <a:latin typeface="Calibri"/>
                <a:cs typeface="Calibri"/>
              </a:rPr>
              <a:t> </a:t>
            </a:r>
            <a:r>
              <a:rPr dirty="0" sz="1000">
                <a:solidFill>
                  <a:srgbClr val="1E293B"/>
                </a:solidFill>
                <a:latin typeface="Calibri"/>
                <a:cs typeface="Calibri"/>
              </a:rPr>
              <a:t>wind</a:t>
            </a:r>
            <a:r>
              <a:rPr dirty="0" sz="1000" spc="-15">
                <a:solidFill>
                  <a:srgbClr val="1E293B"/>
                </a:solidFill>
                <a:latin typeface="Calibri"/>
                <a:cs typeface="Calibri"/>
              </a:rPr>
              <a:t> </a:t>
            </a:r>
            <a:r>
              <a:rPr dirty="0" sz="1000">
                <a:solidFill>
                  <a:srgbClr val="1E293B"/>
                </a:solidFill>
                <a:latin typeface="Calibri"/>
                <a:cs typeface="Calibri"/>
              </a:rPr>
              <a:t>and</a:t>
            </a:r>
            <a:r>
              <a:rPr dirty="0" sz="1000" spc="-20">
                <a:solidFill>
                  <a:srgbClr val="1E293B"/>
                </a:solidFill>
                <a:latin typeface="Calibri"/>
                <a:cs typeface="Calibri"/>
              </a:rPr>
              <a:t> </a:t>
            </a:r>
            <a:r>
              <a:rPr dirty="0" sz="1000">
                <a:solidFill>
                  <a:srgbClr val="1E293B"/>
                </a:solidFill>
                <a:latin typeface="Calibri"/>
                <a:cs typeface="Calibri"/>
              </a:rPr>
              <a:t>gust</a:t>
            </a:r>
            <a:r>
              <a:rPr dirty="0" sz="1000" spc="-15">
                <a:solidFill>
                  <a:srgbClr val="1E293B"/>
                </a:solidFill>
                <a:latin typeface="Calibri"/>
                <a:cs typeface="Calibri"/>
              </a:rPr>
              <a:t> </a:t>
            </a:r>
            <a:r>
              <a:rPr dirty="0" sz="1000">
                <a:solidFill>
                  <a:srgbClr val="1E293B"/>
                </a:solidFill>
                <a:latin typeface="Calibri"/>
                <a:cs typeface="Calibri"/>
              </a:rPr>
              <a:t>forces</a:t>
            </a:r>
            <a:r>
              <a:rPr dirty="0" sz="1000" spc="-20">
                <a:solidFill>
                  <a:srgbClr val="1E293B"/>
                </a:solidFill>
                <a:latin typeface="Calibri"/>
                <a:cs typeface="Calibri"/>
              </a:rPr>
              <a:t> </a:t>
            </a:r>
            <a:r>
              <a:rPr dirty="0" sz="1000">
                <a:solidFill>
                  <a:srgbClr val="1E293B"/>
                </a:solidFill>
                <a:latin typeface="Calibri"/>
                <a:cs typeface="Calibri"/>
              </a:rPr>
              <a:t>via</a:t>
            </a:r>
            <a:r>
              <a:rPr dirty="0" sz="1000" spc="-15">
                <a:solidFill>
                  <a:srgbClr val="1E293B"/>
                </a:solidFill>
                <a:latin typeface="Calibri"/>
                <a:cs typeface="Calibri"/>
              </a:rPr>
              <a:t> </a:t>
            </a:r>
            <a:r>
              <a:rPr dirty="0" sz="1000">
                <a:solidFill>
                  <a:srgbClr val="1E293B"/>
                </a:solidFill>
                <a:latin typeface="Calibri"/>
                <a:cs typeface="Calibri"/>
              </a:rPr>
              <a:t>the</a:t>
            </a:r>
            <a:r>
              <a:rPr dirty="0" sz="1000" spc="-20">
                <a:solidFill>
                  <a:srgbClr val="1E293B"/>
                </a:solidFill>
                <a:latin typeface="Calibri"/>
                <a:cs typeface="Calibri"/>
              </a:rPr>
              <a:t> </a:t>
            </a:r>
            <a:r>
              <a:rPr dirty="0" sz="1000">
                <a:solidFill>
                  <a:srgbClr val="1E293B"/>
                </a:solidFill>
                <a:latin typeface="Calibri"/>
                <a:cs typeface="Calibri"/>
              </a:rPr>
              <a:t>international</a:t>
            </a:r>
            <a:r>
              <a:rPr dirty="0" sz="1000" spc="-15">
                <a:solidFill>
                  <a:srgbClr val="1E293B"/>
                </a:solidFill>
                <a:latin typeface="Calibri"/>
                <a:cs typeface="Calibri"/>
              </a:rPr>
              <a:t> </a:t>
            </a:r>
            <a:r>
              <a:rPr dirty="0" sz="1000">
                <a:solidFill>
                  <a:srgbClr val="1E293B"/>
                </a:solidFill>
                <a:latin typeface="Calibri"/>
                <a:cs typeface="Calibri"/>
              </a:rPr>
              <a:t>Beaufort</a:t>
            </a:r>
            <a:r>
              <a:rPr dirty="0" sz="1000" spc="-15">
                <a:solidFill>
                  <a:srgbClr val="1E293B"/>
                </a:solidFill>
                <a:latin typeface="Calibri"/>
                <a:cs typeface="Calibri"/>
              </a:rPr>
              <a:t> </a:t>
            </a:r>
            <a:r>
              <a:rPr dirty="0" sz="1000" spc="-10">
                <a:solidFill>
                  <a:srgbClr val="1E293B"/>
                </a:solidFill>
                <a:latin typeface="Calibri"/>
                <a:cs typeface="Calibri"/>
              </a:rPr>
              <a:t>scale.</a:t>
            </a:r>
            <a:endParaRPr sz="1000">
              <a:latin typeface="Calibri"/>
              <a:cs typeface="Calibri"/>
            </a:endParaRPr>
          </a:p>
          <a:p>
            <a:pPr marL="104139" indent="-91440">
              <a:lnSpc>
                <a:spcPct val="100000"/>
              </a:lnSpc>
              <a:spcBef>
                <a:spcPts val="400"/>
              </a:spcBef>
              <a:buChar char="•"/>
              <a:tabLst>
                <a:tab pos="104139" algn="l"/>
              </a:tabLst>
            </a:pPr>
            <a:r>
              <a:rPr dirty="0" sz="1000">
                <a:solidFill>
                  <a:srgbClr val="1E293B"/>
                </a:solidFill>
                <a:latin typeface="Calibri"/>
                <a:cs typeface="Calibri"/>
              </a:rPr>
              <a:t>Hazard</a:t>
            </a:r>
            <a:r>
              <a:rPr dirty="0" sz="1000" spc="-15">
                <a:solidFill>
                  <a:srgbClr val="1E293B"/>
                </a:solidFill>
                <a:latin typeface="Calibri"/>
                <a:cs typeface="Calibri"/>
              </a:rPr>
              <a:t> </a:t>
            </a:r>
            <a:r>
              <a:rPr dirty="0" sz="1000">
                <a:solidFill>
                  <a:srgbClr val="1E293B"/>
                </a:solidFill>
                <a:latin typeface="Calibri"/>
                <a:cs typeface="Calibri"/>
              </a:rPr>
              <a:t>Alert</a:t>
            </a:r>
            <a:r>
              <a:rPr dirty="0" sz="1000" spc="-15">
                <a:solidFill>
                  <a:srgbClr val="1E293B"/>
                </a:solidFill>
                <a:latin typeface="Calibri"/>
                <a:cs typeface="Calibri"/>
              </a:rPr>
              <a:t> </a:t>
            </a:r>
            <a:r>
              <a:rPr dirty="0" sz="1000">
                <a:solidFill>
                  <a:srgbClr val="1E293B"/>
                </a:solidFill>
                <a:latin typeface="Calibri"/>
                <a:cs typeface="Calibri"/>
              </a:rPr>
              <a:t>Risk</a:t>
            </a:r>
            <a:r>
              <a:rPr dirty="0" sz="1000" spc="-15">
                <a:solidFill>
                  <a:srgbClr val="1E293B"/>
                </a:solidFill>
                <a:latin typeface="Calibri"/>
                <a:cs typeface="Calibri"/>
              </a:rPr>
              <a:t> </a:t>
            </a:r>
            <a:r>
              <a:rPr dirty="0" sz="1000">
                <a:solidFill>
                  <a:srgbClr val="1E293B"/>
                </a:solidFill>
                <a:latin typeface="Calibri"/>
                <a:cs typeface="Calibri"/>
              </a:rPr>
              <a:t>(25%):</a:t>
            </a:r>
            <a:r>
              <a:rPr dirty="0" sz="1000" spc="-15">
                <a:solidFill>
                  <a:srgbClr val="1E293B"/>
                </a:solidFill>
                <a:latin typeface="Calibri"/>
                <a:cs typeface="Calibri"/>
              </a:rPr>
              <a:t> </a:t>
            </a:r>
            <a:r>
              <a:rPr dirty="0" sz="1000" spc="-10">
                <a:solidFill>
                  <a:srgbClr val="1E293B"/>
                </a:solidFill>
                <a:latin typeface="Calibri"/>
                <a:cs typeface="Calibri"/>
              </a:rPr>
              <a:t>Evaluates</a:t>
            </a:r>
            <a:r>
              <a:rPr dirty="0" sz="1000" spc="-15">
                <a:solidFill>
                  <a:srgbClr val="1E293B"/>
                </a:solidFill>
                <a:latin typeface="Calibri"/>
                <a:cs typeface="Calibri"/>
              </a:rPr>
              <a:t> </a:t>
            </a:r>
            <a:r>
              <a:rPr dirty="0" sz="1000">
                <a:solidFill>
                  <a:srgbClr val="1E293B"/>
                </a:solidFill>
                <a:latin typeface="Calibri"/>
                <a:cs typeface="Calibri"/>
              </a:rPr>
              <a:t>active</a:t>
            </a:r>
            <a:r>
              <a:rPr dirty="0" sz="1000" spc="-15">
                <a:solidFill>
                  <a:srgbClr val="1E293B"/>
                </a:solidFill>
                <a:latin typeface="Calibri"/>
                <a:cs typeface="Calibri"/>
              </a:rPr>
              <a:t> </a:t>
            </a:r>
            <a:r>
              <a:rPr dirty="0" sz="1000">
                <a:solidFill>
                  <a:srgbClr val="1E293B"/>
                </a:solidFill>
                <a:latin typeface="Calibri"/>
                <a:cs typeface="Calibri"/>
              </a:rPr>
              <a:t>INCOIS</a:t>
            </a:r>
            <a:r>
              <a:rPr dirty="0" sz="1000" spc="-15">
                <a:solidFill>
                  <a:srgbClr val="1E293B"/>
                </a:solidFill>
                <a:latin typeface="Calibri"/>
                <a:cs typeface="Calibri"/>
              </a:rPr>
              <a:t> </a:t>
            </a:r>
            <a:r>
              <a:rPr dirty="0" sz="1000">
                <a:solidFill>
                  <a:srgbClr val="1E293B"/>
                </a:solidFill>
                <a:latin typeface="Calibri"/>
                <a:cs typeface="Calibri"/>
              </a:rPr>
              <a:t>High</a:t>
            </a:r>
            <a:r>
              <a:rPr dirty="0" sz="1000" spc="-15">
                <a:solidFill>
                  <a:srgbClr val="1E293B"/>
                </a:solidFill>
                <a:latin typeface="Calibri"/>
                <a:cs typeface="Calibri"/>
              </a:rPr>
              <a:t> </a:t>
            </a:r>
            <a:r>
              <a:rPr dirty="0" sz="1000" spc="-10">
                <a:solidFill>
                  <a:srgbClr val="1E293B"/>
                </a:solidFill>
                <a:latin typeface="Calibri"/>
                <a:cs typeface="Calibri"/>
              </a:rPr>
              <a:t>Wave</a:t>
            </a:r>
            <a:r>
              <a:rPr dirty="0" sz="1000" spc="-15">
                <a:solidFill>
                  <a:srgbClr val="1E293B"/>
                </a:solidFill>
                <a:latin typeface="Calibri"/>
                <a:cs typeface="Calibri"/>
              </a:rPr>
              <a:t> </a:t>
            </a:r>
            <a:r>
              <a:rPr dirty="0" sz="1000">
                <a:solidFill>
                  <a:srgbClr val="1E293B"/>
                </a:solidFill>
                <a:latin typeface="Calibri"/>
                <a:cs typeface="Calibri"/>
              </a:rPr>
              <a:t>alerts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0">
                <a:solidFill>
                  <a:srgbClr val="1E293B"/>
                </a:solidFill>
                <a:latin typeface="Calibri"/>
                <a:cs typeface="Calibri"/>
              </a:rPr>
              <a:t> </a:t>
            </a:r>
            <a:r>
              <a:rPr dirty="0" sz="1000">
                <a:solidFill>
                  <a:srgbClr val="1E293B"/>
                </a:solidFill>
                <a:latin typeface="Calibri"/>
                <a:cs typeface="Calibri"/>
              </a:rPr>
              <a:t>IMD</a:t>
            </a:r>
            <a:r>
              <a:rPr dirty="0" sz="1000" spc="-15">
                <a:solidFill>
                  <a:srgbClr val="1E293B"/>
                </a:solidFill>
                <a:latin typeface="Calibri"/>
                <a:cs typeface="Calibri"/>
              </a:rPr>
              <a:t> </a:t>
            </a:r>
            <a:r>
              <a:rPr dirty="0" sz="1000">
                <a:solidFill>
                  <a:srgbClr val="1E293B"/>
                </a:solidFill>
                <a:latin typeface="Calibri"/>
                <a:cs typeface="Calibri"/>
              </a:rPr>
              <a:t>Port</a:t>
            </a:r>
            <a:r>
              <a:rPr dirty="0" sz="1000" spc="-15">
                <a:solidFill>
                  <a:srgbClr val="1E293B"/>
                </a:solidFill>
                <a:latin typeface="Calibri"/>
                <a:cs typeface="Calibri"/>
              </a:rPr>
              <a:t> </a:t>
            </a:r>
            <a:r>
              <a:rPr dirty="0" sz="1000">
                <a:solidFill>
                  <a:srgbClr val="1E293B"/>
                </a:solidFill>
                <a:latin typeface="Calibri"/>
                <a:cs typeface="Calibri"/>
              </a:rPr>
              <a:t>Danger</a:t>
            </a:r>
            <a:r>
              <a:rPr dirty="0" sz="1000" spc="-15">
                <a:solidFill>
                  <a:srgbClr val="1E293B"/>
                </a:solidFill>
                <a:latin typeface="Calibri"/>
                <a:cs typeface="Calibri"/>
              </a:rPr>
              <a:t> </a:t>
            </a:r>
            <a:r>
              <a:rPr dirty="0" sz="1000">
                <a:solidFill>
                  <a:srgbClr val="1E293B"/>
                </a:solidFill>
                <a:latin typeface="Calibri"/>
                <a:cs typeface="Calibri"/>
              </a:rPr>
              <a:t>Signals</a:t>
            </a:r>
            <a:r>
              <a:rPr dirty="0" sz="1000" spc="-15">
                <a:solidFill>
                  <a:srgbClr val="1E293B"/>
                </a:solidFill>
                <a:latin typeface="Calibri"/>
                <a:cs typeface="Calibri"/>
              </a:rPr>
              <a:t> </a:t>
            </a:r>
            <a:r>
              <a:rPr dirty="0" sz="1000">
                <a:solidFill>
                  <a:srgbClr val="1E293B"/>
                </a:solidFill>
                <a:latin typeface="Calibri"/>
                <a:cs typeface="Calibri"/>
              </a:rPr>
              <a:t>(Signals</a:t>
            </a:r>
            <a:r>
              <a:rPr dirty="0" sz="1000" spc="-15">
                <a:solidFill>
                  <a:srgbClr val="1E293B"/>
                </a:solidFill>
                <a:latin typeface="Calibri"/>
                <a:cs typeface="Calibri"/>
              </a:rPr>
              <a:t> </a:t>
            </a:r>
            <a:r>
              <a:rPr dirty="0" sz="1000" spc="-10">
                <a:solidFill>
                  <a:srgbClr val="1E293B"/>
                </a:solidFill>
                <a:latin typeface="Calibri"/>
                <a:cs typeface="Calibri"/>
              </a:rPr>
              <a:t>1–</a:t>
            </a:r>
            <a:r>
              <a:rPr dirty="0" sz="1000" spc="-20">
                <a:solidFill>
                  <a:srgbClr val="1E293B"/>
                </a:solidFill>
                <a:latin typeface="Calibri"/>
                <a:cs typeface="Calibri"/>
              </a:rPr>
              <a:t>11).</a:t>
            </a:r>
            <a:endParaRPr sz="1000">
              <a:latin typeface="Calibri"/>
              <a:cs typeface="Calibri"/>
            </a:endParaRPr>
          </a:p>
          <a:p>
            <a:pPr marL="104139" indent="-91440">
              <a:lnSpc>
                <a:spcPct val="100000"/>
              </a:lnSpc>
              <a:spcBef>
                <a:spcPts val="400"/>
              </a:spcBef>
              <a:buChar char="•"/>
              <a:tabLst>
                <a:tab pos="104139" algn="l"/>
              </a:tabLst>
            </a:pPr>
            <a:r>
              <a:rPr dirty="0" sz="1000">
                <a:solidFill>
                  <a:srgbClr val="1E293B"/>
                </a:solidFill>
                <a:latin typeface="Calibri"/>
                <a:cs typeface="Calibri"/>
              </a:rPr>
              <a:t>Geofence</a:t>
            </a:r>
            <a:r>
              <a:rPr dirty="0" sz="1000" spc="-20">
                <a:solidFill>
                  <a:srgbClr val="1E293B"/>
                </a:solidFill>
                <a:latin typeface="Calibri"/>
                <a:cs typeface="Calibri"/>
              </a:rPr>
              <a:t> </a:t>
            </a:r>
            <a:r>
              <a:rPr dirty="0" sz="1000">
                <a:solidFill>
                  <a:srgbClr val="1E293B"/>
                </a:solidFill>
                <a:latin typeface="Calibri"/>
                <a:cs typeface="Calibri"/>
              </a:rPr>
              <a:t>Clearance</a:t>
            </a:r>
            <a:r>
              <a:rPr dirty="0" sz="1000" spc="-15">
                <a:solidFill>
                  <a:srgbClr val="1E293B"/>
                </a:solidFill>
                <a:latin typeface="Calibri"/>
                <a:cs typeface="Calibri"/>
              </a:rPr>
              <a:t> </a:t>
            </a:r>
            <a:r>
              <a:rPr dirty="0" sz="1000">
                <a:solidFill>
                  <a:srgbClr val="1E293B"/>
                </a:solidFill>
                <a:latin typeface="Calibri"/>
                <a:cs typeface="Calibri"/>
              </a:rPr>
              <a:t>(15%):</a:t>
            </a:r>
            <a:r>
              <a:rPr dirty="0" sz="1000" spc="-15">
                <a:solidFill>
                  <a:srgbClr val="1E293B"/>
                </a:solidFill>
                <a:latin typeface="Calibri"/>
                <a:cs typeface="Calibri"/>
              </a:rPr>
              <a:t> </a:t>
            </a:r>
            <a:r>
              <a:rPr dirty="0" sz="1000" spc="-10">
                <a:solidFill>
                  <a:srgbClr val="1E293B"/>
                </a:solidFill>
                <a:latin typeface="Calibri"/>
                <a:cs typeface="Calibri"/>
              </a:rPr>
              <a:t>Evaluates</a:t>
            </a:r>
            <a:r>
              <a:rPr dirty="0" sz="1000" spc="-15">
                <a:solidFill>
                  <a:srgbClr val="1E293B"/>
                </a:solidFill>
                <a:latin typeface="Calibri"/>
                <a:cs typeface="Calibri"/>
              </a:rPr>
              <a:t> </a:t>
            </a:r>
            <a:r>
              <a:rPr dirty="0" sz="1000">
                <a:solidFill>
                  <a:srgbClr val="1E293B"/>
                </a:solidFill>
                <a:latin typeface="Calibri"/>
                <a:cs typeface="Calibri"/>
              </a:rPr>
              <a:t>vessel</a:t>
            </a:r>
            <a:r>
              <a:rPr dirty="0" sz="1000" spc="-15">
                <a:solidFill>
                  <a:srgbClr val="1E293B"/>
                </a:solidFill>
                <a:latin typeface="Calibri"/>
                <a:cs typeface="Calibri"/>
              </a:rPr>
              <a:t> </a:t>
            </a:r>
            <a:r>
              <a:rPr dirty="0" sz="1000">
                <a:solidFill>
                  <a:srgbClr val="1E293B"/>
                </a:solidFill>
                <a:latin typeface="Calibri"/>
                <a:cs typeface="Calibri"/>
              </a:rPr>
              <a:t>distance</a:t>
            </a:r>
            <a:r>
              <a:rPr dirty="0" sz="1000" spc="-15">
                <a:solidFill>
                  <a:srgbClr val="1E293B"/>
                </a:solidFill>
                <a:latin typeface="Calibri"/>
                <a:cs typeface="Calibri"/>
              </a:rPr>
              <a:t> </a:t>
            </a:r>
            <a:r>
              <a:rPr dirty="0" sz="1000">
                <a:solidFill>
                  <a:srgbClr val="1E293B"/>
                </a:solidFill>
                <a:latin typeface="Calibri"/>
                <a:cs typeface="Calibri"/>
              </a:rPr>
              <a:t>to</a:t>
            </a:r>
            <a:r>
              <a:rPr dirty="0" sz="1000" spc="-15">
                <a:solidFill>
                  <a:srgbClr val="1E293B"/>
                </a:solidFill>
                <a:latin typeface="Calibri"/>
                <a:cs typeface="Calibri"/>
              </a:rPr>
              <a:t> </a:t>
            </a:r>
            <a:r>
              <a:rPr dirty="0" sz="1000">
                <a:solidFill>
                  <a:srgbClr val="1E293B"/>
                </a:solidFill>
                <a:latin typeface="Calibri"/>
                <a:cs typeface="Calibri"/>
              </a:rPr>
              <a:t>IMBL</a:t>
            </a:r>
            <a:r>
              <a:rPr dirty="0" sz="1000" spc="-15">
                <a:solidFill>
                  <a:srgbClr val="1E293B"/>
                </a:solidFill>
                <a:latin typeface="Calibri"/>
                <a:cs typeface="Calibri"/>
              </a:rPr>
              <a:t> </a:t>
            </a:r>
            <a:r>
              <a:rPr dirty="0" sz="1000">
                <a:solidFill>
                  <a:srgbClr val="1E293B"/>
                </a:solidFill>
                <a:latin typeface="Calibri"/>
                <a:cs typeface="Calibri"/>
              </a:rPr>
              <a:t>(&lt;12</a:t>
            </a:r>
            <a:r>
              <a:rPr dirty="0" sz="1000" spc="-15">
                <a:solidFill>
                  <a:srgbClr val="1E293B"/>
                </a:solidFill>
                <a:latin typeface="Calibri"/>
                <a:cs typeface="Calibri"/>
              </a:rPr>
              <a:t> </a:t>
            </a:r>
            <a:r>
              <a:rPr dirty="0" sz="1000">
                <a:solidFill>
                  <a:srgbClr val="1E293B"/>
                </a:solidFill>
                <a:latin typeface="Calibri"/>
                <a:cs typeface="Calibri"/>
              </a:rPr>
              <a:t>NM</a:t>
            </a:r>
            <a:r>
              <a:rPr dirty="0" sz="1000" spc="-15">
                <a:solidFill>
                  <a:srgbClr val="1E293B"/>
                </a:solidFill>
                <a:latin typeface="Calibri"/>
                <a:cs typeface="Calibri"/>
              </a:rPr>
              <a:t> </a:t>
            </a:r>
            <a:r>
              <a:rPr dirty="0" sz="1000">
                <a:solidFill>
                  <a:srgbClr val="1E293B"/>
                </a:solidFill>
                <a:latin typeface="Calibri"/>
                <a:cs typeface="Calibri"/>
              </a:rPr>
              <a:t>threshold)</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a:solidFill>
                  <a:srgbClr val="1E293B"/>
                </a:solidFill>
                <a:latin typeface="Calibri"/>
                <a:cs typeface="Calibri"/>
              </a:rPr>
              <a:t>Marine</a:t>
            </a:r>
            <a:r>
              <a:rPr dirty="0" sz="1000" spc="-15">
                <a:solidFill>
                  <a:srgbClr val="1E293B"/>
                </a:solidFill>
                <a:latin typeface="Calibri"/>
                <a:cs typeface="Calibri"/>
              </a:rPr>
              <a:t> </a:t>
            </a:r>
            <a:r>
              <a:rPr dirty="0" sz="1000" spc="-10">
                <a:solidFill>
                  <a:srgbClr val="1E293B"/>
                </a:solidFill>
                <a:latin typeface="Calibri"/>
                <a:cs typeface="Calibri"/>
              </a:rPr>
              <a:t>Protected</a:t>
            </a:r>
            <a:r>
              <a:rPr dirty="0" sz="1000" spc="-15">
                <a:solidFill>
                  <a:srgbClr val="1E293B"/>
                </a:solidFill>
                <a:latin typeface="Calibri"/>
                <a:cs typeface="Calibri"/>
              </a:rPr>
              <a:t> </a:t>
            </a:r>
            <a:r>
              <a:rPr dirty="0" sz="1000" spc="-10">
                <a:solidFill>
                  <a:srgbClr val="1E293B"/>
                </a:solidFill>
                <a:latin typeface="Calibri"/>
                <a:cs typeface="Calibri"/>
              </a:rPr>
              <a:t>Areas.</a:t>
            </a:r>
            <a:endParaRPr sz="1000">
              <a:latin typeface="Calibri"/>
              <a:cs typeface="Calibri"/>
            </a:endParaRPr>
          </a:p>
          <a:p>
            <a:pPr marL="104139" indent="-91440">
              <a:lnSpc>
                <a:spcPct val="100000"/>
              </a:lnSpc>
              <a:spcBef>
                <a:spcPts val="400"/>
              </a:spcBef>
              <a:buChar char="•"/>
              <a:tabLst>
                <a:tab pos="104139" algn="l"/>
              </a:tabLst>
            </a:pPr>
            <a:r>
              <a:rPr dirty="0" sz="1000">
                <a:solidFill>
                  <a:srgbClr val="1E293B"/>
                </a:solidFill>
                <a:latin typeface="Calibri"/>
                <a:cs typeface="Calibri"/>
              </a:rPr>
              <a:t>Freshness</a:t>
            </a:r>
            <a:r>
              <a:rPr dirty="0" sz="1000" spc="-20">
                <a:solidFill>
                  <a:srgbClr val="1E293B"/>
                </a:solidFill>
                <a:latin typeface="Calibri"/>
                <a:cs typeface="Calibri"/>
              </a:rPr>
              <a:t> </a:t>
            </a:r>
            <a:r>
              <a:rPr dirty="0" sz="1000">
                <a:solidFill>
                  <a:srgbClr val="1E293B"/>
                </a:solidFill>
                <a:latin typeface="Calibri"/>
                <a:cs typeface="Calibri"/>
              </a:rPr>
              <a:t>Penalty</a:t>
            </a:r>
            <a:r>
              <a:rPr dirty="0" sz="1000" spc="-15">
                <a:solidFill>
                  <a:srgbClr val="1E293B"/>
                </a:solidFill>
                <a:latin typeface="Calibri"/>
                <a:cs typeface="Calibri"/>
              </a:rPr>
              <a:t> </a:t>
            </a:r>
            <a:r>
              <a:rPr dirty="0" sz="1000">
                <a:solidFill>
                  <a:srgbClr val="1E293B"/>
                </a:solidFill>
                <a:latin typeface="Calibri"/>
                <a:cs typeface="Calibri"/>
              </a:rPr>
              <a:t>(+8):</a:t>
            </a:r>
            <a:r>
              <a:rPr dirty="0" sz="1000" spc="-15">
                <a:solidFill>
                  <a:srgbClr val="1E293B"/>
                </a:solidFill>
                <a:latin typeface="Calibri"/>
                <a:cs typeface="Calibri"/>
              </a:rPr>
              <a:t> </a:t>
            </a:r>
            <a:r>
              <a:rPr dirty="0" sz="1000">
                <a:solidFill>
                  <a:srgbClr val="1E293B"/>
                </a:solidFill>
                <a:latin typeface="Calibri"/>
                <a:cs typeface="Calibri"/>
              </a:rPr>
              <a:t>Adds</a:t>
            </a:r>
            <a:r>
              <a:rPr dirty="0" sz="1000" spc="-15">
                <a:solidFill>
                  <a:srgbClr val="1E293B"/>
                </a:solidFill>
                <a:latin typeface="Calibri"/>
                <a:cs typeface="Calibri"/>
              </a:rPr>
              <a:t> </a:t>
            </a:r>
            <a:r>
              <a:rPr dirty="0" sz="1000">
                <a:solidFill>
                  <a:srgbClr val="1E293B"/>
                </a:solidFill>
                <a:latin typeface="Calibri"/>
                <a:cs typeface="Calibri"/>
              </a:rPr>
              <a:t>uncertainty</a:t>
            </a:r>
            <a:r>
              <a:rPr dirty="0" sz="1000" spc="-15">
                <a:solidFill>
                  <a:srgbClr val="1E293B"/>
                </a:solidFill>
                <a:latin typeface="Calibri"/>
                <a:cs typeface="Calibri"/>
              </a:rPr>
              <a:t> </a:t>
            </a:r>
            <a:r>
              <a:rPr dirty="0" sz="1000">
                <a:solidFill>
                  <a:srgbClr val="1E293B"/>
                </a:solidFill>
                <a:latin typeface="Calibri"/>
                <a:cs typeface="Calibri"/>
              </a:rPr>
              <a:t>margin</a:t>
            </a:r>
            <a:r>
              <a:rPr dirty="0" sz="1000" spc="-15">
                <a:solidFill>
                  <a:srgbClr val="1E293B"/>
                </a:solidFill>
                <a:latin typeface="Calibri"/>
                <a:cs typeface="Calibri"/>
              </a:rPr>
              <a:t> </a:t>
            </a:r>
            <a:r>
              <a:rPr dirty="0" sz="1000">
                <a:solidFill>
                  <a:srgbClr val="1E293B"/>
                </a:solidFill>
                <a:latin typeface="Calibri"/>
                <a:cs typeface="Calibri"/>
              </a:rPr>
              <a:t>if</a:t>
            </a:r>
            <a:r>
              <a:rPr dirty="0" sz="1000" spc="-20">
                <a:solidFill>
                  <a:srgbClr val="1E293B"/>
                </a:solidFill>
                <a:latin typeface="Calibri"/>
                <a:cs typeface="Calibri"/>
              </a:rPr>
              <a:t> </a:t>
            </a:r>
            <a:r>
              <a:rPr dirty="0" sz="1000">
                <a:solidFill>
                  <a:srgbClr val="1E293B"/>
                </a:solidFill>
                <a:latin typeface="Calibri"/>
                <a:cs typeface="Calibri"/>
              </a:rPr>
              <a:t>telemetry</a:t>
            </a:r>
            <a:r>
              <a:rPr dirty="0" sz="1000" spc="-15">
                <a:solidFill>
                  <a:srgbClr val="1E293B"/>
                </a:solidFill>
                <a:latin typeface="Calibri"/>
                <a:cs typeface="Calibri"/>
              </a:rPr>
              <a:t> </a:t>
            </a:r>
            <a:r>
              <a:rPr dirty="0" sz="1000" spc="-10">
                <a:solidFill>
                  <a:srgbClr val="1E293B"/>
                </a:solidFill>
                <a:latin typeface="Calibri"/>
                <a:cs typeface="Calibri"/>
              </a:rPr>
              <a:t>exceeds</a:t>
            </a:r>
            <a:r>
              <a:rPr dirty="0" sz="1000" spc="-15">
                <a:solidFill>
                  <a:srgbClr val="1E293B"/>
                </a:solidFill>
                <a:latin typeface="Calibri"/>
                <a:cs typeface="Calibri"/>
              </a:rPr>
              <a:t> </a:t>
            </a:r>
            <a:r>
              <a:rPr dirty="0" sz="1000" spc="-10">
                <a:solidFill>
                  <a:srgbClr val="1E293B"/>
                </a:solidFill>
                <a:latin typeface="Calibri"/>
                <a:cs typeface="Calibri"/>
              </a:rPr>
              <a:t>near-real-</a:t>
            </a:r>
            <a:r>
              <a:rPr dirty="0" sz="1000">
                <a:solidFill>
                  <a:srgbClr val="1E293B"/>
                </a:solidFill>
                <a:latin typeface="Calibri"/>
                <a:cs typeface="Calibri"/>
              </a:rPr>
              <a:t>time</a:t>
            </a:r>
            <a:r>
              <a:rPr dirty="0" sz="1000" spc="-15">
                <a:solidFill>
                  <a:srgbClr val="1E293B"/>
                </a:solidFill>
                <a:latin typeface="Calibri"/>
                <a:cs typeface="Calibri"/>
              </a:rPr>
              <a:t> </a:t>
            </a:r>
            <a:r>
              <a:rPr dirty="0" sz="1000">
                <a:solidFill>
                  <a:srgbClr val="1E293B"/>
                </a:solidFill>
                <a:latin typeface="Calibri"/>
                <a:cs typeface="Calibri"/>
              </a:rPr>
              <a:t>latency</a:t>
            </a:r>
            <a:r>
              <a:rPr dirty="0" sz="1000" spc="-15">
                <a:solidFill>
                  <a:srgbClr val="1E293B"/>
                </a:solidFill>
                <a:latin typeface="Calibri"/>
                <a:cs typeface="Calibri"/>
              </a:rPr>
              <a:t> </a:t>
            </a:r>
            <a:r>
              <a:rPr dirty="0" sz="1000" spc="-10">
                <a:solidFill>
                  <a:srgbClr val="1E293B"/>
                </a:solidFill>
                <a:latin typeface="Calibri"/>
                <a:cs typeface="Calibri"/>
              </a:rPr>
              <a:t>(&gt;12h).</a:t>
            </a:r>
            <a:endParaRPr sz="1000">
              <a:latin typeface="Calibri"/>
              <a:cs typeface="Calibri"/>
            </a:endParaRPr>
          </a:p>
        </p:txBody>
      </p:sp>
      <p:grpSp>
        <p:nvGrpSpPr>
          <p:cNvPr id="6" name="object 6"/>
          <p:cNvGrpSpPr/>
          <p:nvPr/>
        </p:nvGrpSpPr>
        <p:grpSpPr>
          <a:xfrm>
            <a:off x="7912416" y="1626057"/>
            <a:ext cx="3743325" cy="4749165"/>
            <a:chOff x="7912416" y="1626057"/>
            <a:chExt cx="3743325" cy="4749165"/>
          </a:xfrm>
        </p:grpSpPr>
        <p:pic>
          <p:nvPicPr>
            <p:cNvPr id="7" name="object 7"/>
            <p:cNvPicPr/>
            <p:nvPr/>
          </p:nvPicPr>
          <p:blipFill>
            <a:blip r:embed="rId2" cstate="print"/>
            <a:stretch>
              <a:fillRect/>
            </a:stretch>
          </p:blipFill>
          <p:spPr>
            <a:xfrm>
              <a:off x="7912416" y="1626057"/>
              <a:ext cx="3743325" cy="4749165"/>
            </a:xfrm>
            <a:prstGeom prst="rect">
              <a:avLst/>
            </a:prstGeom>
          </p:spPr>
        </p:pic>
        <p:sp>
          <p:nvSpPr>
            <p:cNvPr id="8" name="object 8"/>
            <p:cNvSpPr/>
            <p:nvPr/>
          </p:nvSpPr>
          <p:spPr>
            <a:xfrm>
              <a:off x="7955278" y="1645920"/>
              <a:ext cx="3657600" cy="4663440"/>
            </a:xfrm>
            <a:custGeom>
              <a:avLst/>
              <a:gdLst/>
              <a:ahLst/>
              <a:cxnLst/>
              <a:rect l="l" t="t" r="r" b="b"/>
              <a:pathLst>
                <a:path w="3657600" h="4663440">
                  <a:moveTo>
                    <a:pt x="3047987" y="0"/>
                  </a:moveTo>
                  <a:lnTo>
                    <a:pt x="609612" y="0"/>
                  </a:lnTo>
                  <a:lnTo>
                    <a:pt x="561971" y="1834"/>
                  </a:lnTo>
                  <a:lnTo>
                    <a:pt x="515333" y="7246"/>
                  </a:lnTo>
                  <a:lnTo>
                    <a:pt x="469834" y="16100"/>
                  </a:lnTo>
                  <a:lnTo>
                    <a:pt x="425608" y="28261"/>
                  </a:lnTo>
                  <a:lnTo>
                    <a:pt x="382792" y="43593"/>
                  </a:lnTo>
                  <a:lnTo>
                    <a:pt x="341520" y="61961"/>
                  </a:lnTo>
                  <a:lnTo>
                    <a:pt x="301929" y="83230"/>
                  </a:lnTo>
                  <a:lnTo>
                    <a:pt x="264154" y="107263"/>
                  </a:lnTo>
                  <a:lnTo>
                    <a:pt x="228331" y="133925"/>
                  </a:lnTo>
                  <a:lnTo>
                    <a:pt x="194594" y="163080"/>
                  </a:lnTo>
                  <a:lnTo>
                    <a:pt x="163080" y="194594"/>
                  </a:lnTo>
                  <a:lnTo>
                    <a:pt x="133925" y="228331"/>
                  </a:lnTo>
                  <a:lnTo>
                    <a:pt x="107263" y="264154"/>
                  </a:lnTo>
                  <a:lnTo>
                    <a:pt x="83230" y="301929"/>
                  </a:lnTo>
                  <a:lnTo>
                    <a:pt x="61961" y="341520"/>
                  </a:lnTo>
                  <a:lnTo>
                    <a:pt x="43593" y="382792"/>
                  </a:lnTo>
                  <a:lnTo>
                    <a:pt x="28261" y="425608"/>
                  </a:lnTo>
                  <a:lnTo>
                    <a:pt x="16100" y="469834"/>
                  </a:lnTo>
                  <a:lnTo>
                    <a:pt x="7246" y="515333"/>
                  </a:lnTo>
                  <a:lnTo>
                    <a:pt x="1834" y="561971"/>
                  </a:lnTo>
                  <a:lnTo>
                    <a:pt x="0" y="609612"/>
                  </a:lnTo>
                  <a:lnTo>
                    <a:pt x="0" y="4053828"/>
                  </a:lnTo>
                  <a:lnTo>
                    <a:pt x="1834" y="4101468"/>
                  </a:lnTo>
                  <a:lnTo>
                    <a:pt x="7246" y="4148106"/>
                  </a:lnTo>
                  <a:lnTo>
                    <a:pt x="16100" y="4193606"/>
                  </a:lnTo>
                  <a:lnTo>
                    <a:pt x="28261" y="4237832"/>
                  </a:lnTo>
                  <a:lnTo>
                    <a:pt x="43593" y="4280648"/>
                  </a:lnTo>
                  <a:lnTo>
                    <a:pt x="61961" y="4321920"/>
                  </a:lnTo>
                  <a:lnTo>
                    <a:pt x="83230" y="4361511"/>
                  </a:lnTo>
                  <a:lnTo>
                    <a:pt x="107263" y="4399285"/>
                  </a:lnTo>
                  <a:lnTo>
                    <a:pt x="133925" y="4435109"/>
                  </a:lnTo>
                  <a:lnTo>
                    <a:pt x="163080" y="4468845"/>
                  </a:lnTo>
                  <a:lnTo>
                    <a:pt x="194594" y="4500359"/>
                  </a:lnTo>
                  <a:lnTo>
                    <a:pt x="228331" y="4529515"/>
                  </a:lnTo>
                  <a:lnTo>
                    <a:pt x="264154" y="4556177"/>
                  </a:lnTo>
                  <a:lnTo>
                    <a:pt x="301929" y="4580210"/>
                  </a:lnTo>
                  <a:lnTo>
                    <a:pt x="341520" y="4601478"/>
                  </a:lnTo>
                  <a:lnTo>
                    <a:pt x="382792" y="4619846"/>
                  </a:lnTo>
                  <a:lnTo>
                    <a:pt x="425608" y="4635178"/>
                  </a:lnTo>
                  <a:lnTo>
                    <a:pt x="469834" y="4647339"/>
                  </a:lnTo>
                  <a:lnTo>
                    <a:pt x="515333" y="4656194"/>
                  </a:lnTo>
                  <a:lnTo>
                    <a:pt x="561971" y="4661606"/>
                  </a:lnTo>
                  <a:lnTo>
                    <a:pt x="609612" y="4663440"/>
                  </a:lnTo>
                  <a:lnTo>
                    <a:pt x="3047987" y="4663440"/>
                  </a:lnTo>
                  <a:lnTo>
                    <a:pt x="3095628" y="4661606"/>
                  </a:lnTo>
                  <a:lnTo>
                    <a:pt x="3142266" y="4656194"/>
                  </a:lnTo>
                  <a:lnTo>
                    <a:pt x="3187765" y="4647339"/>
                  </a:lnTo>
                  <a:lnTo>
                    <a:pt x="3231991" y="4635178"/>
                  </a:lnTo>
                  <a:lnTo>
                    <a:pt x="3274807" y="4619846"/>
                  </a:lnTo>
                  <a:lnTo>
                    <a:pt x="3316079" y="4601478"/>
                  </a:lnTo>
                  <a:lnTo>
                    <a:pt x="3355670" y="4580210"/>
                  </a:lnTo>
                  <a:lnTo>
                    <a:pt x="3393445" y="4556177"/>
                  </a:lnTo>
                  <a:lnTo>
                    <a:pt x="3429268" y="4529515"/>
                  </a:lnTo>
                  <a:lnTo>
                    <a:pt x="3463005" y="4500359"/>
                  </a:lnTo>
                  <a:lnTo>
                    <a:pt x="3494519" y="4468845"/>
                  </a:lnTo>
                  <a:lnTo>
                    <a:pt x="3523674" y="4435109"/>
                  </a:lnTo>
                  <a:lnTo>
                    <a:pt x="3550336" y="4399285"/>
                  </a:lnTo>
                  <a:lnTo>
                    <a:pt x="3574369" y="4361511"/>
                  </a:lnTo>
                  <a:lnTo>
                    <a:pt x="3595638" y="4321920"/>
                  </a:lnTo>
                  <a:lnTo>
                    <a:pt x="3614006" y="4280648"/>
                  </a:lnTo>
                  <a:lnTo>
                    <a:pt x="3629338" y="4237832"/>
                  </a:lnTo>
                  <a:lnTo>
                    <a:pt x="3641499" y="4193606"/>
                  </a:lnTo>
                  <a:lnTo>
                    <a:pt x="3650353" y="4148106"/>
                  </a:lnTo>
                  <a:lnTo>
                    <a:pt x="3655765" y="4101468"/>
                  </a:lnTo>
                  <a:lnTo>
                    <a:pt x="3657600" y="4053828"/>
                  </a:lnTo>
                  <a:lnTo>
                    <a:pt x="3657600" y="609612"/>
                  </a:lnTo>
                  <a:lnTo>
                    <a:pt x="3655765" y="561971"/>
                  </a:lnTo>
                  <a:lnTo>
                    <a:pt x="3650353" y="515333"/>
                  </a:lnTo>
                  <a:lnTo>
                    <a:pt x="3641499" y="469834"/>
                  </a:lnTo>
                  <a:lnTo>
                    <a:pt x="3629338" y="425608"/>
                  </a:lnTo>
                  <a:lnTo>
                    <a:pt x="3614006" y="382792"/>
                  </a:lnTo>
                  <a:lnTo>
                    <a:pt x="3595638" y="341520"/>
                  </a:lnTo>
                  <a:lnTo>
                    <a:pt x="3574369" y="301929"/>
                  </a:lnTo>
                  <a:lnTo>
                    <a:pt x="3550336" y="264154"/>
                  </a:lnTo>
                  <a:lnTo>
                    <a:pt x="3523674" y="228331"/>
                  </a:lnTo>
                  <a:lnTo>
                    <a:pt x="3494519" y="194594"/>
                  </a:lnTo>
                  <a:lnTo>
                    <a:pt x="3463005" y="163080"/>
                  </a:lnTo>
                  <a:lnTo>
                    <a:pt x="3429268" y="133925"/>
                  </a:lnTo>
                  <a:lnTo>
                    <a:pt x="3393445" y="107263"/>
                  </a:lnTo>
                  <a:lnTo>
                    <a:pt x="3355670" y="83230"/>
                  </a:lnTo>
                  <a:lnTo>
                    <a:pt x="3316079" y="61961"/>
                  </a:lnTo>
                  <a:lnTo>
                    <a:pt x="3274807" y="43593"/>
                  </a:lnTo>
                  <a:lnTo>
                    <a:pt x="3231991" y="28261"/>
                  </a:lnTo>
                  <a:lnTo>
                    <a:pt x="3187765" y="16100"/>
                  </a:lnTo>
                  <a:lnTo>
                    <a:pt x="3142266" y="7246"/>
                  </a:lnTo>
                  <a:lnTo>
                    <a:pt x="3095628" y="1834"/>
                  </a:lnTo>
                  <a:lnTo>
                    <a:pt x="3047987" y="0"/>
                  </a:lnTo>
                  <a:close/>
                </a:path>
              </a:pathLst>
            </a:custGeom>
            <a:solidFill>
              <a:srgbClr val="F8FAFC"/>
            </a:solidFill>
          </p:spPr>
          <p:txBody>
            <a:bodyPr wrap="square" lIns="0" tIns="0" rIns="0" bIns="0" rtlCol="0"/>
            <a:lstStyle/>
            <a:p/>
          </p:txBody>
        </p:sp>
        <p:sp>
          <p:nvSpPr>
            <p:cNvPr id="9" name="object 9"/>
            <p:cNvSpPr/>
            <p:nvPr/>
          </p:nvSpPr>
          <p:spPr>
            <a:xfrm>
              <a:off x="7955278" y="1645920"/>
              <a:ext cx="3657600" cy="4663440"/>
            </a:xfrm>
            <a:custGeom>
              <a:avLst/>
              <a:gdLst/>
              <a:ahLst/>
              <a:cxnLst/>
              <a:rect l="l" t="t" r="r" b="b"/>
              <a:pathLst>
                <a:path w="3657600" h="4663440">
                  <a:moveTo>
                    <a:pt x="609612" y="0"/>
                  </a:moveTo>
                  <a:lnTo>
                    <a:pt x="3047987" y="0"/>
                  </a:lnTo>
                  <a:lnTo>
                    <a:pt x="3095628" y="1834"/>
                  </a:lnTo>
                  <a:lnTo>
                    <a:pt x="3142266" y="7246"/>
                  </a:lnTo>
                  <a:lnTo>
                    <a:pt x="3187765" y="16100"/>
                  </a:lnTo>
                  <a:lnTo>
                    <a:pt x="3231991" y="28261"/>
                  </a:lnTo>
                  <a:lnTo>
                    <a:pt x="3274807" y="43593"/>
                  </a:lnTo>
                  <a:lnTo>
                    <a:pt x="3316079" y="61961"/>
                  </a:lnTo>
                  <a:lnTo>
                    <a:pt x="3355670" y="83229"/>
                  </a:lnTo>
                  <a:lnTo>
                    <a:pt x="3393445" y="107262"/>
                  </a:lnTo>
                  <a:lnTo>
                    <a:pt x="3429268" y="133924"/>
                  </a:lnTo>
                  <a:lnTo>
                    <a:pt x="3463005" y="163080"/>
                  </a:lnTo>
                  <a:lnTo>
                    <a:pt x="3494519" y="194594"/>
                  </a:lnTo>
                  <a:lnTo>
                    <a:pt x="3523674" y="228330"/>
                  </a:lnTo>
                  <a:lnTo>
                    <a:pt x="3550336" y="264154"/>
                  </a:lnTo>
                  <a:lnTo>
                    <a:pt x="3574369" y="301929"/>
                  </a:lnTo>
                  <a:lnTo>
                    <a:pt x="3595638" y="341520"/>
                  </a:lnTo>
                  <a:lnTo>
                    <a:pt x="3614006" y="382791"/>
                  </a:lnTo>
                  <a:lnTo>
                    <a:pt x="3629338" y="425607"/>
                  </a:lnTo>
                  <a:lnTo>
                    <a:pt x="3641499" y="469833"/>
                  </a:lnTo>
                  <a:lnTo>
                    <a:pt x="3650353" y="515333"/>
                  </a:lnTo>
                  <a:lnTo>
                    <a:pt x="3655765" y="561971"/>
                  </a:lnTo>
                  <a:lnTo>
                    <a:pt x="3657600" y="609612"/>
                  </a:lnTo>
                  <a:lnTo>
                    <a:pt x="3657600" y="4053828"/>
                  </a:lnTo>
                  <a:lnTo>
                    <a:pt x="3655765" y="4101469"/>
                  </a:lnTo>
                  <a:lnTo>
                    <a:pt x="3650353" y="4148107"/>
                  </a:lnTo>
                  <a:lnTo>
                    <a:pt x="3641499" y="4193607"/>
                  </a:lnTo>
                  <a:lnTo>
                    <a:pt x="3629338" y="4237832"/>
                  </a:lnTo>
                  <a:lnTo>
                    <a:pt x="3614006" y="4280649"/>
                  </a:lnTo>
                  <a:lnTo>
                    <a:pt x="3595638" y="4321920"/>
                  </a:lnTo>
                  <a:lnTo>
                    <a:pt x="3574369" y="4361511"/>
                  </a:lnTo>
                  <a:lnTo>
                    <a:pt x="3550336" y="4399286"/>
                  </a:lnTo>
                  <a:lnTo>
                    <a:pt x="3523674" y="4435109"/>
                  </a:lnTo>
                  <a:lnTo>
                    <a:pt x="3494519" y="4468845"/>
                  </a:lnTo>
                  <a:lnTo>
                    <a:pt x="3463005" y="4500359"/>
                  </a:lnTo>
                  <a:lnTo>
                    <a:pt x="3429268" y="4529515"/>
                  </a:lnTo>
                  <a:lnTo>
                    <a:pt x="3393445" y="4556177"/>
                  </a:lnTo>
                  <a:lnTo>
                    <a:pt x="3355670" y="4580210"/>
                  </a:lnTo>
                  <a:lnTo>
                    <a:pt x="3316079" y="4601478"/>
                  </a:lnTo>
                  <a:lnTo>
                    <a:pt x="3274807" y="4619846"/>
                  </a:lnTo>
                  <a:lnTo>
                    <a:pt x="3231991" y="4635178"/>
                  </a:lnTo>
                  <a:lnTo>
                    <a:pt x="3187765" y="4647339"/>
                  </a:lnTo>
                  <a:lnTo>
                    <a:pt x="3142266" y="4656193"/>
                  </a:lnTo>
                  <a:lnTo>
                    <a:pt x="3095628" y="4661605"/>
                  </a:lnTo>
                  <a:lnTo>
                    <a:pt x="3047987" y="4663440"/>
                  </a:lnTo>
                  <a:lnTo>
                    <a:pt x="609612" y="4663440"/>
                  </a:lnTo>
                  <a:lnTo>
                    <a:pt x="561971" y="4661605"/>
                  </a:lnTo>
                  <a:lnTo>
                    <a:pt x="515333" y="4656193"/>
                  </a:lnTo>
                  <a:lnTo>
                    <a:pt x="469833" y="4647339"/>
                  </a:lnTo>
                  <a:lnTo>
                    <a:pt x="425607" y="4635178"/>
                  </a:lnTo>
                  <a:lnTo>
                    <a:pt x="382791" y="4619846"/>
                  </a:lnTo>
                  <a:lnTo>
                    <a:pt x="341520" y="4601478"/>
                  </a:lnTo>
                  <a:lnTo>
                    <a:pt x="301929" y="4580210"/>
                  </a:lnTo>
                  <a:lnTo>
                    <a:pt x="264154" y="4556177"/>
                  </a:lnTo>
                  <a:lnTo>
                    <a:pt x="228330" y="4529515"/>
                  </a:lnTo>
                  <a:lnTo>
                    <a:pt x="194594" y="4500359"/>
                  </a:lnTo>
                  <a:lnTo>
                    <a:pt x="163080" y="4468845"/>
                  </a:lnTo>
                  <a:lnTo>
                    <a:pt x="133924" y="4435109"/>
                  </a:lnTo>
                  <a:lnTo>
                    <a:pt x="107262" y="4399286"/>
                  </a:lnTo>
                  <a:lnTo>
                    <a:pt x="83229" y="4361511"/>
                  </a:lnTo>
                  <a:lnTo>
                    <a:pt x="61961" y="4321920"/>
                  </a:lnTo>
                  <a:lnTo>
                    <a:pt x="43593" y="4280649"/>
                  </a:lnTo>
                  <a:lnTo>
                    <a:pt x="28261" y="4237832"/>
                  </a:lnTo>
                  <a:lnTo>
                    <a:pt x="16100" y="4193607"/>
                  </a:lnTo>
                  <a:lnTo>
                    <a:pt x="7246" y="4148107"/>
                  </a:lnTo>
                  <a:lnTo>
                    <a:pt x="1834" y="4101469"/>
                  </a:lnTo>
                  <a:lnTo>
                    <a:pt x="0" y="4053828"/>
                  </a:lnTo>
                  <a:lnTo>
                    <a:pt x="0" y="609612"/>
                  </a:lnTo>
                  <a:lnTo>
                    <a:pt x="1834" y="561971"/>
                  </a:lnTo>
                  <a:lnTo>
                    <a:pt x="7246" y="515333"/>
                  </a:lnTo>
                  <a:lnTo>
                    <a:pt x="16100" y="469833"/>
                  </a:lnTo>
                  <a:lnTo>
                    <a:pt x="28261" y="425607"/>
                  </a:lnTo>
                  <a:lnTo>
                    <a:pt x="43593" y="382791"/>
                  </a:lnTo>
                  <a:lnTo>
                    <a:pt x="61961" y="341520"/>
                  </a:lnTo>
                  <a:lnTo>
                    <a:pt x="83229" y="301929"/>
                  </a:lnTo>
                  <a:lnTo>
                    <a:pt x="107262" y="264154"/>
                  </a:lnTo>
                  <a:lnTo>
                    <a:pt x="133924" y="228330"/>
                  </a:lnTo>
                  <a:lnTo>
                    <a:pt x="163080" y="194594"/>
                  </a:lnTo>
                  <a:lnTo>
                    <a:pt x="194594" y="163080"/>
                  </a:lnTo>
                  <a:lnTo>
                    <a:pt x="228330" y="133924"/>
                  </a:lnTo>
                  <a:lnTo>
                    <a:pt x="264154" y="107262"/>
                  </a:lnTo>
                  <a:lnTo>
                    <a:pt x="301929" y="83229"/>
                  </a:lnTo>
                  <a:lnTo>
                    <a:pt x="341520" y="61961"/>
                  </a:lnTo>
                  <a:lnTo>
                    <a:pt x="382791" y="43593"/>
                  </a:lnTo>
                  <a:lnTo>
                    <a:pt x="425607" y="28261"/>
                  </a:lnTo>
                  <a:lnTo>
                    <a:pt x="469833" y="16100"/>
                  </a:lnTo>
                  <a:lnTo>
                    <a:pt x="515333" y="7246"/>
                  </a:lnTo>
                  <a:lnTo>
                    <a:pt x="561971" y="1834"/>
                  </a:lnTo>
                  <a:lnTo>
                    <a:pt x="609612" y="0"/>
                  </a:lnTo>
                  <a:close/>
                </a:path>
              </a:pathLst>
            </a:custGeom>
            <a:ln w="9525">
              <a:solidFill>
                <a:srgbClr val="CBD5E1"/>
              </a:solidFill>
            </a:ln>
          </p:spPr>
          <p:txBody>
            <a:bodyPr wrap="square" lIns="0" tIns="0" rIns="0" bIns="0" rtlCol="0"/>
            <a:lstStyle/>
            <a:p/>
          </p:txBody>
        </p:sp>
      </p:grpSp>
      <p:sp>
        <p:nvSpPr>
          <p:cNvPr id="10" name="object 10"/>
          <p:cNvSpPr txBox="1"/>
          <p:nvPr/>
        </p:nvSpPr>
        <p:spPr>
          <a:xfrm>
            <a:off x="8217330" y="2473654"/>
            <a:ext cx="2752725" cy="732155"/>
          </a:xfrm>
          <a:prstGeom prst="rect">
            <a:avLst/>
          </a:prstGeom>
        </p:spPr>
        <p:txBody>
          <a:bodyPr wrap="square" lIns="0" tIns="107950" rIns="0" bIns="0" rtlCol="0" vert="horz">
            <a:spAutoFit/>
          </a:bodyPr>
          <a:lstStyle/>
          <a:p>
            <a:pPr marL="646430">
              <a:lnSpc>
                <a:spcPct val="100000"/>
              </a:lnSpc>
              <a:spcBef>
                <a:spcPts val="850"/>
              </a:spcBef>
            </a:pPr>
            <a:r>
              <a:rPr dirty="0" sz="1300" spc="-10" b="1">
                <a:solidFill>
                  <a:srgbClr val="D97706"/>
                </a:solidFill>
                <a:latin typeface="Calibri"/>
                <a:cs typeface="Calibri"/>
              </a:rPr>
              <a:t>Deterministic Formulation:</a:t>
            </a:r>
            <a:endParaRPr sz="1300">
              <a:latin typeface="Calibri"/>
              <a:cs typeface="Calibri"/>
            </a:endParaRPr>
          </a:p>
          <a:p>
            <a:pPr marL="12700">
              <a:lnSpc>
                <a:spcPts val="1310"/>
              </a:lnSpc>
              <a:spcBef>
                <a:spcPts val="630"/>
              </a:spcBef>
            </a:pPr>
            <a:r>
              <a:rPr dirty="0" sz="1100" b="1">
                <a:solidFill>
                  <a:srgbClr val="0284C7"/>
                </a:solidFill>
                <a:latin typeface="Calibri"/>
                <a:cs typeface="Calibri"/>
              </a:rPr>
              <a:t>Score</a:t>
            </a:r>
            <a:r>
              <a:rPr dirty="0" sz="1100" spc="-20" b="1">
                <a:solidFill>
                  <a:srgbClr val="0284C7"/>
                </a:solidFill>
                <a:latin typeface="Calibri"/>
                <a:cs typeface="Calibri"/>
              </a:rPr>
              <a:t> </a:t>
            </a:r>
            <a:r>
              <a:rPr dirty="0" sz="1100" b="1">
                <a:solidFill>
                  <a:srgbClr val="0284C7"/>
                </a:solidFill>
                <a:latin typeface="Calibri"/>
                <a:cs typeface="Calibri"/>
              </a:rPr>
              <a:t>=</a:t>
            </a:r>
            <a:r>
              <a:rPr dirty="0" sz="1100" spc="-15" b="1">
                <a:solidFill>
                  <a:srgbClr val="0284C7"/>
                </a:solidFill>
                <a:latin typeface="Calibri"/>
                <a:cs typeface="Calibri"/>
              </a:rPr>
              <a:t> </a:t>
            </a:r>
            <a:r>
              <a:rPr dirty="0" sz="1100" spc="-10" b="1">
                <a:solidFill>
                  <a:srgbClr val="0284C7"/>
                </a:solidFill>
                <a:latin typeface="Calibri"/>
                <a:cs typeface="Calibri"/>
              </a:rPr>
              <a:t>w_wave</a:t>
            </a:r>
            <a:r>
              <a:rPr dirty="0" sz="1100" spc="-15" b="1">
                <a:solidFill>
                  <a:srgbClr val="0284C7"/>
                </a:solidFill>
                <a:latin typeface="Calibri"/>
                <a:cs typeface="Calibri"/>
              </a:rPr>
              <a:t> </a:t>
            </a:r>
            <a:r>
              <a:rPr dirty="0" sz="1100" b="1">
                <a:solidFill>
                  <a:srgbClr val="0284C7"/>
                </a:solidFill>
                <a:latin typeface="Calibri"/>
                <a:cs typeface="Calibri"/>
              </a:rPr>
              <a:t>·</a:t>
            </a:r>
            <a:r>
              <a:rPr dirty="0" sz="1100" spc="-15" b="1">
                <a:solidFill>
                  <a:srgbClr val="0284C7"/>
                </a:solidFill>
                <a:latin typeface="Calibri"/>
                <a:cs typeface="Calibri"/>
              </a:rPr>
              <a:t> </a:t>
            </a:r>
            <a:r>
              <a:rPr dirty="0" sz="1100" spc="-10" b="1">
                <a:solidFill>
                  <a:srgbClr val="0284C7"/>
                </a:solidFill>
                <a:latin typeface="Calibri"/>
                <a:cs typeface="Calibri"/>
              </a:rPr>
              <a:t>S_wave</a:t>
            </a:r>
            <a:r>
              <a:rPr dirty="0" sz="1100" spc="-15" b="1">
                <a:solidFill>
                  <a:srgbClr val="0284C7"/>
                </a:solidFill>
                <a:latin typeface="Calibri"/>
                <a:cs typeface="Calibri"/>
              </a:rPr>
              <a:t> </a:t>
            </a:r>
            <a:r>
              <a:rPr dirty="0" sz="1100" b="1">
                <a:solidFill>
                  <a:srgbClr val="0284C7"/>
                </a:solidFill>
                <a:latin typeface="Calibri"/>
                <a:cs typeface="Calibri"/>
              </a:rPr>
              <a:t>+</a:t>
            </a:r>
            <a:r>
              <a:rPr dirty="0" sz="1100" spc="-15" b="1">
                <a:solidFill>
                  <a:srgbClr val="0284C7"/>
                </a:solidFill>
                <a:latin typeface="Calibri"/>
                <a:cs typeface="Calibri"/>
              </a:rPr>
              <a:t> </a:t>
            </a:r>
            <a:r>
              <a:rPr dirty="0" sz="1100" b="1">
                <a:solidFill>
                  <a:srgbClr val="0284C7"/>
                </a:solidFill>
                <a:latin typeface="Calibri"/>
                <a:cs typeface="Calibri"/>
              </a:rPr>
              <a:t>w_wind</a:t>
            </a:r>
            <a:r>
              <a:rPr dirty="0" sz="1100" spc="-15" b="1">
                <a:solidFill>
                  <a:srgbClr val="0284C7"/>
                </a:solidFill>
                <a:latin typeface="Calibri"/>
                <a:cs typeface="Calibri"/>
              </a:rPr>
              <a:t> </a:t>
            </a:r>
            <a:r>
              <a:rPr dirty="0" sz="1100" b="1">
                <a:solidFill>
                  <a:srgbClr val="0284C7"/>
                </a:solidFill>
                <a:latin typeface="Calibri"/>
                <a:cs typeface="Calibri"/>
              </a:rPr>
              <a:t>·</a:t>
            </a:r>
            <a:r>
              <a:rPr dirty="0" sz="1100" spc="-15" b="1">
                <a:solidFill>
                  <a:srgbClr val="0284C7"/>
                </a:solidFill>
                <a:latin typeface="Calibri"/>
                <a:cs typeface="Calibri"/>
              </a:rPr>
              <a:t> </a:t>
            </a:r>
            <a:r>
              <a:rPr dirty="0" sz="1100" spc="-10" b="1">
                <a:solidFill>
                  <a:srgbClr val="0284C7"/>
                </a:solidFill>
                <a:latin typeface="Calibri"/>
                <a:cs typeface="Calibri"/>
              </a:rPr>
              <a:t>S_wind</a:t>
            </a:r>
            <a:endParaRPr sz="1100">
              <a:latin typeface="Calibri"/>
              <a:cs typeface="Calibri"/>
            </a:endParaRPr>
          </a:p>
          <a:p>
            <a:pPr marL="296545">
              <a:lnSpc>
                <a:spcPts val="1310"/>
              </a:lnSpc>
            </a:pPr>
            <a:r>
              <a:rPr dirty="0" sz="1100" b="1">
                <a:solidFill>
                  <a:srgbClr val="0284C7"/>
                </a:solidFill>
                <a:latin typeface="Calibri"/>
                <a:cs typeface="Calibri"/>
              </a:rPr>
              <a:t>+</a:t>
            </a:r>
            <a:r>
              <a:rPr dirty="0" sz="1100" spc="-15" b="1">
                <a:solidFill>
                  <a:srgbClr val="0284C7"/>
                </a:solidFill>
                <a:latin typeface="Calibri"/>
                <a:cs typeface="Calibri"/>
              </a:rPr>
              <a:t> </a:t>
            </a:r>
            <a:r>
              <a:rPr dirty="0" sz="1100" b="1">
                <a:solidFill>
                  <a:srgbClr val="0284C7"/>
                </a:solidFill>
                <a:latin typeface="Calibri"/>
                <a:cs typeface="Calibri"/>
              </a:rPr>
              <a:t>w_haz</a:t>
            </a:r>
            <a:r>
              <a:rPr dirty="0" sz="1100" spc="-15" b="1">
                <a:solidFill>
                  <a:srgbClr val="0284C7"/>
                </a:solidFill>
                <a:latin typeface="Calibri"/>
                <a:cs typeface="Calibri"/>
              </a:rPr>
              <a:t> </a:t>
            </a:r>
            <a:r>
              <a:rPr dirty="0" sz="1100" b="1">
                <a:solidFill>
                  <a:srgbClr val="0284C7"/>
                </a:solidFill>
                <a:latin typeface="Calibri"/>
                <a:cs typeface="Calibri"/>
              </a:rPr>
              <a:t>·</a:t>
            </a:r>
            <a:r>
              <a:rPr dirty="0" sz="1100" spc="-10" b="1">
                <a:solidFill>
                  <a:srgbClr val="0284C7"/>
                </a:solidFill>
                <a:latin typeface="Calibri"/>
                <a:cs typeface="Calibri"/>
              </a:rPr>
              <a:t> </a:t>
            </a:r>
            <a:r>
              <a:rPr dirty="0" sz="1100" b="1">
                <a:solidFill>
                  <a:srgbClr val="0284C7"/>
                </a:solidFill>
                <a:latin typeface="Calibri"/>
                <a:cs typeface="Calibri"/>
              </a:rPr>
              <a:t>S_haz</a:t>
            </a:r>
            <a:r>
              <a:rPr dirty="0" sz="1100" spc="-15" b="1">
                <a:solidFill>
                  <a:srgbClr val="0284C7"/>
                </a:solidFill>
                <a:latin typeface="Calibri"/>
                <a:cs typeface="Calibri"/>
              </a:rPr>
              <a:t> </a:t>
            </a:r>
            <a:r>
              <a:rPr dirty="0" sz="1100" b="1">
                <a:solidFill>
                  <a:srgbClr val="0284C7"/>
                </a:solidFill>
                <a:latin typeface="Calibri"/>
                <a:cs typeface="Calibri"/>
              </a:rPr>
              <a:t>+</a:t>
            </a:r>
            <a:r>
              <a:rPr dirty="0" sz="1100" spc="-10" b="1">
                <a:solidFill>
                  <a:srgbClr val="0284C7"/>
                </a:solidFill>
                <a:latin typeface="Calibri"/>
                <a:cs typeface="Calibri"/>
              </a:rPr>
              <a:t> </a:t>
            </a:r>
            <a:r>
              <a:rPr dirty="0" sz="1100" b="1">
                <a:solidFill>
                  <a:srgbClr val="0284C7"/>
                </a:solidFill>
                <a:latin typeface="Calibri"/>
                <a:cs typeface="Calibri"/>
              </a:rPr>
              <a:t>w_geo</a:t>
            </a:r>
            <a:r>
              <a:rPr dirty="0" sz="1100" spc="-15" b="1">
                <a:solidFill>
                  <a:srgbClr val="0284C7"/>
                </a:solidFill>
                <a:latin typeface="Calibri"/>
                <a:cs typeface="Calibri"/>
              </a:rPr>
              <a:t> </a:t>
            </a:r>
            <a:r>
              <a:rPr dirty="0" sz="1100" b="1">
                <a:solidFill>
                  <a:srgbClr val="0284C7"/>
                </a:solidFill>
                <a:latin typeface="Calibri"/>
                <a:cs typeface="Calibri"/>
              </a:rPr>
              <a:t>·</a:t>
            </a:r>
            <a:r>
              <a:rPr dirty="0" sz="1100" spc="-10" b="1">
                <a:solidFill>
                  <a:srgbClr val="0284C7"/>
                </a:solidFill>
                <a:latin typeface="Calibri"/>
                <a:cs typeface="Calibri"/>
              </a:rPr>
              <a:t> </a:t>
            </a:r>
            <a:r>
              <a:rPr dirty="0" sz="1100" b="1">
                <a:solidFill>
                  <a:srgbClr val="0284C7"/>
                </a:solidFill>
                <a:latin typeface="Calibri"/>
                <a:cs typeface="Calibri"/>
              </a:rPr>
              <a:t>S_geo</a:t>
            </a:r>
            <a:r>
              <a:rPr dirty="0" sz="1100" spc="-15" b="1">
                <a:solidFill>
                  <a:srgbClr val="0284C7"/>
                </a:solidFill>
                <a:latin typeface="Calibri"/>
                <a:cs typeface="Calibri"/>
              </a:rPr>
              <a:t> </a:t>
            </a:r>
            <a:r>
              <a:rPr dirty="0" sz="1100" b="1">
                <a:solidFill>
                  <a:srgbClr val="0284C7"/>
                </a:solidFill>
                <a:latin typeface="Calibri"/>
                <a:cs typeface="Calibri"/>
              </a:rPr>
              <a:t>+</a:t>
            </a:r>
            <a:r>
              <a:rPr dirty="0" sz="1100" spc="-10" b="1">
                <a:solidFill>
                  <a:srgbClr val="0284C7"/>
                </a:solidFill>
                <a:latin typeface="Calibri"/>
                <a:cs typeface="Calibri"/>
              </a:rPr>
              <a:t> P_fresh</a:t>
            </a:r>
            <a:endParaRPr sz="1100">
              <a:latin typeface="Calibri"/>
              <a:cs typeface="Calibri"/>
            </a:endParaRPr>
          </a:p>
        </p:txBody>
      </p:sp>
      <p:grpSp>
        <p:nvGrpSpPr>
          <p:cNvPr id="11" name="object 11"/>
          <p:cNvGrpSpPr/>
          <p:nvPr/>
        </p:nvGrpSpPr>
        <p:grpSpPr>
          <a:xfrm>
            <a:off x="8306230" y="3778036"/>
            <a:ext cx="165100" cy="625475"/>
            <a:chOff x="8306230" y="3778036"/>
            <a:chExt cx="165100" cy="625475"/>
          </a:xfrm>
        </p:grpSpPr>
        <p:pic>
          <p:nvPicPr>
            <p:cNvPr id="12" name="object 12"/>
            <p:cNvPicPr/>
            <p:nvPr/>
          </p:nvPicPr>
          <p:blipFill>
            <a:blip r:embed="rId3" cstate="print"/>
            <a:stretch>
              <a:fillRect/>
            </a:stretch>
          </p:blipFill>
          <p:spPr>
            <a:xfrm>
              <a:off x="8306230" y="3778036"/>
              <a:ext cx="165100" cy="165100"/>
            </a:xfrm>
            <a:prstGeom prst="rect">
              <a:avLst/>
            </a:prstGeom>
          </p:spPr>
        </p:pic>
        <p:pic>
          <p:nvPicPr>
            <p:cNvPr id="13" name="object 13"/>
            <p:cNvPicPr/>
            <p:nvPr/>
          </p:nvPicPr>
          <p:blipFill>
            <a:blip r:embed="rId4" cstate="print"/>
            <a:stretch>
              <a:fillRect/>
            </a:stretch>
          </p:blipFill>
          <p:spPr>
            <a:xfrm>
              <a:off x="8306230" y="4237865"/>
              <a:ext cx="165100" cy="165100"/>
            </a:xfrm>
            <a:prstGeom prst="rect">
              <a:avLst/>
            </a:prstGeom>
          </p:spPr>
        </p:pic>
      </p:grpSp>
      <p:sp>
        <p:nvSpPr>
          <p:cNvPr id="14" name="object 14"/>
          <p:cNvSpPr txBox="1"/>
          <p:nvPr/>
        </p:nvSpPr>
        <p:spPr>
          <a:xfrm>
            <a:off x="8217330" y="3201559"/>
            <a:ext cx="2090420" cy="1201420"/>
          </a:xfrm>
          <a:prstGeom prst="rect">
            <a:avLst/>
          </a:prstGeom>
        </p:spPr>
        <p:txBody>
          <a:bodyPr wrap="square" lIns="0" tIns="97155" rIns="0" bIns="0" rtlCol="0" vert="horz">
            <a:spAutoFit/>
          </a:bodyPr>
          <a:lstStyle/>
          <a:p>
            <a:pPr marL="12700">
              <a:lnSpc>
                <a:spcPct val="100000"/>
              </a:lnSpc>
              <a:spcBef>
                <a:spcPts val="765"/>
              </a:spcBef>
            </a:pPr>
            <a:r>
              <a:rPr dirty="0" sz="1200" spc="-10" b="1">
                <a:solidFill>
                  <a:srgbClr val="0F172A"/>
                </a:solidFill>
                <a:latin typeface="Calibri"/>
                <a:cs typeface="Calibri"/>
              </a:rPr>
              <a:t>Operational</a:t>
            </a:r>
            <a:r>
              <a:rPr dirty="0" sz="1200" spc="-5" b="1">
                <a:solidFill>
                  <a:srgbClr val="0F172A"/>
                </a:solidFill>
                <a:latin typeface="Calibri"/>
                <a:cs typeface="Calibri"/>
              </a:rPr>
              <a:t> </a:t>
            </a:r>
            <a:r>
              <a:rPr dirty="0" sz="1200" spc="-10" b="1">
                <a:solidFill>
                  <a:srgbClr val="0F172A"/>
                </a:solidFill>
                <a:latin typeface="Calibri"/>
                <a:cs typeface="Calibri"/>
              </a:rPr>
              <a:t>Verdict</a:t>
            </a:r>
            <a:r>
              <a:rPr dirty="0" sz="1200" b="1">
                <a:solidFill>
                  <a:srgbClr val="0F172A"/>
                </a:solidFill>
                <a:latin typeface="Calibri"/>
                <a:cs typeface="Calibri"/>
              </a:rPr>
              <a:t> </a:t>
            </a:r>
            <a:r>
              <a:rPr dirty="0" sz="1200" spc="-10" b="1">
                <a:solidFill>
                  <a:srgbClr val="0F172A"/>
                </a:solidFill>
                <a:latin typeface="Calibri"/>
                <a:cs typeface="Calibri"/>
              </a:rPr>
              <a:t>Matrix:</a:t>
            </a:r>
            <a:endParaRPr sz="1200">
              <a:latin typeface="Calibri"/>
              <a:cs typeface="Calibri"/>
            </a:endParaRPr>
          </a:p>
          <a:p>
            <a:pPr marL="12700">
              <a:lnSpc>
                <a:spcPct val="100000"/>
              </a:lnSpc>
              <a:spcBef>
                <a:spcPts val="555"/>
              </a:spcBef>
            </a:pPr>
            <a:r>
              <a:rPr dirty="0" sz="1000" b="1">
                <a:solidFill>
                  <a:srgbClr val="10B981"/>
                </a:solidFill>
                <a:latin typeface="Calibri"/>
                <a:cs typeface="Calibri"/>
              </a:rPr>
              <a:t>0</a:t>
            </a:r>
            <a:r>
              <a:rPr dirty="0" sz="1000" spc="-20" b="1">
                <a:solidFill>
                  <a:srgbClr val="10B981"/>
                </a:solidFill>
                <a:latin typeface="Calibri"/>
                <a:cs typeface="Calibri"/>
              </a:rPr>
              <a:t> </a:t>
            </a:r>
            <a:r>
              <a:rPr dirty="0" sz="1000" b="1">
                <a:solidFill>
                  <a:srgbClr val="10B981"/>
                </a:solidFill>
                <a:latin typeface="Calibri"/>
                <a:cs typeface="Calibri"/>
              </a:rPr>
              <a:t>–</a:t>
            </a:r>
            <a:r>
              <a:rPr dirty="0" sz="1000" spc="-15" b="1">
                <a:solidFill>
                  <a:srgbClr val="10B981"/>
                </a:solidFill>
                <a:latin typeface="Calibri"/>
                <a:cs typeface="Calibri"/>
              </a:rPr>
              <a:t> </a:t>
            </a:r>
            <a:r>
              <a:rPr dirty="0" sz="1000" b="1">
                <a:solidFill>
                  <a:srgbClr val="10B981"/>
                </a:solidFill>
                <a:latin typeface="Calibri"/>
                <a:cs typeface="Calibri"/>
              </a:rPr>
              <a:t>25</a:t>
            </a:r>
            <a:r>
              <a:rPr dirty="0" sz="1000" spc="-20" b="1">
                <a:solidFill>
                  <a:srgbClr val="10B981"/>
                </a:solidFill>
                <a:latin typeface="Calibri"/>
                <a:cs typeface="Calibri"/>
              </a:rPr>
              <a:t> </a:t>
            </a:r>
            <a:r>
              <a:rPr dirty="0" sz="1000" b="1">
                <a:solidFill>
                  <a:srgbClr val="10B981"/>
                </a:solidFill>
                <a:latin typeface="Calibri"/>
                <a:cs typeface="Calibri"/>
              </a:rPr>
              <a:t>:</a:t>
            </a:r>
            <a:r>
              <a:rPr dirty="0" sz="1000" spc="-15" b="1">
                <a:solidFill>
                  <a:srgbClr val="10B981"/>
                </a:solidFill>
                <a:latin typeface="Calibri"/>
                <a:cs typeface="Calibri"/>
              </a:rPr>
              <a:t> </a:t>
            </a:r>
            <a:r>
              <a:rPr dirty="0" sz="1000" b="1">
                <a:solidFill>
                  <a:srgbClr val="10B981"/>
                </a:solidFill>
                <a:latin typeface="Calibri"/>
                <a:cs typeface="Calibri"/>
              </a:rPr>
              <a:t>LOW</a:t>
            </a:r>
            <a:r>
              <a:rPr dirty="0" sz="1000" spc="-15" b="1">
                <a:solidFill>
                  <a:srgbClr val="10B981"/>
                </a:solidFill>
                <a:latin typeface="Calibri"/>
                <a:cs typeface="Calibri"/>
              </a:rPr>
              <a:t> </a:t>
            </a:r>
            <a:r>
              <a:rPr dirty="0" sz="1000" spc="-20" b="1">
                <a:solidFill>
                  <a:srgbClr val="10B981"/>
                </a:solidFill>
                <a:latin typeface="Calibri"/>
                <a:cs typeface="Calibri"/>
              </a:rPr>
              <a:t>RISK</a:t>
            </a:r>
            <a:endParaRPr sz="1000">
              <a:latin typeface="Calibri"/>
              <a:cs typeface="Calibri"/>
            </a:endParaRPr>
          </a:p>
          <a:p>
            <a:pPr marL="283210">
              <a:lnSpc>
                <a:spcPct val="100000"/>
              </a:lnSpc>
              <a:spcBef>
                <a:spcPts val="580"/>
              </a:spcBef>
            </a:pPr>
            <a:r>
              <a:rPr dirty="0" sz="1000">
                <a:solidFill>
                  <a:srgbClr val="1E293B"/>
                </a:solidFill>
                <a:latin typeface="Calibri"/>
                <a:cs typeface="Calibri"/>
              </a:rPr>
              <a:t>Safe</a:t>
            </a:r>
            <a:r>
              <a:rPr dirty="0" sz="1000" spc="-20">
                <a:solidFill>
                  <a:srgbClr val="1E293B"/>
                </a:solidFill>
                <a:latin typeface="Calibri"/>
                <a:cs typeface="Calibri"/>
              </a:rPr>
              <a:t> </a:t>
            </a:r>
            <a:r>
              <a:rPr dirty="0" sz="1000">
                <a:solidFill>
                  <a:srgbClr val="1E293B"/>
                </a:solidFill>
                <a:latin typeface="Calibri"/>
                <a:cs typeface="Calibri"/>
              </a:rPr>
              <a:t>to</a:t>
            </a:r>
            <a:r>
              <a:rPr dirty="0" sz="1000" spc="-20">
                <a:solidFill>
                  <a:srgbClr val="1E293B"/>
                </a:solidFill>
                <a:latin typeface="Calibri"/>
                <a:cs typeface="Calibri"/>
              </a:rPr>
              <a:t> </a:t>
            </a:r>
            <a:r>
              <a:rPr dirty="0" sz="1000">
                <a:solidFill>
                  <a:srgbClr val="1E293B"/>
                </a:solidFill>
                <a:latin typeface="Calibri"/>
                <a:cs typeface="Calibri"/>
              </a:rPr>
              <a:t>Sail</a:t>
            </a:r>
            <a:r>
              <a:rPr dirty="0" sz="1000" spc="-20">
                <a:solidFill>
                  <a:srgbClr val="1E293B"/>
                </a:solidFill>
                <a:latin typeface="Calibri"/>
                <a:cs typeface="Calibri"/>
              </a:rPr>
              <a:t> </a:t>
            </a:r>
            <a:r>
              <a:rPr dirty="0" sz="1000">
                <a:solidFill>
                  <a:srgbClr val="1E293B"/>
                </a:solidFill>
                <a:latin typeface="Calibri"/>
                <a:cs typeface="Calibri"/>
              </a:rPr>
              <a:t>(All</a:t>
            </a:r>
            <a:r>
              <a:rPr dirty="0" sz="1000" spc="-15">
                <a:solidFill>
                  <a:srgbClr val="1E293B"/>
                </a:solidFill>
                <a:latin typeface="Calibri"/>
                <a:cs typeface="Calibri"/>
              </a:rPr>
              <a:t> </a:t>
            </a:r>
            <a:r>
              <a:rPr dirty="0" sz="1000">
                <a:solidFill>
                  <a:srgbClr val="1E293B"/>
                </a:solidFill>
                <a:latin typeface="Calibri"/>
                <a:cs typeface="Calibri"/>
              </a:rPr>
              <a:t>crafts</a:t>
            </a:r>
            <a:r>
              <a:rPr dirty="0" sz="1000" spc="-20">
                <a:solidFill>
                  <a:srgbClr val="1E293B"/>
                </a:solidFill>
                <a:latin typeface="Calibri"/>
                <a:cs typeface="Calibri"/>
              </a:rPr>
              <a:t> </a:t>
            </a:r>
            <a:r>
              <a:rPr dirty="0" sz="1000" spc="-10">
                <a:solidFill>
                  <a:srgbClr val="1E293B"/>
                </a:solidFill>
                <a:latin typeface="Calibri"/>
                <a:cs typeface="Calibri"/>
              </a:rPr>
              <a:t>permitted)</a:t>
            </a:r>
            <a:endParaRPr sz="1000">
              <a:latin typeface="Calibri"/>
              <a:cs typeface="Calibri"/>
            </a:endParaRPr>
          </a:p>
          <a:p>
            <a:pPr marL="12700">
              <a:lnSpc>
                <a:spcPct val="100000"/>
              </a:lnSpc>
              <a:spcBef>
                <a:spcPts val="640"/>
              </a:spcBef>
            </a:pPr>
            <a:r>
              <a:rPr dirty="0" sz="1000" b="1">
                <a:solidFill>
                  <a:srgbClr val="D97706"/>
                </a:solidFill>
                <a:latin typeface="Calibri"/>
                <a:cs typeface="Calibri"/>
              </a:rPr>
              <a:t>26</a:t>
            </a:r>
            <a:r>
              <a:rPr dirty="0" sz="1000" spc="-15" b="1">
                <a:solidFill>
                  <a:srgbClr val="D97706"/>
                </a:solidFill>
                <a:latin typeface="Calibri"/>
                <a:cs typeface="Calibri"/>
              </a:rPr>
              <a:t> </a:t>
            </a:r>
            <a:r>
              <a:rPr dirty="0" sz="1000" b="1">
                <a:solidFill>
                  <a:srgbClr val="D97706"/>
                </a:solidFill>
                <a:latin typeface="Calibri"/>
                <a:cs typeface="Calibri"/>
              </a:rPr>
              <a:t>–</a:t>
            </a:r>
            <a:r>
              <a:rPr dirty="0" sz="1000" spc="-10" b="1">
                <a:solidFill>
                  <a:srgbClr val="D97706"/>
                </a:solidFill>
                <a:latin typeface="Calibri"/>
                <a:cs typeface="Calibri"/>
              </a:rPr>
              <a:t> </a:t>
            </a:r>
            <a:r>
              <a:rPr dirty="0" sz="1000" b="1">
                <a:solidFill>
                  <a:srgbClr val="D97706"/>
                </a:solidFill>
                <a:latin typeface="Calibri"/>
                <a:cs typeface="Calibri"/>
              </a:rPr>
              <a:t>47</a:t>
            </a:r>
            <a:r>
              <a:rPr dirty="0" sz="1000" spc="-10" b="1">
                <a:solidFill>
                  <a:srgbClr val="D97706"/>
                </a:solidFill>
                <a:latin typeface="Calibri"/>
                <a:cs typeface="Calibri"/>
              </a:rPr>
              <a:t> </a:t>
            </a:r>
            <a:r>
              <a:rPr dirty="0" sz="1000" b="1">
                <a:solidFill>
                  <a:srgbClr val="D97706"/>
                </a:solidFill>
                <a:latin typeface="Calibri"/>
                <a:cs typeface="Calibri"/>
              </a:rPr>
              <a:t>:</a:t>
            </a:r>
            <a:r>
              <a:rPr dirty="0" sz="1000" spc="-10" b="1">
                <a:solidFill>
                  <a:srgbClr val="D97706"/>
                </a:solidFill>
                <a:latin typeface="Calibri"/>
                <a:cs typeface="Calibri"/>
              </a:rPr>
              <a:t> MODERATE</a:t>
            </a:r>
            <a:r>
              <a:rPr dirty="0" sz="1000" spc="-15" b="1">
                <a:solidFill>
                  <a:srgbClr val="D97706"/>
                </a:solidFill>
                <a:latin typeface="Calibri"/>
                <a:cs typeface="Calibri"/>
              </a:rPr>
              <a:t> </a:t>
            </a:r>
            <a:r>
              <a:rPr dirty="0" sz="1000" spc="-20" b="1">
                <a:solidFill>
                  <a:srgbClr val="D97706"/>
                </a:solidFill>
                <a:latin typeface="Calibri"/>
                <a:cs typeface="Calibri"/>
              </a:rPr>
              <a:t>RISK</a:t>
            </a:r>
            <a:endParaRPr sz="1000">
              <a:latin typeface="Calibri"/>
              <a:cs typeface="Calibri"/>
            </a:endParaRPr>
          </a:p>
          <a:p>
            <a:pPr marL="283210">
              <a:lnSpc>
                <a:spcPct val="100000"/>
              </a:lnSpc>
              <a:spcBef>
                <a:spcPts val="580"/>
              </a:spcBef>
            </a:pPr>
            <a:r>
              <a:rPr dirty="0" sz="1000">
                <a:solidFill>
                  <a:srgbClr val="1E293B"/>
                </a:solidFill>
                <a:latin typeface="Calibri"/>
                <a:cs typeface="Calibri"/>
              </a:rPr>
              <a:t>Safe</a:t>
            </a:r>
            <a:r>
              <a:rPr dirty="0" sz="1000" spc="-35">
                <a:solidFill>
                  <a:srgbClr val="1E293B"/>
                </a:solidFill>
                <a:latin typeface="Calibri"/>
                <a:cs typeface="Calibri"/>
              </a:rPr>
              <a:t> </a:t>
            </a:r>
            <a:r>
              <a:rPr dirty="0" sz="1000">
                <a:solidFill>
                  <a:srgbClr val="1E293B"/>
                </a:solidFill>
                <a:latin typeface="Calibri"/>
                <a:cs typeface="Calibri"/>
              </a:rPr>
              <a:t>with</a:t>
            </a:r>
            <a:r>
              <a:rPr dirty="0" sz="1000" spc="-30">
                <a:solidFill>
                  <a:srgbClr val="1E293B"/>
                </a:solidFill>
                <a:latin typeface="Calibri"/>
                <a:cs typeface="Calibri"/>
              </a:rPr>
              <a:t> </a:t>
            </a:r>
            <a:r>
              <a:rPr dirty="0" sz="1000">
                <a:solidFill>
                  <a:srgbClr val="1E293B"/>
                </a:solidFill>
                <a:latin typeface="Calibri"/>
                <a:cs typeface="Calibri"/>
              </a:rPr>
              <a:t>Caution</a:t>
            </a:r>
            <a:r>
              <a:rPr dirty="0" sz="1000" spc="-30">
                <a:solidFill>
                  <a:srgbClr val="1E293B"/>
                </a:solidFill>
                <a:latin typeface="Calibri"/>
                <a:cs typeface="Calibri"/>
              </a:rPr>
              <a:t> </a:t>
            </a:r>
            <a:r>
              <a:rPr dirty="0" sz="1000">
                <a:solidFill>
                  <a:srgbClr val="1E293B"/>
                </a:solidFill>
                <a:latin typeface="Calibri"/>
                <a:cs typeface="Calibri"/>
              </a:rPr>
              <a:t>(Motorized</a:t>
            </a:r>
            <a:r>
              <a:rPr dirty="0" sz="1000" spc="-30">
                <a:solidFill>
                  <a:srgbClr val="1E293B"/>
                </a:solidFill>
                <a:latin typeface="Calibri"/>
                <a:cs typeface="Calibri"/>
              </a:rPr>
              <a:t> </a:t>
            </a:r>
            <a:r>
              <a:rPr dirty="0" sz="1000" spc="-10">
                <a:solidFill>
                  <a:srgbClr val="1E293B"/>
                </a:solidFill>
                <a:latin typeface="Calibri"/>
                <a:cs typeface="Calibri"/>
              </a:rPr>
              <a:t>only)</a:t>
            </a:r>
            <a:endParaRPr sz="1000">
              <a:latin typeface="Calibri"/>
              <a:cs typeface="Calibri"/>
            </a:endParaRPr>
          </a:p>
        </p:txBody>
      </p:sp>
      <p:grpSp>
        <p:nvGrpSpPr>
          <p:cNvPr id="15" name="object 15"/>
          <p:cNvGrpSpPr/>
          <p:nvPr/>
        </p:nvGrpSpPr>
        <p:grpSpPr>
          <a:xfrm>
            <a:off x="8306230" y="4697695"/>
            <a:ext cx="165100" cy="625475"/>
            <a:chOff x="8306230" y="4697695"/>
            <a:chExt cx="165100" cy="625475"/>
          </a:xfrm>
        </p:grpSpPr>
        <p:pic>
          <p:nvPicPr>
            <p:cNvPr id="16" name="object 16"/>
            <p:cNvPicPr/>
            <p:nvPr/>
          </p:nvPicPr>
          <p:blipFill>
            <a:blip r:embed="rId5" cstate="print"/>
            <a:stretch>
              <a:fillRect/>
            </a:stretch>
          </p:blipFill>
          <p:spPr>
            <a:xfrm>
              <a:off x="8306230" y="4697695"/>
              <a:ext cx="165100" cy="165100"/>
            </a:xfrm>
            <a:prstGeom prst="rect">
              <a:avLst/>
            </a:prstGeom>
          </p:spPr>
        </p:pic>
        <p:pic>
          <p:nvPicPr>
            <p:cNvPr id="17" name="object 17"/>
            <p:cNvPicPr/>
            <p:nvPr/>
          </p:nvPicPr>
          <p:blipFill>
            <a:blip r:embed="rId6" cstate="print"/>
            <a:stretch>
              <a:fillRect/>
            </a:stretch>
          </p:blipFill>
          <p:spPr>
            <a:xfrm>
              <a:off x="8306230" y="5157524"/>
              <a:ext cx="165100" cy="165100"/>
            </a:xfrm>
            <a:prstGeom prst="rect">
              <a:avLst/>
            </a:prstGeom>
          </p:spPr>
        </p:pic>
      </p:grpSp>
      <p:sp>
        <p:nvSpPr>
          <p:cNvPr id="18" name="object 18"/>
          <p:cNvSpPr txBox="1"/>
          <p:nvPr/>
        </p:nvSpPr>
        <p:spPr>
          <a:xfrm>
            <a:off x="8217330" y="4385255"/>
            <a:ext cx="2233295" cy="937894"/>
          </a:xfrm>
          <a:prstGeom prst="rect">
            <a:avLst/>
          </a:prstGeom>
        </p:spPr>
        <p:txBody>
          <a:bodyPr wrap="square" lIns="0" tIns="86360" rIns="0" bIns="0" rtlCol="0" vert="horz">
            <a:spAutoFit/>
          </a:bodyPr>
          <a:lstStyle/>
          <a:p>
            <a:pPr marL="12700">
              <a:lnSpc>
                <a:spcPct val="100000"/>
              </a:lnSpc>
              <a:spcBef>
                <a:spcPts val="680"/>
              </a:spcBef>
            </a:pPr>
            <a:r>
              <a:rPr dirty="0" sz="1000" b="1">
                <a:solidFill>
                  <a:srgbClr val="EA580C"/>
                </a:solidFill>
                <a:latin typeface="Calibri"/>
                <a:cs typeface="Calibri"/>
              </a:rPr>
              <a:t>48</a:t>
            </a:r>
            <a:r>
              <a:rPr dirty="0" sz="1000" spc="-10" b="1">
                <a:solidFill>
                  <a:srgbClr val="EA580C"/>
                </a:solidFill>
                <a:latin typeface="Calibri"/>
                <a:cs typeface="Calibri"/>
              </a:rPr>
              <a:t> </a:t>
            </a:r>
            <a:r>
              <a:rPr dirty="0" sz="1000" b="1">
                <a:solidFill>
                  <a:srgbClr val="EA580C"/>
                </a:solidFill>
                <a:latin typeface="Calibri"/>
                <a:cs typeface="Calibri"/>
              </a:rPr>
              <a:t>–</a:t>
            </a:r>
            <a:r>
              <a:rPr dirty="0" sz="1000" spc="-10" b="1">
                <a:solidFill>
                  <a:srgbClr val="EA580C"/>
                </a:solidFill>
                <a:latin typeface="Calibri"/>
                <a:cs typeface="Calibri"/>
              </a:rPr>
              <a:t> </a:t>
            </a:r>
            <a:r>
              <a:rPr dirty="0" sz="1000" b="1">
                <a:solidFill>
                  <a:srgbClr val="EA580C"/>
                </a:solidFill>
                <a:latin typeface="Calibri"/>
                <a:cs typeface="Calibri"/>
              </a:rPr>
              <a:t>67</a:t>
            </a:r>
            <a:r>
              <a:rPr dirty="0" sz="1000" spc="-10" b="1">
                <a:solidFill>
                  <a:srgbClr val="EA580C"/>
                </a:solidFill>
                <a:latin typeface="Calibri"/>
                <a:cs typeface="Calibri"/>
              </a:rPr>
              <a:t> </a:t>
            </a:r>
            <a:r>
              <a:rPr dirty="0" sz="1000" b="1">
                <a:solidFill>
                  <a:srgbClr val="EA580C"/>
                </a:solidFill>
                <a:latin typeface="Calibri"/>
                <a:cs typeface="Calibri"/>
              </a:rPr>
              <a:t>:</a:t>
            </a:r>
            <a:r>
              <a:rPr dirty="0" sz="1000" spc="-10" b="1">
                <a:solidFill>
                  <a:srgbClr val="EA580C"/>
                </a:solidFill>
                <a:latin typeface="Calibri"/>
                <a:cs typeface="Calibri"/>
              </a:rPr>
              <a:t> </a:t>
            </a:r>
            <a:r>
              <a:rPr dirty="0" sz="1000" b="1">
                <a:solidFill>
                  <a:srgbClr val="EA580C"/>
                </a:solidFill>
                <a:latin typeface="Calibri"/>
                <a:cs typeface="Calibri"/>
              </a:rPr>
              <a:t>HIGH</a:t>
            </a:r>
            <a:r>
              <a:rPr dirty="0" sz="1000" spc="-10" b="1">
                <a:solidFill>
                  <a:srgbClr val="EA580C"/>
                </a:solidFill>
                <a:latin typeface="Calibri"/>
                <a:cs typeface="Calibri"/>
              </a:rPr>
              <a:t> </a:t>
            </a:r>
            <a:r>
              <a:rPr dirty="0" sz="1000" spc="-20" b="1">
                <a:solidFill>
                  <a:srgbClr val="EA580C"/>
                </a:solidFill>
                <a:latin typeface="Calibri"/>
                <a:cs typeface="Calibri"/>
              </a:rPr>
              <a:t>RISK</a:t>
            </a:r>
            <a:endParaRPr sz="1000">
              <a:latin typeface="Calibri"/>
              <a:cs typeface="Calibri"/>
            </a:endParaRPr>
          </a:p>
          <a:p>
            <a:pPr marL="283210">
              <a:lnSpc>
                <a:spcPct val="100000"/>
              </a:lnSpc>
              <a:spcBef>
                <a:spcPts val="580"/>
              </a:spcBef>
            </a:pPr>
            <a:r>
              <a:rPr dirty="0" sz="1000">
                <a:solidFill>
                  <a:srgbClr val="1E293B"/>
                </a:solidFill>
                <a:latin typeface="Calibri"/>
                <a:cs typeface="Calibri"/>
              </a:rPr>
              <a:t>Not</a:t>
            </a:r>
            <a:r>
              <a:rPr dirty="0" sz="1000" spc="10">
                <a:solidFill>
                  <a:srgbClr val="1E293B"/>
                </a:solidFill>
                <a:latin typeface="Calibri"/>
                <a:cs typeface="Calibri"/>
              </a:rPr>
              <a:t> </a:t>
            </a:r>
            <a:r>
              <a:rPr dirty="0" sz="1000" spc="-10">
                <a:solidFill>
                  <a:srgbClr val="1E293B"/>
                </a:solidFill>
                <a:latin typeface="Calibri"/>
                <a:cs typeface="Calibri"/>
              </a:rPr>
              <a:t>Recommended</a:t>
            </a:r>
            <a:r>
              <a:rPr dirty="0" sz="1000" spc="15">
                <a:solidFill>
                  <a:srgbClr val="1E293B"/>
                </a:solidFill>
                <a:latin typeface="Calibri"/>
                <a:cs typeface="Calibri"/>
              </a:rPr>
              <a:t> </a:t>
            </a:r>
            <a:r>
              <a:rPr dirty="0" sz="1000">
                <a:solidFill>
                  <a:srgbClr val="1E293B"/>
                </a:solidFill>
                <a:latin typeface="Calibri"/>
                <a:cs typeface="Calibri"/>
              </a:rPr>
              <a:t>(Advisory</a:t>
            </a:r>
            <a:r>
              <a:rPr dirty="0" sz="1000" spc="15">
                <a:solidFill>
                  <a:srgbClr val="1E293B"/>
                </a:solidFill>
                <a:latin typeface="Calibri"/>
                <a:cs typeface="Calibri"/>
              </a:rPr>
              <a:t> </a:t>
            </a:r>
            <a:r>
              <a:rPr dirty="0" sz="1000" spc="-10">
                <a:solidFill>
                  <a:srgbClr val="1E293B"/>
                </a:solidFill>
                <a:latin typeface="Calibri"/>
                <a:cs typeface="Calibri"/>
              </a:rPr>
              <a:t>shelter)</a:t>
            </a:r>
            <a:endParaRPr sz="1000">
              <a:latin typeface="Calibri"/>
              <a:cs typeface="Calibri"/>
            </a:endParaRPr>
          </a:p>
          <a:p>
            <a:pPr marL="12700">
              <a:lnSpc>
                <a:spcPct val="100000"/>
              </a:lnSpc>
              <a:spcBef>
                <a:spcPts val="640"/>
              </a:spcBef>
            </a:pPr>
            <a:r>
              <a:rPr dirty="0" sz="1000" b="1">
                <a:solidFill>
                  <a:srgbClr val="EF4444"/>
                </a:solidFill>
                <a:latin typeface="Calibri"/>
                <a:cs typeface="Calibri"/>
              </a:rPr>
              <a:t>68</a:t>
            </a:r>
            <a:r>
              <a:rPr dirty="0" sz="1000" spc="-15" b="1">
                <a:solidFill>
                  <a:srgbClr val="EF4444"/>
                </a:solidFill>
                <a:latin typeface="Calibri"/>
                <a:cs typeface="Calibri"/>
              </a:rPr>
              <a:t> </a:t>
            </a:r>
            <a:r>
              <a:rPr dirty="0" sz="1000" b="1">
                <a:solidFill>
                  <a:srgbClr val="EF4444"/>
                </a:solidFill>
                <a:latin typeface="Calibri"/>
                <a:cs typeface="Calibri"/>
              </a:rPr>
              <a:t>–</a:t>
            </a:r>
            <a:r>
              <a:rPr dirty="0" sz="1000" spc="-10" b="1">
                <a:solidFill>
                  <a:srgbClr val="EF4444"/>
                </a:solidFill>
                <a:latin typeface="Calibri"/>
                <a:cs typeface="Calibri"/>
              </a:rPr>
              <a:t> </a:t>
            </a:r>
            <a:r>
              <a:rPr dirty="0" sz="1000" b="1">
                <a:solidFill>
                  <a:srgbClr val="EF4444"/>
                </a:solidFill>
                <a:latin typeface="Calibri"/>
                <a:cs typeface="Calibri"/>
              </a:rPr>
              <a:t>100</a:t>
            </a:r>
            <a:r>
              <a:rPr dirty="0" sz="1000" spc="-15" b="1">
                <a:solidFill>
                  <a:srgbClr val="EF4444"/>
                </a:solidFill>
                <a:latin typeface="Calibri"/>
                <a:cs typeface="Calibri"/>
              </a:rPr>
              <a:t> </a:t>
            </a:r>
            <a:r>
              <a:rPr dirty="0" sz="1000" b="1">
                <a:solidFill>
                  <a:srgbClr val="EF4444"/>
                </a:solidFill>
                <a:latin typeface="Calibri"/>
                <a:cs typeface="Calibri"/>
              </a:rPr>
              <a:t>:</a:t>
            </a:r>
            <a:r>
              <a:rPr dirty="0" sz="1000" spc="-10" b="1">
                <a:solidFill>
                  <a:srgbClr val="EF4444"/>
                </a:solidFill>
                <a:latin typeface="Calibri"/>
                <a:cs typeface="Calibri"/>
              </a:rPr>
              <a:t> </a:t>
            </a:r>
            <a:r>
              <a:rPr dirty="0" sz="1000" b="1">
                <a:solidFill>
                  <a:srgbClr val="EF4444"/>
                </a:solidFill>
                <a:latin typeface="Calibri"/>
                <a:cs typeface="Calibri"/>
              </a:rPr>
              <a:t>CRITICAL</a:t>
            </a:r>
            <a:r>
              <a:rPr dirty="0" sz="1000" spc="-10" b="1">
                <a:solidFill>
                  <a:srgbClr val="EF4444"/>
                </a:solidFill>
                <a:latin typeface="Calibri"/>
                <a:cs typeface="Calibri"/>
              </a:rPr>
              <a:t> </a:t>
            </a:r>
            <a:r>
              <a:rPr dirty="0" sz="1000" spc="-20" b="1">
                <a:solidFill>
                  <a:srgbClr val="EF4444"/>
                </a:solidFill>
                <a:latin typeface="Calibri"/>
                <a:cs typeface="Calibri"/>
              </a:rPr>
              <a:t>RISK</a:t>
            </a:r>
            <a:endParaRPr sz="1000">
              <a:latin typeface="Calibri"/>
              <a:cs typeface="Calibri"/>
            </a:endParaRPr>
          </a:p>
          <a:p>
            <a:pPr marL="283210">
              <a:lnSpc>
                <a:spcPct val="100000"/>
              </a:lnSpc>
              <a:spcBef>
                <a:spcPts val="580"/>
              </a:spcBef>
            </a:pPr>
            <a:r>
              <a:rPr dirty="0" sz="1000">
                <a:solidFill>
                  <a:srgbClr val="1E293B"/>
                </a:solidFill>
                <a:latin typeface="Calibri"/>
                <a:cs typeface="Calibri"/>
              </a:rPr>
              <a:t>Prohibited</a:t>
            </a:r>
            <a:r>
              <a:rPr dirty="0" sz="1000" spc="-45">
                <a:solidFill>
                  <a:srgbClr val="1E293B"/>
                </a:solidFill>
                <a:latin typeface="Calibri"/>
                <a:cs typeface="Calibri"/>
              </a:rPr>
              <a:t> </a:t>
            </a:r>
            <a:r>
              <a:rPr dirty="0" sz="1000">
                <a:solidFill>
                  <a:srgbClr val="1E293B"/>
                </a:solidFill>
                <a:latin typeface="Calibri"/>
                <a:cs typeface="Calibri"/>
              </a:rPr>
              <a:t>(Severe</a:t>
            </a:r>
            <a:r>
              <a:rPr dirty="0" sz="1000" spc="-45">
                <a:solidFill>
                  <a:srgbClr val="1E293B"/>
                </a:solidFill>
                <a:latin typeface="Calibri"/>
                <a:cs typeface="Calibri"/>
              </a:rPr>
              <a:t> </a:t>
            </a:r>
            <a:r>
              <a:rPr dirty="0" sz="1000">
                <a:solidFill>
                  <a:srgbClr val="1E293B"/>
                </a:solidFill>
                <a:latin typeface="Calibri"/>
                <a:cs typeface="Calibri"/>
              </a:rPr>
              <a:t>storm</a:t>
            </a:r>
            <a:r>
              <a:rPr dirty="0" sz="1000" spc="-45">
                <a:solidFill>
                  <a:srgbClr val="1E293B"/>
                </a:solidFill>
                <a:latin typeface="Calibri"/>
                <a:cs typeface="Calibri"/>
              </a:rPr>
              <a:t> </a:t>
            </a:r>
            <a:r>
              <a:rPr dirty="0" sz="1000" spc="-10">
                <a:solidFill>
                  <a:srgbClr val="1E293B"/>
                </a:solidFill>
                <a:latin typeface="Calibri"/>
                <a:cs typeface="Calibri"/>
              </a:rPr>
              <a:t>warning)</a:t>
            </a:r>
            <a:endParaRPr sz="1000">
              <a:latin typeface="Calibri"/>
              <a:cs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170305">
              <a:lnSpc>
                <a:spcPct val="100000"/>
              </a:lnSpc>
              <a:spcBef>
                <a:spcPts val="100"/>
              </a:spcBef>
            </a:pPr>
            <a:r>
              <a:rPr dirty="0" spc="-10"/>
              <a:t>Methodology</a:t>
            </a:r>
          </a:p>
        </p:txBody>
      </p:sp>
      <p:sp>
        <p:nvSpPr>
          <p:cNvPr id="3" name="object 3"/>
          <p:cNvSpPr txBox="1"/>
          <p:nvPr/>
        </p:nvSpPr>
        <p:spPr>
          <a:xfrm>
            <a:off x="810259" y="1378061"/>
            <a:ext cx="2665730" cy="269240"/>
          </a:xfrm>
          <a:prstGeom prst="rect">
            <a:avLst/>
          </a:prstGeom>
        </p:spPr>
        <p:txBody>
          <a:bodyPr wrap="square" lIns="0" tIns="12700" rIns="0" bIns="0" rtlCol="0" vert="horz">
            <a:spAutoFit/>
          </a:bodyPr>
          <a:lstStyle/>
          <a:p>
            <a:pPr marL="12700">
              <a:lnSpc>
                <a:spcPct val="100000"/>
              </a:lnSpc>
              <a:spcBef>
                <a:spcPts val="100"/>
              </a:spcBef>
            </a:pPr>
            <a:r>
              <a:rPr dirty="0" sz="1600" b="1">
                <a:solidFill>
                  <a:srgbClr val="D97706"/>
                </a:solidFill>
                <a:latin typeface="Calibri"/>
                <a:cs typeface="Calibri"/>
              </a:rPr>
              <a:t>4.</a:t>
            </a:r>
            <a:r>
              <a:rPr dirty="0" sz="1600" spc="-30" b="1">
                <a:solidFill>
                  <a:srgbClr val="D97706"/>
                </a:solidFill>
                <a:latin typeface="Calibri"/>
                <a:cs typeface="Calibri"/>
              </a:rPr>
              <a:t> </a:t>
            </a:r>
            <a:r>
              <a:rPr dirty="0" sz="1600" spc="-10" b="1">
                <a:solidFill>
                  <a:srgbClr val="D97706"/>
                </a:solidFill>
                <a:latin typeface="Calibri"/>
                <a:cs typeface="Calibri"/>
              </a:rPr>
              <a:t>Navigable</a:t>
            </a:r>
            <a:r>
              <a:rPr dirty="0" sz="1600" spc="-20" b="1">
                <a:solidFill>
                  <a:srgbClr val="D97706"/>
                </a:solidFill>
                <a:latin typeface="Calibri"/>
                <a:cs typeface="Calibri"/>
              </a:rPr>
              <a:t> </a:t>
            </a:r>
            <a:r>
              <a:rPr dirty="0" sz="1600" spc="-10" b="1">
                <a:solidFill>
                  <a:srgbClr val="D97706"/>
                </a:solidFill>
                <a:latin typeface="Calibri"/>
                <a:cs typeface="Calibri"/>
              </a:rPr>
              <a:t>Dual-</a:t>
            </a:r>
            <a:r>
              <a:rPr dirty="0" sz="1600" b="1">
                <a:solidFill>
                  <a:srgbClr val="D97706"/>
                </a:solidFill>
                <a:latin typeface="Calibri"/>
                <a:cs typeface="Calibri"/>
              </a:rPr>
              <a:t>Route</a:t>
            </a:r>
            <a:r>
              <a:rPr dirty="0" sz="1600" spc="-25" b="1">
                <a:solidFill>
                  <a:srgbClr val="D97706"/>
                </a:solidFill>
                <a:latin typeface="Calibri"/>
                <a:cs typeface="Calibri"/>
              </a:rPr>
              <a:t> </a:t>
            </a:r>
            <a:r>
              <a:rPr dirty="0" sz="1600" spc="-10" b="1">
                <a:solidFill>
                  <a:srgbClr val="D97706"/>
                </a:solidFill>
                <a:latin typeface="Calibri"/>
                <a:cs typeface="Calibri"/>
              </a:rPr>
              <a:t>Engine</a:t>
            </a:r>
            <a:endParaRPr sz="1600">
              <a:latin typeface="Calibri"/>
              <a:cs typeface="Calibri"/>
            </a:endParaRPr>
          </a:p>
        </p:txBody>
      </p:sp>
      <p:sp>
        <p:nvSpPr>
          <p:cNvPr id="4" name="object 4"/>
          <p:cNvSpPr txBox="1"/>
          <p:nvPr/>
        </p:nvSpPr>
        <p:spPr>
          <a:xfrm>
            <a:off x="810259" y="1779580"/>
            <a:ext cx="4852035" cy="1795780"/>
          </a:xfrm>
          <a:prstGeom prst="rect">
            <a:avLst/>
          </a:prstGeom>
        </p:spPr>
        <p:txBody>
          <a:bodyPr wrap="square" lIns="0" tIns="100330" rIns="0" bIns="0" rtlCol="0" vert="horz">
            <a:spAutoFit/>
          </a:bodyPr>
          <a:lstStyle/>
          <a:p>
            <a:pPr marL="12700">
              <a:lnSpc>
                <a:spcPct val="100000"/>
              </a:lnSpc>
              <a:spcBef>
                <a:spcPts val="790"/>
              </a:spcBef>
            </a:pPr>
            <a:r>
              <a:rPr dirty="0" sz="1100">
                <a:solidFill>
                  <a:srgbClr val="1E293B"/>
                </a:solidFill>
                <a:latin typeface="Calibri"/>
                <a:cs typeface="Calibri"/>
              </a:rPr>
              <a:t>ORCA</a:t>
            </a:r>
            <a:r>
              <a:rPr dirty="0" sz="1100" spc="-25">
                <a:solidFill>
                  <a:srgbClr val="1E293B"/>
                </a:solidFill>
                <a:latin typeface="Calibri"/>
                <a:cs typeface="Calibri"/>
              </a:rPr>
              <a:t> </a:t>
            </a:r>
            <a:r>
              <a:rPr dirty="0" sz="1100">
                <a:solidFill>
                  <a:srgbClr val="1E293B"/>
                </a:solidFill>
                <a:latin typeface="Calibri"/>
                <a:cs typeface="Calibri"/>
              </a:rPr>
              <a:t>computes</a:t>
            </a:r>
            <a:r>
              <a:rPr dirty="0" sz="1100" spc="-25">
                <a:solidFill>
                  <a:srgbClr val="1E293B"/>
                </a:solidFill>
                <a:latin typeface="Calibri"/>
                <a:cs typeface="Calibri"/>
              </a:rPr>
              <a:t> </a:t>
            </a:r>
            <a:r>
              <a:rPr dirty="0" sz="1100">
                <a:solidFill>
                  <a:srgbClr val="1E293B"/>
                </a:solidFill>
                <a:latin typeface="Calibri"/>
                <a:cs typeface="Calibri"/>
              </a:rPr>
              <a:t>two</a:t>
            </a:r>
            <a:r>
              <a:rPr dirty="0" sz="1100" spc="-25">
                <a:solidFill>
                  <a:srgbClr val="1E293B"/>
                </a:solidFill>
                <a:latin typeface="Calibri"/>
                <a:cs typeface="Calibri"/>
              </a:rPr>
              <a:t> </a:t>
            </a:r>
            <a:r>
              <a:rPr dirty="0" sz="1100">
                <a:solidFill>
                  <a:srgbClr val="1E293B"/>
                </a:solidFill>
                <a:latin typeface="Calibri"/>
                <a:cs typeface="Calibri"/>
              </a:rPr>
              <a:t>competing</a:t>
            </a:r>
            <a:r>
              <a:rPr dirty="0" sz="1100" spc="-25">
                <a:solidFill>
                  <a:srgbClr val="1E293B"/>
                </a:solidFill>
                <a:latin typeface="Calibri"/>
                <a:cs typeface="Calibri"/>
              </a:rPr>
              <a:t> </a:t>
            </a:r>
            <a:r>
              <a:rPr dirty="0" sz="1100">
                <a:solidFill>
                  <a:srgbClr val="1E293B"/>
                </a:solidFill>
                <a:latin typeface="Calibri"/>
                <a:cs typeface="Calibri"/>
              </a:rPr>
              <a:t>passage</a:t>
            </a:r>
            <a:r>
              <a:rPr dirty="0" sz="1100" spc="-25">
                <a:solidFill>
                  <a:srgbClr val="1E293B"/>
                </a:solidFill>
                <a:latin typeface="Calibri"/>
                <a:cs typeface="Calibri"/>
              </a:rPr>
              <a:t> </a:t>
            </a:r>
            <a:r>
              <a:rPr dirty="0" sz="1100">
                <a:solidFill>
                  <a:srgbClr val="1E293B"/>
                </a:solidFill>
                <a:latin typeface="Calibri"/>
                <a:cs typeface="Calibri"/>
              </a:rPr>
              <a:t>plans</a:t>
            </a:r>
            <a:r>
              <a:rPr dirty="0" sz="1100" spc="-25">
                <a:solidFill>
                  <a:srgbClr val="1E293B"/>
                </a:solidFill>
                <a:latin typeface="Calibri"/>
                <a:cs typeface="Calibri"/>
              </a:rPr>
              <a:t> </a:t>
            </a:r>
            <a:r>
              <a:rPr dirty="0" sz="1100">
                <a:solidFill>
                  <a:srgbClr val="1E293B"/>
                </a:solidFill>
                <a:latin typeface="Calibri"/>
                <a:cs typeface="Calibri"/>
              </a:rPr>
              <a:t>for</a:t>
            </a:r>
            <a:r>
              <a:rPr dirty="0" sz="1100" spc="-25">
                <a:solidFill>
                  <a:srgbClr val="1E293B"/>
                </a:solidFill>
                <a:latin typeface="Calibri"/>
                <a:cs typeface="Calibri"/>
              </a:rPr>
              <a:t> </a:t>
            </a:r>
            <a:r>
              <a:rPr dirty="0" sz="1100">
                <a:solidFill>
                  <a:srgbClr val="1E293B"/>
                </a:solidFill>
                <a:latin typeface="Calibri"/>
                <a:cs typeface="Calibri"/>
              </a:rPr>
              <a:t>any</a:t>
            </a:r>
            <a:r>
              <a:rPr dirty="0" sz="1100" spc="-25">
                <a:solidFill>
                  <a:srgbClr val="1E293B"/>
                </a:solidFill>
                <a:latin typeface="Calibri"/>
                <a:cs typeface="Calibri"/>
              </a:rPr>
              <a:t> </a:t>
            </a:r>
            <a:r>
              <a:rPr dirty="0" sz="1100">
                <a:solidFill>
                  <a:srgbClr val="1E293B"/>
                </a:solidFill>
                <a:latin typeface="Calibri"/>
                <a:cs typeface="Calibri"/>
              </a:rPr>
              <a:t>marine</a:t>
            </a:r>
            <a:r>
              <a:rPr dirty="0" sz="1100" spc="-25">
                <a:solidFill>
                  <a:srgbClr val="1E293B"/>
                </a:solidFill>
                <a:latin typeface="Calibri"/>
                <a:cs typeface="Calibri"/>
              </a:rPr>
              <a:t> </a:t>
            </a:r>
            <a:r>
              <a:rPr dirty="0" sz="1100">
                <a:solidFill>
                  <a:srgbClr val="1E293B"/>
                </a:solidFill>
                <a:latin typeface="Calibri"/>
                <a:cs typeface="Calibri"/>
              </a:rPr>
              <a:t>navigation</a:t>
            </a:r>
            <a:r>
              <a:rPr dirty="0" sz="1100" spc="-25">
                <a:solidFill>
                  <a:srgbClr val="1E293B"/>
                </a:solidFill>
                <a:latin typeface="Calibri"/>
                <a:cs typeface="Calibri"/>
              </a:rPr>
              <a:t> </a:t>
            </a:r>
            <a:r>
              <a:rPr dirty="0" sz="1100" spc="-10">
                <a:solidFill>
                  <a:srgbClr val="1E293B"/>
                </a:solidFill>
                <a:latin typeface="Calibri"/>
                <a:cs typeface="Calibri"/>
              </a:rPr>
              <a:t>query:</a:t>
            </a:r>
            <a:endParaRPr sz="1100">
              <a:latin typeface="Calibri"/>
              <a:cs typeface="Calibri"/>
            </a:endParaRPr>
          </a:p>
          <a:p>
            <a:pPr marL="12700" marR="5080" indent="91440">
              <a:lnSpc>
                <a:spcPct val="108300"/>
              </a:lnSpc>
              <a:spcBef>
                <a:spcPts val="525"/>
              </a:spcBef>
              <a:buChar char="•"/>
              <a:tabLst>
                <a:tab pos="104139" algn="l"/>
              </a:tabLst>
            </a:pPr>
            <a:r>
              <a:rPr dirty="0" sz="1000">
                <a:solidFill>
                  <a:srgbClr val="1E293B"/>
                </a:solidFill>
                <a:latin typeface="Calibri"/>
                <a:cs typeface="Calibri"/>
              </a:rPr>
              <a:t>Route</a:t>
            </a:r>
            <a:r>
              <a:rPr dirty="0" sz="1000" spc="-25">
                <a:solidFill>
                  <a:srgbClr val="1E293B"/>
                </a:solidFill>
                <a:latin typeface="Calibri"/>
                <a:cs typeface="Calibri"/>
              </a:rPr>
              <a:t> </a:t>
            </a:r>
            <a:r>
              <a:rPr dirty="0" sz="1000">
                <a:solidFill>
                  <a:srgbClr val="1E293B"/>
                </a:solidFill>
                <a:latin typeface="Calibri"/>
                <a:cs typeface="Calibri"/>
              </a:rPr>
              <a:t>Alpha</a:t>
            </a:r>
            <a:r>
              <a:rPr dirty="0" sz="1000" spc="-25">
                <a:solidFill>
                  <a:srgbClr val="1E293B"/>
                </a:solidFill>
                <a:latin typeface="Calibri"/>
                <a:cs typeface="Calibri"/>
              </a:rPr>
              <a:t> </a:t>
            </a:r>
            <a:r>
              <a:rPr dirty="0" sz="1000">
                <a:solidFill>
                  <a:srgbClr val="1E293B"/>
                </a:solidFill>
                <a:latin typeface="Calibri"/>
                <a:cs typeface="Calibri"/>
              </a:rPr>
              <a:t>(Direct</a:t>
            </a:r>
            <a:r>
              <a:rPr dirty="0" sz="1000" spc="-25">
                <a:solidFill>
                  <a:srgbClr val="1E293B"/>
                </a:solidFill>
                <a:latin typeface="Calibri"/>
                <a:cs typeface="Calibri"/>
              </a:rPr>
              <a:t> </a:t>
            </a:r>
            <a:r>
              <a:rPr dirty="0" sz="1000">
                <a:solidFill>
                  <a:srgbClr val="1E293B"/>
                </a:solidFill>
                <a:latin typeface="Calibri"/>
                <a:cs typeface="Calibri"/>
              </a:rPr>
              <a:t>Coastal</a:t>
            </a:r>
            <a:r>
              <a:rPr dirty="0" sz="1000" spc="-25">
                <a:solidFill>
                  <a:srgbClr val="1E293B"/>
                </a:solidFill>
                <a:latin typeface="Calibri"/>
                <a:cs typeface="Calibri"/>
              </a:rPr>
              <a:t> </a:t>
            </a:r>
            <a:r>
              <a:rPr dirty="0" sz="1000">
                <a:solidFill>
                  <a:srgbClr val="1E293B"/>
                </a:solidFill>
                <a:latin typeface="Calibri"/>
                <a:cs typeface="Calibri"/>
              </a:rPr>
              <a:t>Channel):</a:t>
            </a:r>
            <a:r>
              <a:rPr dirty="0" sz="1000" spc="-25">
                <a:solidFill>
                  <a:srgbClr val="1E293B"/>
                </a:solidFill>
                <a:latin typeface="Calibri"/>
                <a:cs typeface="Calibri"/>
              </a:rPr>
              <a:t> </a:t>
            </a:r>
            <a:r>
              <a:rPr dirty="0" sz="1000">
                <a:solidFill>
                  <a:srgbClr val="1E293B"/>
                </a:solidFill>
                <a:latin typeface="Calibri"/>
                <a:cs typeface="Calibri"/>
              </a:rPr>
              <a:t>Shortest</a:t>
            </a:r>
            <a:r>
              <a:rPr dirty="0" sz="1000" spc="-25">
                <a:solidFill>
                  <a:srgbClr val="1E293B"/>
                </a:solidFill>
                <a:latin typeface="Calibri"/>
                <a:cs typeface="Calibri"/>
              </a:rPr>
              <a:t> </a:t>
            </a:r>
            <a:r>
              <a:rPr dirty="0" sz="1000">
                <a:solidFill>
                  <a:srgbClr val="1E293B"/>
                </a:solidFill>
                <a:latin typeface="Calibri"/>
                <a:cs typeface="Calibri"/>
              </a:rPr>
              <a:t>geodesic</a:t>
            </a:r>
            <a:r>
              <a:rPr dirty="0" sz="1000" spc="-25">
                <a:solidFill>
                  <a:srgbClr val="1E293B"/>
                </a:solidFill>
                <a:latin typeface="Calibri"/>
                <a:cs typeface="Calibri"/>
              </a:rPr>
              <a:t> </a:t>
            </a:r>
            <a:r>
              <a:rPr dirty="0" sz="1000">
                <a:solidFill>
                  <a:srgbClr val="1E293B"/>
                </a:solidFill>
                <a:latin typeface="Calibri"/>
                <a:cs typeface="Calibri"/>
              </a:rPr>
              <a:t>path</a:t>
            </a:r>
            <a:r>
              <a:rPr dirty="0" sz="1000" spc="-25">
                <a:solidFill>
                  <a:srgbClr val="1E293B"/>
                </a:solidFill>
                <a:latin typeface="Calibri"/>
                <a:cs typeface="Calibri"/>
              </a:rPr>
              <a:t> </a:t>
            </a:r>
            <a:r>
              <a:rPr dirty="0" sz="1000">
                <a:solidFill>
                  <a:srgbClr val="1E293B"/>
                </a:solidFill>
                <a:latin typeface="Calibri"/>
                <a:cs typeface="Calibri"/>
              </a:rPr>
              <a:t>between</a:t>
            </a:r>
            <a:r>
              <a:rPr dirty="0" sz="1000" spc="-25">
                <a:solidFill>
                  <a:srgbClr val="1E293B"/>
                </a:solidFill>
                <a:latin typeface="Calibri"/>
                <a:cs typeface="Calibri"/>
              </a:rPr>
              <a:t> </a:t>
            </a:r>
            <a:r>
              <a:rPr dirty="0" sz="1000">
                <a:solidFill>
                  <a:srgbClr val="1E293B"/>
                </a:solidFill>
                <a:latin typeface="Calibri"/>
                <a:cs typeface="Calibri"/>
              </a:rPr>
              <a:t>port</a:t>
            </a:r>
            <a:r>
              <a:rPr dirty="0" sz="1000" spc="-25">
                <a:solidFill>
                  <a:srgbClr val="1E293B"/>
                </a:solidFill>
                <a:latin typeface="Calibri"/>
                <a:cs typeface="Calibri"/>
              </a:rPr>
              <a:t> </a:t>
            </a:r>
            <a:r>
              <a:rPr dirty="0" sz="1000">
                <a:solidFill>
                  <a:srgbClr val="1E293B"/>
                </a:solidFill>
                <a:latin typeface="Calibri"/>
                <a:cs typeface="Calibri"/>
              </a:rPr>
              <a:t>and</a:t>
            </a:r>
            <a:r>
              <a:rPr dirty="0" sz="1000" spc="-25">
                <a:solidFill>
                  <a:srgbClr val="1E293B"/>
                </a:solidFill>
                <a:latin typeface="Calibri"/>
                <a:cs typeface="Calibri"/>
              </a:rPr>
              <a:t> </a:t>
            </a:r>
            <a:r>
              <a:rPr dirty="0" sz="1000" spc="-10">
                <a:solidFill>
                  <a:srgbClr val="1E293B"/>
                </a:solidFill>
                <a:latin typeface="Calibri"/>
                <a:cs typeface="Calibri"/>
              </a:rPr>
              <a:t>destination. Faster</a:t>
            </a:r>
            <a:r>
              <a:rPr dirty="0" sz="1000" spc="-20">
                <a:solidFill>
                  <a:srgbClr val="1E293B"/>
                </a:solidFill>
                <a:latin typeface="Calibri"/>
                <a:cs typeface="Calibri"/>
              </a:rPr>
              <a:t> </a:t>
            </a:r>
            <a:r>
              <a:rPr dirty="0" sz="1000">
                <a:solidFill>
                  <a:srgbClr val="1E293B"/>
                </a:solidFill>
                <a:latin typeface="Calibri"/>
                <a:cs typeface="Calibri"/>
              </a:rPr>
              <a:t>transit</a:t>
            </a:r>
            <a:r>
              <a:rPr dirty="0" sz="1000" spc="-15">
                <a:solidFill>
                  <a:srgbClr val="1E293B"/>
                </a:solidFill>
                <a:latin typeface="Calibri"/>
                <a:cs typeface="Calibri"/>
              </a:rPr>
              <a:t> </a:t>
            </a:r>
            <a:r>
              <a:rPr dirty="0" sz="1000">
                <a:solidFill>
                  <a:srgbClr val="1E293B"/>
                </a:solidFill>
                <a:latin typeface="Calibri"/>
                <a:cs typeface="Calibri"/>
              </a:rPr>
              <a:t>but</a:t>
            </a:r>
            <a:r>
              <a:rPr dirty="0" sz="1000" spc="-15">
                <a:solidFill>
                  <a:srgbClr val="1E293B"/>
                </a:solidFill>
                <a:latin typeface="Calibri"/>
                <a:cs typeface="Calibri"/>
              </a:rPr>
              <a:t> </a:t>
            </a:r>
            <a:r>
              <a:rPr dirty="0" sz="1000">
                <a:solidFill>
                  <a:srgbClr val="1E293B"/>
                </a:solidFill>
                <a:latin typeface="Calibri"/>
                <a:cs typeface="Calibri"/>
              </a:rPr>
              <a:t>frequently</a:t>
            </a:r>
            <a:r>
              <a:rPr dirty="0" sz="1000" spc="-15">
                <a:solidFill>
                  <a:srgbClr val="1E293B"/>
                </a:solidFill>
                <a:latin typeface="Calibri"/>
                <a:cs typeface="Calibri"/>
              </a:rPr>
              <a:t> </a:t>
            </a:r>
            <a:r>
              <a:rPr dirty="0" sz="1000" spc="-10">
                <a:solidFill>
                  <a:srgbClr val="1E293B"/>
                </a:solidFill>
                <a:latin typeface="Calibri"/>
                <a:cs typeface="Calibri"/>
              </a:rPr>
              <a:t>encounters</a:t>
            </a:r>
            <a:r>
              <a:rPr dirty="0" sz="1000" spc="-20">
                <a:solidFill>
                  <a:srgbClr val="1E293B"/>
                </a:solidFill>
                <a:latin typeface="Calibri"/>
                <a:cs typeface="Calibri"/>
              </a:rPr>
              <a:t> </a:t>
            </a:r>
            <a:r>
              <a:rPr dirty="0" sz="1000">
                <a:solidFill>
                  <a:srgbClr val="1E293B"/>
                </a:solidFill>
                <a:latin typeface="Calibri"/>
                <a:cs typeface="Calibri"/>
              </a:rPr>
              <a:t>shallow</a:t>
            </a:r>
            <a:r>
              <a:rPr dirty="0" sz="1000" spc="-15">
                <a:solidFill>
                  <a:srgbClr val="1E293B"/>
                </a:solidFill>
                <a:latin typeface="Calibri"/>
                <a:cs typeface="Calibri"/>
              </a:rPr>
              <a:t> </a:t>
            </a:r>
            <a:r>
              <a:rPr dirty="0" sz="1000">
                <a:solidFill>
                  <a:srgbClr val="1E293B"/>
                </a:solidFill>
                <a:latin typeface="Calibri"/>
                <a:cs typeface="Calibri"/>
              </a:rPr>
              <a:t>shoaling</a:t>
            </a:r>
            <a:r>
              <a:rPr dirty="0" sz="1000" spc="-15">
                <a:solidFill>
                  <a:srgbClr val="1E293B"/>
                </a:solidFill>
                <a:latin typeface="Calibri"/>
                <a:cs typeface="Calibri"/>
              </a:rPr>
              <a:t> </a:t>
            </a:r>
            <a:r>
              <a:rPr dirty="0" sz="1000">
                <a:solidFill>
                  <a:srgbClr val="1E293B"/>
                </a:solidFill>
                <a:latin typeface="Calibri"/>
                <a:cs typeface="Calibri"/>
              </a:rPr>
              <a:t>waves</a:t>
            </a:r>
            <a:r>
              <a:rPr dirty="0" sz="1000" spc="-15">
                <a:solidFill>
                  <a:srgbClr val="1E293B"/>
                </a:solidFill>
                <a:latin typeface="Calibri"/>
                <a:cs typeface="Calibri"/>
              </a:rPr>
              <a:t> </a:t>
            </a:r>
            <a:r>
              <a:rPr dirty="0" sz="1000">
                <a:solidFill>
                  <a:srgbClr val="1E293B"/>
                </a:solidFill>
                <a:latin typeface="Calibri"/>
                <a:cs typeface="Calibri"/>
              </a:rPr>
              <a:t>and</a:t>
            </a:r>
            <a:r>
              <a:rPr dirty="0" sz="1000" spc="-20">
                <a:solidFill>
                  <a:srgbClr val="1E293B"/>
                </a:solidFill>
                <a:latin typeface="Calibri"/>
                <a:cs typeface="Calibri"/>
              </a:rPr>
              <a:t> </a:t>
            </a:r>
            <a:r>
              <a:rPr dirty="0" sz="1000">
                <a:solidFill>
                  <a:srgbClr val="1E293B"/>
                </a:solidFill>
                <a:latin typeface="Calibri"/>
                <a:cs typeface="Calibri"/>
              </a:rPr>
              <a:t>encroaches</a:t>
            </a:r>
            <a:r>
              <a:rPr dirty="0" sz="1000" spc="-15">
                <a:solidFill>
                  <a:srgbClr val="1E293B"/>
                </a:solidFill>
                <a:latin typeface="Calibri"/>
                <a:cs typeface="Calibri"/>
              </a:rPr>
              <a:t> </a:t>
            </a:r>
            <a:r>
              <a:rPr dirty="0" sz="1000">
                <a:solidFill>
                  <a:srgbClr val="1E293B"/>
                </a:solidFill>
                <a:latin typeface="Calibri"/>
                <a:cs typeface="Calibri"/>
              </a:rPr>
              <a:t>near</a:t>
            </a:r>
            <a:r>
              <a:rPr dirty="0" sz="1000" spc="-15">
                <a:solidFill>
                  <a:srgbClr val="1E293B"/>
                </a:solidFill>
                <a:latin typeface="Calibri"/>
                <a:cs typeface="Calibri"/>
              </a:rPr>
              <a:t> </a:t>
            </a:r>
            <a:r>
              <a:rPr dirty="0" sz="1000" spc="-10">
                <a:solidFill>
                  <a:srgbClr val="1E293B"/>
                </a:solidFill>
                <a:latin typeface="Calibri"/>
                <a:cs typeface="Calibri"/>
              </a:rPr>
              <a:t>Marine Protected</a:t>
            </a:r>
            <a:r>
              <a:rPr dirty="0" sz="1000" spc="15">
                <a:solidFill>
                  <a:srgbClr val="1E293B"/>
                </a:solidFill>
                <a:latin typeface="Calibri"/>
                <a:cs typeface="Calibri"/>
              </a:rPr>
              <a:t> </a:t>
            </a:r>
            <a:r>
              <a:rPr dirty="0" sz="1000" spc="-10">
                <a:solidFill>
                  <a:srgbClr val="1E293B"/>
                </a:solidFill>
                <a:latin typeface="Calibri"/>
                <a:cs typeface="Calibri"/>
              </a:rPr>
              <a:t>Areas.</a:t>
            </a:r>
            <a:endParaRPr sz="1000">
              <a:latin typeface="Calibri"/>
              <a:cs typeface="Calibri"/>
            </a:endParaRPr>
          </a:p>
          <a:p>
            <a:pPr marL="12700" marR="84455" indent="91440">
              <a:lnSpc>
                <a:spcPct val="108300"/>
              </a:lnSpc>
              <a:spcBef>
                <a:spcPts val="500"/>
              </a:spcBef>
              <a:buChar char="•"/>
              <a:tabLst>
                <a:tab pos="104139" algn="l"/>
              </a:tabLst>
            </a:pPr>
            <a:r>
              <a:rPr dirty="0" sz="1000">
                <a:solidFill>
                  <a:srgbClr val="1E293B"/>
                </a:solidFill>
                <a:latin typeface="Calibri"/>
                <a:cs typeface="Calibri"/>
              </a:rPr>
              <a:t>Route</a:t>
            </a:r>
            <a:r>
              <a:rPr dirty="0" sz="1000" spc="-20">
                <a:solidFill>
                  <a:srgbClr val="1E293B"/>
                </a:solidFill>
                <a:latin typeface="Calibri"/>
                <a:cs typeface="Calibri"/>
              </a:rPr>
              <a:t> </a:t>
            </a:r>
            <a:r>
              <a:rPr dirty="0" sz="1000" spc="-10">
                <a:solidFill>
                  <a:srgbClr val="1E293B"/>
                </a:solidFill>
                <a:latin typeface="Calibri"/>
                <a:cs typeface="Calibri"/>
              </a:rPr>
              <a:t>Bravo</a:t>
            </a:r>
            <a:r>
              <a:rPr dirty="0" sz="1000" spc="-15">
                <a:solidFill>
                  <a:srgbClr val="1E293B"/>
                </a:solidFill>
                <a:latin typeface="Calibri"/>
                <a:cs typeface="Calibri"/>
              </a:rPr>
              <a:t> </a:t>
            </a:r>
            <a:r>
              <a:rPr dirty="0" sz="1000" spc="-10">
                <a:solidFill>
                  <a:srgbClr val="1E293B"/>
                </a:solidFill>
                <a:latin typeface="Calibri"/>
                <a:cs typeface="Calibri"/>
              </a:rPr>
              <a:t>(Deep-Water</a:t>
            </a:r>
            <a:r>
              <a:rPr dirty="0" sz="1000" spc="-15">
                <a:solidFill>
                  <a:srgbClr val="1E293B"/>
                </a:solidFill>
                <a:latin typeface="Calibri"/>
                <a:cs typeface="Calibri"/>
              </a:rPr>
              <a:t> </a:t>
            </a:r>
            <a:r>
              <a:rPr dirty="0" sz="1000" spc="-10">
                <a:solidFill>
                  <a:srgbClr val="1E293B"/>
                </a:solidFill>
                <a:latin typeface="Calibri"/>
                <a:cs typeface="Calibri"/>
              </a:rPr>
              <a:t>MPA</a:t>
            </a:r>
            <a:r>
              <a:rPr dirty="0" sz="1000" spc="-20">
                <a:solidFill>
                  <a:srgbClr val="1E293B"/>
                </a:solidFill>
                <a:latin typeface="Calibri"/>
                <a:cs typeface="Calibri"/>
              </a:rPr>
              <a:t> </a:t>
            </a:r>
            <a:r>
              <a:rPr dirty="0" sz="1000">
                <a:solidFill>
                  <a:srgbClr val="1E293B"/>
                </a:solidFill>
                <a:latin typeface="Calibri"/>
                <a:cs typeface="Calibri"/>
              </a:rPr>
              <a:t>Bypass):</a:t>
            </a:r>
            <a:r>
              <a:rPr dirty="0" sz="1000" spc="-15">
                <a:solidFill>
                  <a:srgbClr val="1E293B"/>
                </a:solidFill>
                <a:latin typeface="Calibri"/>
                <a:cs typeface="Calibri"/>
              </a:rPr>
              <a:t> </a:t>
            </a:r>
            <a:r>
              <a:rPr dirty="0" sz="1000" spc="-10">
                <a:solidFill>
                  <a:srgbClr val="1E293B"/>
                </a:solidFill>
                <a:latin typeface="Calibri"/>
                <a:cs typeface="Calibri"/>
              </a:rPr>
              <a:t>Generates</a:t>
            </a:r>
            <a:r>
              <a:rPr dirty="0" sz="1000" spc="-15">
                <a:solidFill>
                  <a:srgbClr val="1E293B"/>
                </a:solidFill>
                <a:latin typeface="Calibri"/>
                <a:cs typeface="Calibri"/>
              </a:rPr>
              <a:t> </a:t>
            </a:r>
            <a:r>
              <a:rPr dirty="0" sz="1000">
                <a:solidFill>
                  <a:srgbClr val="1E293B"/>
                </a:solidFill>
                <a:latin typeface="Calibri"/>
                <a:cs typeface="Calibri"/>
              </a:rPr>
              <a:t>a</a:t>
            </a:r>
            <a:r>
              <a:rPr dirty="0" sz="1000" spc="-20">
                <a:solidFill>
                  <a:srgbClr val="1E293B"/>
                </a:solidFill>
                <a:latin typeface="Calibri"/>
                <a:cs typeface="Calibri"/>
              </a:rPr>
              <a:t> </a:t>
            </a:r>
            <a:r>
              <a:rPr dirty="0" sz="1000">
                <a:solidFill>
                  <a:srgbClr val="1E293B"/>
                </a:solidFill>
                <a:latin typeface="Calibri"/>
                <a:cs typeface="Calibri"/>
              </a:rPr>
              <a:t>seaward</a:t>
            </a:r>
            <a:r>
              <a:rPr dirty="0" sz="1000" spc="-15">
                <a:solidFill>
                  <a:srgbClr val="1E293B"/>
                </a:solidFill>
                <a:latin typeface="Calibri"/>
                <a:cs typeface="Calibri"/>
              </a:rPr>
              <a:t> </a:t>
            </a:r>
            <a:r>
              <a:rPr dirty="0" sz="1000">
                <a:solidFill>
                  <a:srgbClr val="1E293B"/>
                </a:solidFill>
                <a:latin typeface="Calibri"/>
                <a:cs typeface="Calibri"/>
              </a:rPr>
              <a:t>parabolic</a:t>
            </a:r>
            <a:r>
              <a:rPr dirty="0" sz="1000" spc="-15">
                <a:solidFill>
                  <a:srgbClr val="1E293B"/>
                </a:solidFill>
                <a:latin typeface="Calibri"/>
                <a:cs typeface="Calibri"/>
              </a:rPr>
              <a:t> </a:t>
            </a:r>
            <a:r>
              <a:rPr dirty="0" sz="1000">
                <a:solidFill>
                  <a:srgbClr val="1E293B"/>
                </a:solidFill>
                <a:latin typeface="Calibri"/>
                <a:cs typeface="Calibri"/>
              </a:rPr>
              <a:t>arc</a:t>
            </a:r>
            <a:r>
              <a:rPr dirty="0" sz="1000" spc="-20">
                <a:solidFill>
                  <a:srgbClr val="1E293B"/>
                </a:solidFill>
                <a:latin typeface="Calibri"/>
                <a:cs typeface="Calibri"/>
              </a:rPr>
              <a:t> </a:t>
            </a:r>
            <a:r>
              <a:rPr dirty="0" sz="1000" spc="-10">
                <a:solidFill>
                  <a:srgbClr val="1E293B"/>
                </a:solidFill>
                <a:latin typeface="Calibri"/>
                <a:cs typeface="Calibri"/>
              </a:rPr>
              <a:t>offsetting </a:t>
            </a:r>
            <a:r>
              <a:rPr dirty="0" sz="1000">
                <a:solidFill>
                  <a:srgbClr val="1E293B"/>
                </a:solidFill>
                <a:latin typeface="Calibri"/>
                <a:cs typeface="Calibri"/>
              </a:rPr>
              <a:t>waypoints</a:t>
            </a:r>
            <a:r>
              <a:rPr dirty="0" sz="1000" spc="-20">
                <a:solidFill>
                  <a:srgbClr val="1E293B"/>
                </a:solidFill>
                <a:latin typeface="Calibri"/>
                <a:cs typeface="Calibri"/>
              </a:rPr>
              <a:t> </a:t>
            </a:r>
            <a:r>
              <a:rPr dirty="0" sz="1000">
                <a:solidFill>
                  <a:srgbClr val="1E293B"/>
                </a:solidFill>
                <a:latin typeface="Calibri"/>
                <a:cs typeface="Calibri"/>
              </a:rPr>
              <a:t>into</a:t>
            </a:r>
            <a:r>
              <a:rPr dirty="0" sz="1000" spc="-15">
                <a:solidFill>
                  <a:srgbClr val="1E293B"/>
                </a:solidFill>
                <a:latin typeface="Calibri"/>
                <a:cs typeface="Calibri"/>
              </a:rPr>
              <a:t> </a:t>
            </a:r>
            <a:r>
              <a:rPr dirty="0" sz="1000">
                <a:solidFill>
                  <a:srgbClr val="1E293B"/>
                </a:solidFill>
                <a:latin typeface="Calibri"/>
                <a:cs typeface="Calibri"/>
              </a:rPr>
              <a:t>deeper</a:t>
            </a:r>
            <a:r>
              <a:rPr dirty="0" sz="1000" spc="-20">
                <a:solidFill>
                  <a:srgbClr val="1E293B"/>
                </a:solidFill>
                <a:latin typeface="Calibri"/>
                <a:cs typeface="Calibri"/>
              </a:rPr>
              <a:t> </a:t>
            </a:r>
            <a:r>
              <a:rPr dirty="0" sz="1000" spc="-25">
                <a:solidFill>
                  <a:srgbClr val="1E293B"/>
                </a:solidFill>
                <a:latin typeface="Calibri"/>
                <a:cs typeface="Calibri"/>
              </a:rPr>
              <a:t>water.</a:t>
            </a:r>
            <a:r>
              <a:rPr dirty="0" sz="1000" spc="-15">
                <a:solidFill>
                  <a:srgbClr val="1E293B"/>
                </a:solidFill>
                <a:latin typeface="Calibri"/>
                <a:cs typeface="Calibri"/>
              </a:rPr>
              <a:t> </a:t>
            </a:r>
            <a:r>
              <a:rPr dirty="0" sz="1000">
                <a:solidFill>
                  <a:srgbClr val="1E293B"/>
                </a:solidFill>
                <a:latin typeface="Calibri"/>
                <a:cs typeface="Calibri"/>
              </a:rPr>
              <a:t>Safely</a:t>
            </a:r>
            <a:r>
              <a:rPr dirty="0" sz="1000" spc="-20">
                <a:solidFill>
                  <a:srgbClr val="1E293B"/>
                </a:solidFill>
                <a:latin typeface="Calibri"/>
                <a:cs typeface="Calibri"/>
              </a:rPr>
              <a:t> </a:t>
            </a:r>
            <a:r>
              <a:rPr dirty="0" sz="1000">
                <a:solidFill>
                  <a:srgbClr val="1E293B"/>
                </a:solidFill>
                <a:latin typeface="Calibri"/>
                <a:cs typeface="Calibri"/>
              </a:rPr>
              <a:t>avoids</a:t>
            </a:r>
            <a:r>
              <a:rPr dirty="0" sz="1000" spc="-15">
                <a:solidFill>
                  <a:srgbClr val="1E293B"/>
                </a:solidFill>
                <a:latin typeface="Calibri"/>
                <a:cs typeface="Calibri"/>
              </a:rPr>
              <a:t> </a:t>
            </a:r>
            <a:r>
              <a:rPr dirty="0" sz="1000">
                <a:solidFill>
                  <a:srgbClr val="1E293B"/>
                </a:solidFill>
                <a:latin typeface="Calibri"/>
                <a:cs typeface="Calibri"/>
              </a:rPr>
              <a:t>Marine</a:t>
            </a:r>
            <a:r>
              <a:rPr dirty="0" sz="1000" spc="-20">
                <a:solidFill>
                  <a:srgbClr val="1E293B"/>
                </a:solidFill>
                <a:latin typeface="Calibri"/>
                <a:cs typeface="Calibri"/>
              </a:rPr>
              <a:t> </a:t>
            </a:r>
            <a:r>
              <a:rPr dirty="0" sz="1000" spc="-10">
                <a:solidFill>
                  <a:srgbClr val="1E293B"/>
                </a:solidFill>
                <a:latin typeface="Calibri"/>
                <a:cs typeface="Calibri"/>
              </a:rPr>
              <a:t>Protected</a:t>
            </a:r>
            <a:r>
              <a:rPr dirty="0" sz="1000" spc="-15">
                <a:solidFill>
                  <a:srgbClr val="1E293B"/>
                </a:solidFill>
                <a:latin typeface="Calibri"/>
                <a:cs typeface="Calibri"/>
              </a:rPr>
              <a:t> </a:t>
            </a:r>
            <a:r>
              <a:rPr dirty="0" sz="1000">
                <a:solidFill>
                  <a:srgbClr val="1E293B"/>
                </a:solidFill>
                <a:latin typeface="Calibri"/>
                <a:cs typeface="Calibri"/>
              </a:rPr>
              <a:t>Areas</a:t>
            </a:r>
            <a:r>
              <a:rPr dirty="0" sz="1000" spc="-15">
                <a:solidFill>
                  <a:srgbClr val="1E293B"/>
                </a:solidFill>
                <a:latin typeface="Calibri"/>
                <a:cs typeface="Calibri"/>
              </a:rPr>
              <a:t> </a:t>
            </a:r>
            <a:r>
              <a:rPr dirty="0" sz="1000">
                <a:solidFill>
                  <a:srgbClr val="1E293B"/>
                </a:solidFill>
                <a:latin typeface="Calibri"/>
                <a:cs typeface="Calibri"/>
              </a:rPr>
              <a:t>(e.g.</a:t>
            </a:r>
            <a:r>
              <a:rPr dirty="0" sz="1000" spc="-20">
                <a:solidFill>
                  <a:srgbClr val="1E293B"/>
                </a:solidFill>
                <a:latin typeface="Calibri"/>
                <a:cs typeface="Calibri"/>
              </a:rPr>
              <a:t> </a:t>
            </a:r>
            <a:r>
              <a:rPr dirty="0" sz="1000">
                <a:solidFill>
                  <a:srgbClr val="1E293B"/>
                </a:solidFill>
                <a:latin typeface="Calibri"/>
                <a:cs typeface="Calibri"/>
              </a:rPr>
              <a:t>Gahirmatha,</a:t>
            </a:r>
            <a:r>
              <a:rPr dirty="0" sz="1000" spc="-15">
                <a:solidFill>
                  <a:srgbClr val="1E293B"/>
                </a:solidFill>
                <a:latin typeface="Calibri"/>
                <a:cs typeface="Calibri"/>
              </a:rPr>
              <a:t> </a:t>
            </a:r>
            <a:r>
              <a:rPr dirty="0" sz="1000">
                <a:solidFill>
                  <a:srgbClr val="1E293B"/>
                </a:solidFill>
                <a:latin typeface="Calibri"/>
                <a:cs typeface="Calibri"/>
              </a:rPr>
              <a:t>Gulf</a:t>
            </a:r>
            <a:r>
              <a:rPr dirty="0" sz="1000" spc="-20">
                <a:solidFill>
                  <a:srgbClr val="1E293B"/>
                </a:solidFill>
                <a:latin typeface="Calibri"/>
                <a:cs typeface="Calibri"/>
              </a:rPr>
              <a:t> </a:t>
            </a:r>
            <a:r>
              <a:rPr dirty="0" sz="1000" spc="-25">
                <a:solidFill>
                  <a:srgbClr val="1E293B"/>
                </a:solidFill>
                <a:latin typeface="Calibri"/>
                <a:cs typeface="Calibri"/>
              </a:rPr>
              <a:t>of</a:t>
            </a:r>
            <a:r>
              <a:rPr dirty="0" sz="1000">
                <a:solidFill>
                  <a:srgbClr val="1E293B"/>
                </a:solidFill>
                <a:latin typeface="Calibri"/>
                <a:cs typeface="Calibri"/>
              </a:rPr>
              <a:t> Mannar)</a:t>
            </a:r>
            <a:r>
              <a:rPr dirty="0" sz="1000" spc="-5">
                <a:solidFill>
                  <a:srgbClr val="1E293B"/>
                </a:solidFill>
                <a:latin typeface="Calibri"/>
                <a:cs typeface="Calibri"/>
              </a:rPr>
              <a:t> </a:t>
            </a:r>
            <a:r>
              <a:rPr dirty="0" sz="1000">
                <a:solidFill>
                  <a:srgbClr val="1E293B"/>
                </a:solidFill>
                <a:latin typeface="Calibri"/>
                <a:cs typeface="Calibri"/>
              </a:rPr>
              <a:t>and</a:t>
            </a:r>
            <a:r>
              <a:rPr dirty="0" sz="1000" spc="-5">
                <a:solidFill>
                  <a:srgbClr val="1E293B"/>
                </a:solidFill>
                <a:latin typeface="Calibri"/>
                <a:cs typeface="Calibri"/>
              </a:rPr>
              <a:t> </a:t>
            </a:r>
            <a:r>
              <a:rPr dirty="0" sz="1000">
                <a:solidFill>
                  <a:srgbClr val="1E293B"/>
                </a:solidFill>
                <a:latin typeface="Calibri"/>
                <a:cs typeface="Calibri"/>
              </a:rPr>
              <a:t>naval</a:t>
            </a:r>
            <a:r>
              <a:rPr dirty="0" sz="1000" spc="-5">
                <a:solidFill>
                  <a:srgbClr val="1E293B"/>
                </a:solidFill>
                <a:latin typeface="Calibri"/>
                <a:cs typeface="Calibri"/>
              </a:rPr>
              <a:t> </a:t>
            </a:r>
            <a:r>
              <a:rPr dirty="0" sz="1000" spc="-10">
                <a:solidFill>
                  <a:srgbClr val="1E293B"/>
                </a:solidFill>
                <a:latin typeface="Calibri"/>
                <a:cs typeface="Calibri"/>
              </a:rPr>
              <a:t>exclusion</a:t>
            </a:r>
            <a:r>
              <a:rPr dirty="0" sz="1000">
                <a:solidFill>
                  <a:srgbClr val="1E293B"/>
                </a:solidFill>
                <a:latin typeface="Calibri"/>
                <a:cs typeface="Calibri"/>
              </a:rPr>
              <a:t> </a:t>
            </a:r>
            <a:r>
              <a:rPr dirty="0" sz="1000" spc="-10">
                <a:solidFill>
                  <a:srgbClr val="1E293B"/>
                </a:solidFill>
                <a:latin typeface="Calibri"/>
                <a:cs typeface="Calibri"/>
              </a:rPr>
              <a:t>zones.</a:t>
            </a:r>
            <a:endParaRPr sz="1000">
              <a:latin typeface="Calibri"/>
              <a:cs typeface="Calibri"/>
            </a:endParaRPr>
          </a:p>
          <a:p>
            <a:pPr marL="12700" marR="85090" indent="91440">
              <a:lnSpc>
                <a:spcPct val="108300"/>
              </a:lnSpc>
              <a:spcBef>
                <a:spcPts val="500"/>
              </a:spcBef>
              <a:buChar char="•"/>
              <a:tabLst>
                <a:tab pos="104139" algn="l"/>
              </a:tabLst>
            </a:pPr>
            <a:r>
              <a:rPr dirty="0" sz="1000" spc="-10">
                <a:solidFill>
                  <a:srgbClr val="1E293B"/>
                </a:solidFill>
                <a:latin typeface="Calibri"/>
                <a:cs typeface="Calibri"/>
              </a:rPr>
              <a:t>Waypoint</a:t>
            </a:r>
            <a:r>
              <a:rPr dirty="0" sz="1000" spc="-15">
                <a:solidFill>
                  <a:srgbClr val="1E293B"/>
                </a:solidFill>
                <a:latin typeface="Calibri"/>
                <a:cs typeface="Calibri"/>
              </a:rPr>
              <a:t> </a:t>
            </a:r>
            <a:r>
              <a:rPr dirty="0" sz="1000" spc="-10">
                <a:solidFill>
                  <a:srgbClr val="1E293B"/>
                </a:solidFill>
                <a:latin typeface="Calibri"/>
                <a:cs typeface="Calibri"/>
              </a:rPr>
              <a:t>Weather</a:t>
            </a:r>
            <a:r>
              <a:rPr dirty="0" sz="1000" spc="-15">
                <a:solidFill>
                  <a:srgbClr val="1E293B"/>
                </a:solidFill>
                <a:latin typeface="Calibri"/>
                <a:cs typeface="Calibri"/>
              </a:rPr>
              <a:t> </a:t>
            </a:r>
            <a:r>
              <a:rPr dirty="0" sz="1000">
                <a:solidFill>
                  <a:srgbClr val="1E293B"/>
                </a:solidFill>
                <a:latin typeface="Calibri"/>
                <a:cs typeface="Calibri"/>
              </a:rPr>
              <a:t>Profiling:</a:t>
            </a:r>
            <a:r>
              <a:rPr dirty="0" sz="1000" spc="-15">
                <a:solidFill>
                  <a:srgbClr val="1E293B"/>
                </a:solidFill>
                <a:latin typeface="Calibri"/>
                <a:cs typeface="Calibri"/>
              </a:rPr>
              <a:t> </a:t>
            </a:r>
            <a:r>
              <a:rPr dirty="0" sz="1000">
                <a:solidFill>
                  <a:srgbClr val="1E293B"/>
                </a:solidFill>
                <a:latin typeface="Calibri"/>
                <a:cs typeface="Calibri"/>
              </a:rPr>
              <a:t>Every</a:t>
            </a:r>
            <a:r>
              <a:rPr dirty="0" sz="1000" spc="-15">
                <a:solidFill>
                  <a:srgbClr val="1E293B"/>
                </a:solidFill>
                <a:latin typeface="Calibri"/>
                <a:cs typeface="Calibri"/>
              </a:rPr>
              <a:t> </a:t>
            </a:r>
            <a:r>
              <a:rPr dirty="0" sz="1000" spc="-10">
                <a:solidFill>
                  <a:srgbClr val="1E293B"/>
                </a:solidFill>
                <a:latin typeface="Calibri"/>
                <a:cs typeface="Calibri"/>
              </a:rPr>
              <a:t>intermediate</a:t>
            </a:r>
            <a:r>
              <a:rPr dirty="0" sz="1000" spc="-15">
                <a:solidFill>
                  <a:srgbClr val="1E293B"/>
                </a:solidFill>
                <a:latin typeface="Calibri"/>
                <a:cs typeface="Calibri"/>
              </a:rPr>
              <a:t> </a:t>
            </a:r>
            <a:r>
              <a:rPr dirty="0" sz="1000">
                <a:solidFill>
                  <a:srgbClr val="1E293B"/>
                </a:solidFill>
                <a:latin typeface="Calibri"/>
                <a:cs typeface="Calibri"/>
              </a:rPr>
              <a:t>waypoint</a:t>
            </a:r>
            <a:r>
              <a:rPr dirty="0" sz="1000" spc="-15">
                <a:solidFill>
                  <a:srgbClr val="1E293B"/>
                </a:solidFill>
                <a:latin typeface="Calibri"/>
                <a:cs typeface="Calibri"/>
              </a:rPr>
              <a:t> </a:t>
            </a:r>
            <a:r>
              <a:rPr dirty="0" sz="1000">
                <a:solidFill>
                  <a:srgbClr val="1E293B"/>
                </a:solidFill>
                <a:latin typeface="Calibri"/>
                <a:cs typeface="Calibri"/>
              </a:rPr>
              <a:t>is</a:t>
            </a:r>
            <a:r>
              <a:rPr dirty="0" sz="1000" spc="-15">
                <a:solidFill>
                  <a:srgbClr val="1E293B"/>
                </a:solidFill>
                <a:latin typeface="Calibri"/>
                <a:cs typeface="Calibri"/>
              </a:rPr>
              <a:t> </a:t>
            </a:r>
            <a:r>
              <a:rPr dirty="0" sz="1000">
                <a:solidFill>
                  <a:srgbClr val="1E293B"/>
                </a:solidFill>
                <a:latin typeface="Calibri"/>
                <a:cs typeface="Calibri"/>
              </a:rPr>
              <a:t>simulated</a:t>
            </a:r>
            <a:r>
              <a:rPr dirty="0" sz="1000" spc="-15">
                <a:solidFill>
                  <a:srgbClr val="1E293B"/>
                </a:solidFill>
                <a:latin typeface="Calibri"/>
                <a:cs typeface="Calibri"/>
              </a:rPr>
              <a:t> </a:t>
            </a:r>
            <a:r>
              <a:rPr dirty="0" sz="1000">
                <a:solidFill>
                  <a:srgbClr val="1E293B"/>
                </a:solidFill>
                <a:latin typeface="Calibri"/>
                <a:cs typeface="Calibri"/>
              </a:rPr>
              <a:t>against</a:t>
            </a:r>
            <a:r>
              <a:rPr dirty="0" sz="1000" spc="-15">
                <a:solidFill>
                  <a:srgbClr val="1E293B"/>
                </a:solidFill>
                <a:latin typeface="Calibri"/>
                <a:cs typeface="Calibri"/>
              </a:rPr>
              <a:t> </a:t>
            </a:r>
            <a:r>
              <a:rPr dirty="0" sz="1000">
                <a:solidFill>
                  <a:srgbClr val="1E293B"/>
                </a:solidFill>
                <a:latin typeface="Calibri"/>
                <a:cs typeface="Calibri"/>
              </a:rPr>
              <a:t>live</a:t>
            </a:r>
            <a:r>
              <a:rPr dirty="0" sz="1000" spc="-15">
                <a:solidFill>
                  <a:srgbClr val="1E293B"/>
                </a:solidFill>
                <a:latin typeface="Calibri"/>
                <a:cs typeface="Calibri"/>
              </a:rPr>
              <a:t> </a:t>
            </a:r>
            <a:r>
              <a:rPr dirty="0" sz="1000" spc="-10">
                <a:solidFill>
                  <a:srgbClr val="1E293B"/>
                </a:solidFill>
                <a:latin typeface="Calibri"/>
                <a:cs typeface="Calibri"/>
              </a:rPr>
              <a:t>ECMWF </a:t>
            </a:r>
            <a:r>
              <a:rPr dirty="0" sz="1000">
                <a:solidFill>
                  <a:srgbClr val="1E293B"/>
                </a:solidFill>
                <a:latin typeface="Calibri"/>
                <a:cs typeface="Calibri"/>
              </a:rPr>
              <a:t>wave</a:t>
            </a:r>
            <a:r>
              <a:rPr dirty="0" sz="1000" spc="-20">
                <a:solidFill>
                  <a:srgbClr val="1E293B"/>
                </a:solidFill>
                <a:latin typeface="Calibri"/>
                <a:cs typeface="Calibri"/>
              </a:rPr>
              <a:t> </a:t>
            </a:r>
            <a:r>
              <a:rPr dirty="0" sz="1000">
                <a:solidFill>
                  <a:srgbClr val="1E293B"/>
                </a:solidFill>
                <a:latin typeface="Calibri"/>
                <a:cs typeface="Calibri"/>
              </a:rPr>
              <a:t>heights,</a:t>
            </a:r>
            <a:r>
              <a:rPr dirty="0" sz="1000" spc="-15">
                <a:solidFill>
                  <a:srgbClr val="1E293B"/>
                </a:solidFill>
                <a:latin typeface="Calibri"/>
                <a:cs typeface="Calibri"/>
              </a:rPr>
              <a:t> </a:t>
            </a:r>
            <a:r>
              <a:rPr dirty="0" sz="1000">
                <a:solidFill>
                  <a:srgbClr val="1E293B"/>
                </a:solidFill>
                <a:latin typeface="Calibri"/>
                <a:cs typeface="Calibri"/>
              </a:rPr>
              <a:t>swell</a:t>
            </a:r>
            <a:r>
              <a:rPr dirty="0" sz="1000" spc="-15">
                <a:solidFill>
                  <a:srgbClr val="1E293B"/>
                </a:solidFill>
                <a:latin typeface="Calibri"/>
                <a:cs typeface="Calibri"/>
              </a:rPr>
              <a:t> </a:t>
            </a:r>
            <a:r>
              <a:rPr dirty="0" sz="1000" spc="-10">
                <a:solidFill>
                  <a:srgbClr val="1E293B"/>
                </a:solidFill>
                <a:latin typeface="Calibri"/>
                <a:cs typeface="Calibri"/>
              </a:rPr>
              <a:t>vectors,</a:t>
            </a:r>
            <a:r>
              <a:rPr dirty="0" sz="1000" spc="-20">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a:solidFill>
                  <a:srgbClr val="1E293B"/>
                </a:solidFill>
                <a:latin typeface="Calibri"/>
                <a:cs typeface="Calibri"/>
              </a:rPr>
              <a:t>depth</a:t>
            </a:r>
            <a:r>
              <a:rPr dirty="0" sz="1000" spc="-15">
                <a:solidFill>
                  <a:srgbClr val="1E293B"/>
                </a:solidFill>
                <a:latin typeface="Calibri"/>
                <a:cs typeface="Calibri"/>
              </a:rPr>
              <a:t> </a:t>
            </a:r>
            <a:r>
              <a:rPr dirty="0" sz="1000">
                <a:solidFill>
                  <a:srgbClr val="1E293B"/>
                </a:solidFill>
                <a:latin typeface="Calibri"/>
                <a:cs typeface="Calibri"/>
              </a:rPr>
              <a:t>soundings</a:t>
            </a:r>
            <a:r>
              <a:rPr dirty="0" sz="1000" spc="-20">
                <a:solidFill>
                  <a:srgbClr val="1E293B"/>
                </a:solidFill>
                <a:latin typeface="Calibri"/>
                <a:cs typeface="Calibri"/>
              </a:rPr>
              <a:t> </a:t>
            </a:r>
            <a:r>
              <a:rPr dirty="0" sz="1000">
                <a:solidFill>
                  <a:srgbClr val="1E293B"/>
                </a:solidFill>
                <a:latin typeface="Calibri"/>
                <a:cs typeface="Calibri"/>
              </a:rPr>
              <a:t>for</a:t>
            </a:r>
            <a:r>
              <a:rPr dirty="0" sz="1000" spc="-15">
                <a:solidFill>
                  <a:srgbClr val="1E293B"/>
                </a:solidFill>
                <a:latin typeface="Calibri"/>
                <a:cs typeface="Calibri"/>
              </a:rPr>
              <a:t> </a:t>
            </a:r>
            <a:r>
              <a:rPr dirty="0" sz="1000">
                <a:solidFill>
                  <a:srgbClr val="1E293B"/>
                </a:solidFill>
                <a:latin typeface="Calibri"/>
                <a:cs typeface="Calibri"/>
              </a:rPr>
              <a:t>continuous</a:t>
            </a:r>
            <a:r>
              <a:rPr dirty="0" sz="1000" spc="-15">
                <a:solidFill>
                  <a:srgbClr val="1E293B"/>
                </a:solidFill>
                <a:latin typeface="Calibri"/>
                <a:cs typeface="Calibri"/>
              </a:rPr>
              <a:t> </a:t>
            </a:r>
            <a:r>
              <a:rPr dirty="0" sz="1000">
                <a:solidFill>
                  <a:srgbClr val="1E293B"/>
                </a:solidFill>
                <a:latin typeface="Calibri"/>
                <a:cs typeface="Calibri"/>
              </a:rPr>
              <a:t>passage</a:t>
            </a:r>
            <a:r>
              <a:rPr dirty="0" sz="1000" spc="-15">
                <a:solidFill>
                  <a:srgbClr val="1E293B"/>
                </a:solidFill>
                <a:latin typeface="Calibri"/>
                <a:cs typeface="Calibri"/>
              </a:rPr>
              <a:t> </a:t>
            </a:r>
            <a:r>
              <a:rPr dirty="0" sz="1000">
                <a:solidFill>
                  <a:srgbClr val="1E293B"/>
                </a:solidFill>
                <a:latin typeface="Calibri"/>
                <a:cs typeface="Calibri"/>
              </a:rPr>
              <a:t>risk</a:t>
            </a:r>
            <a:r>
              <a:rPr dirty="0" sz="1000" spc="-20">
                <a:solidFill>
                  <a:srgbClr val="1E293B"/>
                </a:solidFill>
                <a:latin typeface="Calibri"/>
                <a:cs typeface="Calibri"/>
              </a:rPr>
              <a:t> </a:t>
            </a:r>
            <a:r>
              <a:rPr dirty="0" sz="1000" spc="-10">
                <a:solidFill>
                  <a:srgbClr val="1E293B"/>
                </a:solidFill>
                <a:latin typeface="Calibri"/>
                <a:cs typeface="Calibri"/>
              </a:rPr>
              <a:t>evaluation.</a:t>
            </a:r>
            <a:endParaRPr sz="1000">
              <a:latin typeface="Calibri"/>
              <a:cs typeface="Calibri"/>
            </a:endParaRPr>
          </a:p>
        </p:txBody>
      </p:sp>
      <p:sp>
        <p:nvSpPr>
          <p:cNvPr id="5" name="object 5"/>
          <p:cNvSpPr txBox="1"/>
          <p:nvPr/>
        </p:nvSpPr>
        <p:spPr>
          <a:xfrm>
            <a:off x="6296659" y="1378061"/>
            <a:ext cx="5038090" cy="2527300"/>
          </a:xfrm>
          <a:prstGeom prst="rect">
            <a:avLst/>
          </a:prstGeom>
        </p:spPr>
        <p:txBody>
          <a:bodyPr wrap="square" lIns="0" tIns="12700" rIns="0" bIns="0" rtlCol="0" vert="horz">
            <a:spAutoFit/>
          </a:bodyPr>
          <a:lstStyle/>
          <a:p>
            <a:pPr marL="215265" indent="-202565">
              <a:lnSpc>
                <a:spcPct val="100000"/>
              </a:lnSpc>
              <a:spcBef>
                <a:spcPts val="100"/>
              </a:spcBef>
              <a:buAutoNum type="arabicPeriod" startAt="5"/>
              <a:tabLst>
                <a:tab pos="215265" algn="l"/>
              </a:tabLst>
            </a:pPr>
            <a:r>
              <a:rPr dirty="0" sz="1600" b="1">
                <a:solidFill>
                  <a:srgbClr val="D97706"/>
                </a:solidFill>
                <a:latin typeface="Calibri"/>
                <a:cs typeface="Calibri"/>
              </a:rPr>
              <a:t>PFZ</a:t>
            </a:r>
            <a:r>
              <a:rPr dirty="0" sz="1600" spc="-20" b="1">
                <a:solidFill>
                  <a:srgbClr val="D97706"/>
                </a:solidFill>
                <a:latin typeface="Calibri"/>
                <a:cs typeface="Calibri"/>
              </a:rPr>
              <a:t> </a:t>
            </a:r>
            <a:r>
              <a:rPr dirty="0" sz="1600" b="1">
                <a:solidFill>
                  <a:srgbClr val="D97706"/>
                </a:solidFill>
                <a:latin typeface="Calibri"/>
                <a:cs typeface="Calibri"/>
              </a:rPr>
              <a:t>Analytics</a:t>
            </a:r>
            <a:r>
              <a:rPr dirty="0" sz="1600" spc="-15" b="1">
                <a:solidFill>
                  <a:srgbClr val="D97706"/>
                </a:solidFill>
                <a:latin typeface="Calibri"/>
                <a:cs typeface="Calibri"/>
              </a:rPr>
              <a:t> </a:t>
            </a:r>
            <a:r>
              <a:rPr dirty="0" sz="1600" b="1">
                <a:solidFill>
                  <a:srgbClr val="D97706"/>
                </a:solidFill>
                <a:latin typeface="Calibri"/>
                <a:cs typeface="Calibri"/>
              </a:rPr>
              <a:t>&amp;</a:t>
            </a:r>
            <a:r>
              <a:rPr dirty="0" sz="1600" spc="-20" b="1">
                <a:solidFill>
                  <a:srgbClr val="D97706"/>
                </a:solidFill>
                <a:latin typeface="Calibri"/>
                <a:cs typeface="Calibri"/>
              </a:rPr>
              <a:t> </a:t>
            </a:r>
            <a:r>
              <a:rPr dirty="0" sz="1600" b="1">
                <a:solidFill>
                  <a:srgbClr val="D97706"/>
                </a:solidFill>
                <a:latin typeface="Calibri"/>
                <a:cs typeface="Calibri"/>
              </a:rPr>
              <a:t>Compass</a:t>
            </a:r>
            <a:r>
              <a:rPr dirty="0" sz="1600" spc="-15" b="1">
                <a:solidFill>
                  <a:srgbClr val="D97706"/>
                </a:solidFill>
                <a:latin typeface="Calibri"/>
                <a:cs typeface="Calibri"/>
              </a:rPr>
              <a:t> </a:t>
            </a:r>
            <a:r>
              <a:rPr dirty="0" sz="1600" spc="-10" b="1">
                <a:solidFill>
                  <a:srgbClr val="D97706"/>
                </a:solidFill>
                <a:latin typeface="Calibri"/>
                <a:cs typeface="Calibri"/>
              </a:rPr>
              <a:t>Bearings</a:t>
            </a:r>
            <a:endParaRPr sz="1600">
              <a:latin typeface="Calibri"/>
              <a:cs typeface="Calibri"/>
            </a:endParaRPr>
          </a:p>
          <a:p>
            <a:pPr>
              <a:lnSpc>
                <a:spcPct val="100000"/>
              </a:lnSpc>
              <a:spcBef>
                <a:spcPts val="25"/>
              </a:spcBef>
              <a:buClr>
                <a:srgbClr val="D97706"/>
              </a:buClr>
              <a:buFont typeface="Calibri"/>
              <a:buAutoNum type="arabicPeriod" startAt="5"/>
            </a:pPr>
            <a:endParaRPr sz="1600">
              <a:latin typeface="Calibri"/>
              <a:cs typeface="Calibri"/>
            </a:endParaRPr>
          </a:p>
          <a:p>
            <a:pPr lvl="1" marL="12700" marR="140335" indent="91440">
              <a:lnSpc>
                <a:spcPct val="108300"/>
              </a:lnSpc>
              <a:buChar char="•"/>
              <a:tabLst>
                <a:tab pos="104139" algn="l"/>
              </a:tabLst>
            </a:pPr>
            <a:r>
              <a:rPr dirty="0" sz="1000">
                <a:solidFill>
                  <a:srgbClr val="1E293B"/>
                </a:solidFill>
                <a:latin typeface="Calibri"/>
                <a:cs typeface="Calibri"/>
              </a:rPr>
              <a:t>Thermal</a:t>
            </a:r>
            <a:r>
              <a:rPr dirty="0" sz="1000" spc="-30">
                <a:solidFill>
                  <a:srgbClr val="1E293B"/>
                </a:solidFill>
                <a:latin typeface="Calibri"/>
                <a:cs typeface="Calibri"/>
              </a:rPr>
              <a:t> </a:t>
            </a:r>
            <a:r>
              <a:rPr dirty="0" sz="1000">
                <a:solidFill>
                  <a:srgbClr val="1E293B"/>
                </a:solidFill>
                <a:latin typeface="Calibri"/>
                <a:cs typeface="Calibri"/>
              </a:rPr>
              <a:t>Gradient</a:t>
            </a:r>
            <a:r>
              <a:rPr dirty="0" sz="1000" spc="-30">
                <a:solidFill>
                  <a:srgbClr val="1E293B"/>
                </a:solidFill>
                <a:latin typeface="Calibri"/>
                <a:cs typeface="Calibri"/>
              </a:rPr>
              <a:t> </a:t>
            </a:r>
            <a:r>
              <a:rPr dirty="0" sz="1000">
                <a:solidFill>
                  <a:srgbClr val="1E293B"/>
                </a:solidFill>
                <a:latin typeface="Calibri"/>
                <a:cs typeface="Calibri"/>
              </a:rPr>
              <a:t>Edge</a:t>
            </a:r>
            <a:r>
              <a:rPr dirty="0" sz="1000" spc="-30">
                <a:solidFill>
                  <a:srgbClr val="1E293B"/>
                </a:solidFill>
                <a:latin typeface="Calibri"/>
                <a:cs typeface="Calibri"/>
              </a:rPr>
              <a:t> </a:t>
            </a:r>
            <a:r>
              <a:rPr dirty="0" sz="1000">
                <a:solidFill>
                  <a:srgbClr val="1E293B"/>
                </a:solidFill>
                <a:latin typeface="Calibri"/>
                <a:cs typeface="Calibri"/>
              </a:rPr>
              <a:t>Detection:</a:t>
            </a:r>
            <a:r>
              <a:rPr dirty="0" sz="1000" spc="-30">
                <a:solidFill>
                  <a:srgbClr val="1E293B"/>
                </a:solidFill>
                <a:latin typeface="Calibri"/>
                <a:cs typeface="Calibri"/>
              </a:rPr>
              <a:t> </a:t>
            </a:r>
            <a:r>
              <a:rPr dirty="0" sz="1000">
                <a:solidFill>
                  <a:srgbClr val="1E293B"/>
                </a:solidFill>
                <a:latin typeface="Calibri"/>
                <a:cs typeface="Calibri"/>
              </a:rPr>
              <a:t>Ocean</a:t>
            </a:r>
            <a:r>
              <a:rPr dirty="0" sz="1000" spc="-30">
                <a:solidFill>
                  <a:srgbClr val="1E293B"/>
                </a:solidFill>
                <a:latin typeface="Calibri"/>
                <a:cs typeface="Calibri"/>
              </a:rPr>
              <a:t> </a:t>
            </a:r>
            <a:r>
              <a:rPr dirty="0" sz="1000">
                <a:solidFill>
                  <a:srgbClr val="1E293B"/>
                </a:solidFill>
                <a:latin typeface="Calibri"/>
                <a:cs typeface="Calibri"/>
              </a:rPr>
              <a:t>Analytics</a:t>
            </a:r>
            <a:r>
              <a:rPr dirty="0" sz="1000" spc="-30">
                <a:solidFill>
                  <a:srgbClr val="1E293B"/>
                </a:solidFill>
                <a:latin typeface="Calibri"/>
                <a:cs typeface="Calibri"/>
              </a:rPr>
              <a:t> </a:t>
            </a:r>
            <a:r>
              <a:rPr dirty="0" sz="1000">
                <a:solidFill>
                  <a:srgbClr val="1E293B"/>
                </a:solidFill>
                <a:latin typeface="Calibri"/>
                <a:cs typeface="Calibri"/>
              </a:rPr>
              <a:t>Agent</a:t>
            </a:r>
            <a:r>
              <a:rPr dirty="0" sz="1000" spc="-30">
                <a:solidFill>
                  <a:srgbClr val="1E293B"/>
                </a:solidFill>
                <a:latin typeface="Calibri"/>
                <a:cs typeface="Calibri"/>
              </a:rPr>
              <a:t> </a:t>
            </a:r>
            <a:r>
              <a:rPr dirty="0" sz="1000">
                <a:solidFill>
                  <a:srgbClr val="1E293B"/>
                </a:solidFill>
                <a:latin typeface="Calibri"/>
                <a:cs typeface="Calibri"/>
              </a:rPr>
              <a:t>detects</a:t>
            </a:r>
            <a:r>
              <a:rPr dirty="0" sz="1000" spc="-30">
                <a:solidFill>
                  <a:srgbClr val="1E293B"/>
                </a:solidFill>
                <a:latin typeface="Calibri"/>
                <a:cs typeface="Calibri"/>
              </a:rPr>
              <a:t> </a:t>
            </a:r>
            <a:r>
              <a:rPr dirty="0" sz="1000">
                <a:solidFill>
                  <a:srgbClr val="1E293B"/>
                </a:solidFill>
                <a:latin typeface="Calibri"/>
                <a:cs typeface="Calibri"/>
              </a:rPr>
              <a:t>Sea</a:t>
            </a:r>
            <a:r>
              <a:rPr dirty="0" sz="1000" spc="-30">
                <a:solidFill>
                  <a:srgbClr val="1E293B"/>
                </a:solidFill>
                <a:latin typeface="Calibri"/>
                <a:cs typeface="Calibri"/>
              </a:rPr>
              <a:t> </a:t>
            </a:r>
            <a:r>
              <a:rPr dirty="0" sz="1000">
                <a:solidFill>
                  <a:srgbClr val="1E293B"/>
                </a:solidFill>
                <a:latin typeface="Calibri"/>
                <a:cs typeface="Calibri"/>
              </a:rPr>
              <a:t>Surface</a:t>
            </a:r>
            <a:r>
              <a:rPr dirty="0" sz="1000" spc="-30">
                <a:solidFill>
                  <a:srgbClr val="1E293B"/>
                </a:solidFill>
                <a:latin typeface="Calibri"/>
                <a:cs typeface="Calibri"/>
              </a:rPr>
              <a:t> </a:t>
            </a:r>
            <a:r>
              <a:rPr dirty="0" sz="1000" spc="-10">
                <a:solidFill>
                  <a:srgbClr val="1E293B"/>
                </a:solidFill>
                <a:latin typeface="Calibri"/>
                <a:cs typeface="Calibri"/>
              </a:rPr>
              <a:t>Temperature </a:t>
            </a:r>
            <a:r>
              <a:rPr dirty="0" sz="1000">
                <a:solidFill>
                  <a:srgbClr val="1E293B"/>
                </a:solidFill>
                <a:latin typeface="Calibri"/>
                <a:cs typeface="Calibri"/>
              </a:rPr>
              <a:t>gradients</a:t>
            </a:r>
            <a:r>
              <a:rPr dirty="0" sz="1000" spc="-15">
                <a:solidFill>
                  <a:srgbClr val="1E293B"/>
                </a:solidFill>
                <a:latin typeface="Calibri"/>
                <a:cs typeface="Calibri"/>
              </a:rPr>
              <a:t> </a:t>
            </a:r>
            <a:r>
              <a:rPr dirty="0" sz="1000">
                <a:solidFill>
                  <a:srgbClr val="1E293B"/>
                </a:solidFill>
                <a:latin typeface="Calibri"/>
                <a:cs typeface="Calibri"/>
              </a:rPr>
              <a:t>(ΔT</a:t>
            </a:r>
            <a:r>
              <a:rPr dirty="0" sz="1000" spc="-15">
                <a:solidFill>
                  <a:srgbClr val="1E293B"/>
                </a:solidFill>
                <a:latin typeface="Calibri"/>
                <a:cs typeface="Calibri"/>
              </a:rPr>
              <a:t> </a:t>
            </a:r>
            <a:r>
              <a:rPr dirty="0" sz="1000">
                <a:solidFill>
                  <a:srgbClr val="1E293B"/>
                </a:solidFill>
                <a:latin typeface="Calibri"/>
                <a:cs typeface="Calibri"/>
              </a:rPr>
              <a:t>≥</a:t>
            </a:r>
            <a:r>
              <a:rPr dirty="0" sz="1000" spc="-15">
                <a:solidFill>
                  <a:srgbClr val="1E293B"/>
                </a:solidFill>
                <a:latin typeface="Calibri"/>
                <a:cs typeface="Calibri"/>
              </a:rPr>
              <a:t> </a:t>
            </a:r>
            <a:r>
              <a:rPr dirty="0" sz="1000">
                <a:solidFill>
                  <a:srgbClr val="1E293B"/>
                </a:solidFill>
                <a:latin typeface="Calibri"/>
                <a:cs typeface="Calibri"/>
              </a:rPr>
              <a:t>0.5°C/km)</a:t>
            </a:r>
            <a:r>
              <a:rPr dirty="0" sz="1000" spc="-15">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spc="-10">
                <a:solidFill>
                  <a:srgbClr val="1E293B"/>
                </a:solidFill>
                <a:latin typeface="Calibri"/>
                <a:cs typeface="Calibri"/>
              </a:rPr>
              <a:t>Chlorophyll-</a:t>
            </a:r>
            <a:r>
              <a:rPr dirty="0" sz="1000">
                <a:solidFill>
                  <a:srgbClr val="1E293B"/>
                </a:solidFill>
                <a:latin typeface="Calibri"/>
                <a:cs typeface="Calibri"/>
              </a:rPr>
              <a:t>a</a:t>
            </a:r>
            <a:r>
              <a:rPr dirty="0" sz="1000" spc="-15">
                <a:solidFill>
                  <a:srgbClr val="1E293B"/>
                </a:solidFill>
                <a:latin typeface="Calibri"/>
                <a:cs typeface="Calibri"/>
              </a:rPr>
              <a:t> </a:t>
            </a:r>
            <a:r>
              <a:rPr dirty="0" sz="1000">
                <a:solidFill>
                  <a:srgbClr val="1E293B"/>
                </a:solidFill>
                <a:latin typeface="Calibri"/>
                <a:cs typeface="Calibri"/>
              </a:rPr>
              <a:t>fronts</a:t>
            </a:r>
            <a:r>
              <a:rPr dirty="0" sz="1000" spc="-15">
                <a:solidFill>
                  <a:srgbClr val="1E293B"/>
                </a:solidFill>
                <a:latin typeface="Calibri"/>
                <a:cs typeface="Calibri"/>
              </a:rPr>
              <a:t> </a:t>
            </a:r>
            <a:r>
              <a:rPr dirty="0" sz="1000">
                <a:solidFill>
                  <a:srgbClr val="1E293B"/>
                </a:solidFill>
                <a:latin typeface="Calibri"/>
                <a:cs typeface="Calibri"/>
              </a:rPr>
              <a:t>(≥</a:t>
            </a:r>
            <a:r>
              <a:rPr dirty="0" sz="1000" spc="-15">
                <a:solidFill>
                  <a:srgbClr val="1E293B"/>
                </a:solidFill>
                <a:latin typeface="Calibri"/>
                <a:cs typeface="Calibri"/>
              </a:rPr>
              <a:t> </a:t>
            </a:r>
            <a:r>
              <a:rPr dirty="0" sz="1000">
                <a:solidFill>
                  <a:srgbClr val="1E293B"/>
                </a:solidFill>
                <a:latin typeface="Calibri"/>
                <a:cs typeface="Calibri"/>
              </a:rPr>
              <a:t>1.0</a:t>
            </a:r>
            <a:r>
              <a:rPr dirty="0" sz="1000" spc="-10">
                <a:solidFill>
                  <a:srgbClr val="1E293B"/>
                </a:solidFill>
                <a:latin typeface="Calibri"/>
                <a:cs typeface="Calibri"/>
              </a:rPr>
              <a:t> </a:t>
            </a:r>
            <a:r>
              <a:rPr dirty="0" sz="1000">
                <a:solidFill>
                  <a:srgbClr val="1E293B"/>
                </a:solidFill>
                <a:latin typeface="Calibri"/>
                <a:cs typeface="Calibri"/>
              </a:rPr>
              <a:t>mg/m³)</a:t>
            </a:r>
            <a:r>
              <a:rPr dirty="0" sz="1000" spc="-15">
                <a:solidFill>
                  <a:srgbClr val="1E293B"/>
                </a:solidFill>
                <a:latin typeface="Calibri"/>
                <a:cs typeface="Calibri"/>
              </a:rPr>
              <a:t> </a:t>
            </a:r>
            <a:r>
              <a:rPr dirty="0" sz="1000">
                <a:solidFill>
                  <a:srgbClr val="1E293B"/>
                </a:solidFill>
                <a:latin typeface="Calibri"/>
                <a:cs typeface="Calibri"/>
              </a:rPr>
              <a:t>from</a:t>
            </a:r>
            <a:r>
              <a:rPr dirty="0" sz="1000" spc="-15">
                <a:solidFill>
                  <a:srgbClr val="1E293B"/>
                </a:solidFill>
                <a:latin typeface="Calibri"/>
                <a:cs typeface="Calibri"/>
              </a:rPr>
              <a:t> </a:t>
            </a:r>
            <a:r>
              <a:rPr dirty="0" sz="1000">
                <a:solidFill>
                  <a:srgbClr val="1E293B"/>
                </a:solidFill>
                <a:latin typeface="Calibri"/>
                <a:cs typeface="Calibri"/>
              </a:rPr>
              <a:t>satellite</a:t>
            </a:r>
            <a:r>
              <a:rPr dirty="0" sz="1000" spc="-15">
                <a:solidFill>
                  <a:srgbClr val="1E293B"/>
                </a:solidFill>
                <a:latin typeface="Calibri"/>
                <a:cs typeface="Calibri"/>
              </a:rPr>
              <a:t> </a:t>
            </a:r>
            <a:r>
              <a:rPr dirty="0" sz="1000">
                <a:solidFill>
                  <a:srgbClr val="1E293B"/>
                </a:solidFill>
                <a:latin typeface="Calibri"/>
                <a:cs typeface="Calibri"/>
              </a:rPr>
              <a:t>observations</a:t>
            </a:r>
            <a:r>
              <a:rPr dirty="0" sz="1000" spc="-15">
                <a:solidFill>
                  <a:srgbClr val="1E293B"/>
                </a:solidFill>
                <a:latin typeface="Calibri"/>
                <a:cs typeface="Calibri"/>
              </a:rPr>
              <a:t> </a:t>
            </a:r>
            <a:r>
              <a:rPr dirty="0" sz="1000" spc="-25">
                <a:solidFill>
                  <a:srgbClr val="1E293B"/>
                </a:solidFill>
                <a:latin typeface="Calibri"/>
                <a:cs typeface="Calibri"/>
              </a:rPr>
              <a:t>to</a:t>
            </a:r>
            <a:r>
              <a:rPr dirty="0" sz="1000">
                <a:solidFill>
                  <a:srgbClr val="1E293B"/>
                </a:solidFill>
                <a:latin typeface="Calibri"/>
                <a:cs typeface="Calibri"/>
              </a:rPr>
              <a:t> identify</a:t>
            </a:r>
            <a:r>
              <a:rPr dirty="0" sz="1000" spc="-20">
                <a:solidFill>
                  <a:srgbClr val="1E293B"/>
                </a:solidFill>
                <a:latin typeface="Calibri"/>
                <a:cs typeface="Calibri"/>
              </a:rPr>
              <a:t> </a:t>
            </a:r>
            <a:r>
              <a:rPr dirty="0" sz="1000">
                <a:solidFill>
                  <a:srgbClr val="1E293B"/>
                </a:solidFill>
                <a:latin typeface="Calibri"/>
                <a:cs typeface="Calibri"/>
              </a:rPr>
              <a:t>active</a:t>
            </a:r>
            <a:r>
              <a:rPr dirty="0" sz="1000" spc="-20">
                <a:solidFill>
                  <a:srgbClr val="1E293B"/>
                </a:solidFill>
                <a:latin typeface="Calibri"/>
                <a:cs typeface="Calibri"/>
              </a:rPr>
              <a:t> </a:t>
            </a:r>
            <a:r>
              <a:rPr dirty="0" sz="1000">
                <a:solidFill>
                  <a:srgbClr val="1E293B"/>
                </a:solidFill>
                <a:latin typeface="Calibri"/>
                <a:cs typeface="Calibri"/>
              </a:rPr>
              <a:t>upwelling</a:t>
            </a:r>
            <a:r>
              <a:rPr dirty="0" sz="1000" spc="-15">
                <a:solidFill>
                  <a:srgbClr val="1E293B"/>
                </a:solidFill>
                <a:latin typeface="Calibri"/>
                <a:cs typeface="Calibri"/>
              </a:rPr>
              <a:t> </a:t>
            </a:r>
            <a:r>
              <a:rPr dirty="0" sz="1000" spc="-10">
                <a:solidFill>
                  <a:srgbClr val="1E293B"/>
                </a:solidFill>
                <a:latin typeface="Calibri"/>
                <a:cs typeface="Calibri"/>
              </a:rPr>
              <a:t>zones.</a:t>
            </a:r>
            <a:endParaRPr sz="1000">
              <a:latin typeface="Calibri"/>
              <a:cs typeface="Calibri"/>
            </a:endParaRPr>
          </a:p>
          <a:p>
            <a:pPr lvl="1" marL="12700" marR="5080" indent="91440">
              <a:lnSpc>
                <a:spcPct val="108300"/>
              </a:lnSpc>
              <a:spcBef>
                <a:spcPts val="500"/>
              </a:spcBef>
              <a:buChar char="•"/>
              <a:tabLst>
                <a:tab pos="104139" algn="l"/>
              </a:tabLst>
            </a:pPr>
            <a:r>
              <a:rPr dirty="0" sz="1000">
                <a:solidFill>
                  <a:srgbClr val="1E293B"/>
                </a:solidFill>
                <a:latin typeface="Calibri"/>
                <a:cs typeface="Calibri"/>
              </a:rPr>
              <a:t>Dynamic</a:t>
            </a:r>
            <a:r>
              <a:rPr dirty="0" sz="1000" spc="-5">
                <a:solidFill>
                  <a:srgbClr val="1E293B"/>
                </a:solidFill>
                <a:latin typeface="Calibri"/>
                <a:cs typeface="Calibri"/>
              </a:rPr>
              <a:t> </a:t>
            </a:r>
            <a:r>
              <a:rPr dirty="0" sz="1000" spc="-20">
                <a:solidFill>
                  <a:srgbClr val="1E293B"/>
                </a:solidFill>
                <a:latin typeface="Calibri"/>
                <a:cs typeface="Calibri"/>
              </a:rPr>
              <a:t>Great-</a:t>
            </a:r>
            <a:r>
              <a:rPr dirty="0" sz="1000">
                <a:solidFill>
                  <a:srgbClr val="1E293B"/>
                </a:solidFill>
                <a:latin typeface="Calibri"/>
                <a:cs typeface="Calibri"/>
              </a:rPr>
              <a:t>Circle Bearing:</a:t>
            </a:r>
            <a:r>
              <a:rPr dirty="0" sz="1000" spc="-5">
                <a:solidFill>
                  <a:srgbClr val="1E293B"/>
                </a:solidFill>
                <a:latin typeface="Calibri"/>
                <a:cs typeface="Calibri"/>
              </a:rPr>
              <a:t> </a:t>
            </a:r>
            <a:r>
              <a:rPr dirty="0" sz="1000">
                <a:solidFill>
                  <a:srgbClr val="1E293B"/>
                </a:solidFill>
                <a:latin typeface="Calibri"/>
                <a:cs typeface="Calibri"/>
              </a:rPr>
              <a:t>Calculates dynamic</a:t>
            </a:r>
            <a:r>
              <a:rPr dirty="0" sz="1000" spc="-5">
                <a:solidFill>
                  <a:srgbClr val="1E293B"/>
                </a:solidFill>
                <a:latin typeface="Calibri"/>
                <a:cs typeface="Calibri"/>
              </a:rPr>
              <a:t> </a:t>
            </a:r>
            <a:r>
              <a:rPr dirty="0" sz="1000" spc="-10">
                <a:solidFill>
                  <a:srgbClr val="1E293B"/>
                </a:solidFill>
                <a:latin typeface="Calibri"/>
                <a:cs typeface="Calibri"/>
              </a:rPr>
              <a:t>mathematical</a:t>
            </a:r>
            <a:r>
              <a:rPr dirty="0" sz="1000">
                <a:solidFill>
                  <a:srgbClr val="1E293B"/>
                </a:solidFill>
                <a:latin typeface="Calibri"/>
                <a:cs typeface="Calibri"/>
              </a:rPr>
              <a:t> azimuth headings</a:t>
            </a:r>
            <a:r>
              <a:rPr dirty="0" sz="1000" spc="-5">
                <a:solidFill>
                  <a:srgbClr val="1E293B"/>
                </a:solidFill>
                <a:latin typeface="Calibri"/>
                <a:cs typeface="Calibri"/>
              </a:rPr>
              <a:t> </a:t>
            </a:r>
            <a:r>
              <a:rPr dirty="0" sz="1000">
                <a:solidFill>
                  <a:srgbClr val="1E293B"/>
                </a:solidFill>
                <a:latin typeface="Calibri"/>
                <a:cs typeface="Calibri"/>
              </a:rPr>
              <a:t>and </a:t>
            </a:r>
            <a:r>
              <a:rPr dirty="0" sz="1000" spc="-10">
                <a:solidFill>
                  <a:srgbClr val="1E293B"/>
                </a:solidFill>
                <a:latin typeface="Calibri"/>
                <a:cs typeface="Calibri"/>
              </a:rPr>
              <a:t>16-point </a:t>
            </a:r>
            <a:r>
              <a:rPr dirty="0" sz="1000">
                <a:solidFill>
                  <a:srgbClr val="1E293B"/>
                </a:solidFill>
                <a:latin typeface="Calibri"/>
                <a:cs typeface="Calibri"/>
              </a:rPr>
              <a:t>cardinal</a:t>
            </a:r>
            <a:r>
              <a:rPr dirty="0" sz="1000" spc="-25">
                <a:solidFill>
                  <a:srgbClr val="1E293B"/>
                </a:solidFill>
                <a:latin typeface="Calibri"/>
                <a:cs typeface="Calibri"/>
              </a:rPr>
              <a:t> </a:t>
            </a:r>
            <a:r>
              <a:rPr dirty="0" sz="1000">
                <a:solidFill>
                  <a:srgbClr val="1E293B"/>
                </a:solidFill>
                <a:latin typeface="Calibri"/>
                <a:cs typeface="Calibri"/>
              </a:rPr>
              <a:t>bearings</a:t>
            </a:r>
            <a:r>
              <a:rPr dirty="0" sz="1000" spc="-20">
                <a:solidFill>
                  <a:srgbClr val="1E293B"/>
                </a:solidFill>
                <a:latin typeface="Calibri"/>
                <a:cs typeface="Calibri"/>
              </a:rPr>
              <a:t> </a:t>
            </a:r>
            <a:r>
              <a:rPr dirty="0" sz="1000">
                <a:solidFill>
                  <a:srgbClr val="1E293B"/>
                </a:solidFill>
                <a:latin typeface="Calibri"/>
                <a:cs typeface="Calibri"/>
              </a:rPr>
              <a:t>(e.g.</a:t>
            </a:r>
            <a:r>
              <a:rPr dirty="0" sz="1000" spc="-20">
                <a:solidFill>
                  <a:srgbClr val="1E293B"/>
                </a:solidFill>
                <a:latin typeface="Calibri"/>
                <a:cs typeface="Calibri"/>
              </a:rPr>
              <a:t> </a:t>
            </a:r>
            <a:r>
              <a:rPr dirty="0" sz="1000">
                <a:solidFill>
                  <a:srgbClr val="1E293B"/>
                </a:solidFill>
                <a:latin typeface="Calibri"/>
                <a:cs typeface="Calibri"/>
              </a:rPr>
              <a:t>257.9°</a:t>
            </a:r>
            <a:r>
              <a:rPr dirty="0" sz="1000" spc="-20">
                <a:solidFill>
                  <a:srgbClr val="1E293B"/>
                </a:solidFill>
                <a:latin typeface="Calibri"/>
                <a:cs typeface="Calibri"/>
              </a:rPr>
              <a:t> </a:t>
            </a:r>
            <a:r>
              <a:rPr dirty="0" sz="1000">
                <a:solidFill>
                  <a:srgbClr val="1E293B"/>
                </a:solidFill>
                <a:latin typeface="Calibri"/>
                <a:cs typeface="Calibri"/>
              </a:rPr>
              <a:t>WSW)</a:t>
            </a:r>
            <a:r>
              <a:rPr dirty="0" sz="1000" spc="-20">
                <a:solidFill>
                  <a:srgbClr val="1E293B"/>
                </a:solidFill>
                <a:latin typeface="Calibri"/>
                <a:cs typeface="Calibri"/>
              </a:rPr>
              <a:t> </a:t>
            </a:r>
            <a:r>
              <a:rPr dirty="0" sz="1000">
                <a:solidFill>
                  <a:srgbClr val="1E293B"/>
                </a:solidFill>
                <a:latin typeface="Calibri"/>
                <a:cs typeface="Calibri"/>
              </a:rPr>
              <a:t>from</a:t>
            </a:r>
            <a:r>
              <a:rPr dirty="0" sz="1000" spc="-20">
                <a:solidFill>
                  <a:srgbClr val="1E293B"/>
                </a:solidFill>
                <a:latin typeface="Calibri"/>
                <a:cs typeface="Calibri"/>
              </a:rPr>
              <a:t> </a:t>
            </a:r>
            <a:r>
              <a:rPr dirty="0" sz="1000">
                <a:solidFill>
                  <a:srgbClr val="1E293B"/>
                </a:solidFill>
                <a:latin typeface="Calibri"/>
                <a:cs typeface="Calibri"/>
              </a:rPr>
              <a:t>the</a:t>
            </a:r>
            <a:r>
              <a:rPr dirty="0" sz="1000" spc="-20">
                <a:solidFill>
                  <a:srgbClr val="1E293B"/>
                </a:solidFill>
                <a:latin typeface="Calibri"/>
                <a:cs typeface="Calibri"/>
              </a:rPr>
              <a:t> </a:t>
            </a:r>
            <a:r>
              <a:rPr dirty="0" sz="1000">
                <a:solidFill>
                  <a:srgbClr val="1E293B"/>
                </a:solidFill>
                <a:latin typeface="Calibri"/>
                <a:cs typeface="Calibri"/>
              </a:rPr>
              <a:t>skipper's</a:t>
            </a:r>
            <a:r>
              <a:rPr dirty="0" sz="1000" spc="-20">
                <a:solidFill>
                  <a:srgbClr val="1E293B"/>
                </a:solidFill>
                <a:latin typeface="Calibri"/>
                <a:cs typeface="Calibri"/>
              </a:rPr>
              <a:t> </a:t>
            </a:r>
            <a:r>
              <a:rPr dirty="0" sz="1000">
                <a:solidFill>
                  <a:srgbClr val="1E293B"/>
                </a:solidFill>
                <a:latin typeface="Calibri"/>
                <a:cs typeface="Calibri"/>
              </a:rPr>
              <a:t>selected</a:t>
            </a:r>
            <a:r>
              <a:rPr dirty="0" sz="1000" spc="-20">
                <a:solidFill>
                  <a:srgbClr val="1E293B"/>
                </a:solidFill>
                <a:latin typeface="Calibri"/>
                <a:cs typeface="Calibri"/>
              </a:rPr>
              <a:t> </a:t>
            </a:r>
            <a:r>
              <a:rPr dirty="0" sz="1000">
                <a:solidFill>
                  <a:srgbClr val="1E293B"/>
                </a:solidFill>
                <a:latin typeface="Calibri"/>
                <a:cs typeface="Calibri"/>
              </a:rPr>
              <a:t>departure</a:t>
            </a:r>
            <a:r>
              <a:rPr dirty="0" sz="1000" spc="-20">
                <a:solidFill>
                  <a:srgbClr val="1E293B"/>
                </a:solidFill>
                <a:latin typeface="Calibri"/>
                <a:cs typeface="Calibri"/>
              </a:rPr>
              <a:t> </a:t>
            </a:r>
            <a:r>
              <a:rPr dirty="0" sz="1000">
                <a:solidFill>
                  <a:srgbClr val="1E293B"/>
                </a:solidFill>
                <a:latin typeface="Calibri"/>
                <a:cs typeface="Calibri"/>
              </a:rPr>
              <a:t>harbor</a:t>
            </a:r>
            <a:r>
              <a:rPr dirty="0" sz="1000" spc="-20">
                <a:solidFill>
                  <a:srgbClr val="1E293B"/>
                </a:solidFill>
                <a:latin typeface="Calibri"/>
                <a:cs typeface="Calibri"/>
              </a:rPr>
              <a:t> </a:t>
            </a:r>
            <a:r>
              <a:rPr dirty="0" sz="1000">
                <a:solidFill>
                  <a:srgbClr val="1E293B"/>
                </a:solidFill>
                <a:latin typeface="Calibri"/>
                <a:cs typeface="Calibri"/>
              </a:rPr>
              <a:t>directly</a:t>
            </a:r>
            <a:r>
              <a:rPr dirty="0" sz="1000" spc="-20">
                <a:solidFill>
                  <a:srgbClr val="1E293B"/>
                </a:solidFill>
                <a:latin typeface="Calibri"/>
                <a:cs typeface="Calibri"/>
              </a:rPr>
              <a:t> </a:t>
            </a:r>
            <a:r>
              <a:rPr dirty="0" sz="1000">
                <a:solidFill>
                  <a:srgbClr val="1E293B"/>
                </a:solidFill>
                <a:latin typeface="Calibri"/>
                <a:cs typeface="Calibri"/>
              </a:rPr>
              <a:t>to</a:t>
            </a:r>
            <a:r>
              <a:rPr dirty="0" sz="1000" spc="-25">
                <a:solidFill>
                  <a:srgbClr val="1E293B"/>
                </a:solidFill>
                <a:latin typeface="Calibri"/>
                <a:cs typeface="Calibri"/>
              </a:rPr>
              <a:t> the</a:t>
            </a:r>
            <a:r>
              <a:rPr dirty="0" sz="1000" spc="-10">
                <a:solidFill>
                  <a:srgbClr val="1E293B"/>
                </a:solidFill>
                <a:latin typeface="Calibri"/>
                <a:cs typeface="Calibri"/>
              </a:rPr>
              <a:t> hotspot.</a:t>
            </a:r>
            <a:endParaRPr sz="1000">
              <a:latin typeface="Calibri"/>
              <a:cs typeface="Calibri"/>
            </a:endParaRPr>
          </a:p>
          <a:p>
            <a:pPr algn="just" lvl="1" marL="12700" marR="285750" indent="91440">
              <a:lnSpc>
                <a:spcPct val="108300"/>
              </a:lnSpc>
              <a:spcBef>
                <a:spcPts val="500"/>
              </a:spcBef>
              <a:buChar char="•"/>
              <a:tabLst>
                <a:tab pos="104139" algn="l"/>
              </a:tabLst>
            </a:pPr>
            <a:r>
              <a:rPr dirty="0" sz="1000" spc="-10">
                <a:solidFill>
                  <a:srgbClr val="1E293B"/>
                </a:solidFill>
                <a:latin typeface="Calibri"/>
                <a:cs typeface="Calibri"/>
              </a:rPr>
              <a:t>Calibrated</a:t>
            </a:r>
            <a:r>
              <a:rPr dirty="0" sz="1000" spc="-15">
                <a:solidFill>
                  <a:srgbClr val="1E293B"/>
                </a:solidFill>
                <a:latin typeface="Calibri"/>
                <a:cs typeface="Calibri"/>
              </a:rPr>
              <a:t> </a:t>
            </a:r>
            <a:r>
              <a:rPr dirty="0" sz="1000">
                <a:solidFill>
                  <a:srgbClr val="1E293B"/>
                </a:solidFill>
                <a:latin typeface="Calibri"/>
                <a:cs typeface="Calibri"/>
              </a:rPr>
              <a:t>CMFRI</a:t>
            </a:r>
            <a:r>
              <a:rPr dirty="0" sz="1000" spc="-15">
                <a:solidFill>
                  <a:srgbClr val="1E293B"/>
                </a:solidFill>
                <a:latin typeface="Calibri"/>
                <a:cs typeface="Calibri"/>
              </a:rPr>
              <a:t> </a:t>
            </a:r>
            <a:r>
              <a:rPr dirty="0" sz="1000">
                <a:solidFill>
                  <a:srgbClr val="1E293B"/>
                </a:solidFill>
                <a:latin typeface="Calibri"/>
                <a:cs typeface="Calibri"/>
              </a:rPr>
              <a:t>Harvest</a:t>
            </a:r>
            <a:r>
              <a:rPr dirty="0" sz="1000" spc="-10">
                <a:solidFill>
                  <a:srgbClr val="1E293B"/>
                </a:solidFill>
                <a:latin typeface="Calibri"/>
                <a:cs typeface="Calibri"/>
              </a:rPr>
              <a:t> </a:t>
            </a:r>
            <a:r>
              <a:rPr dirty="0" sz="1000">
                <a:solidFill>
                  <a:srgbClr val="1E293B"/>
                </a:solidFill>
                <a:latin typeface="Calibri"/>
                <a:cs typeface="Calibri"/>
              </a:rPr>
              <a:t>Economics:</a:t>
            </a:r>
            <a:r>
              <a:rPr dirty="0" sz="1000" spc="-15">
                <a:solidFill>
                  <a:srgbClr val="1E293B"/>
                </a:solidFill>
                <a:latin typeface="Calibri"/>
                <a:cs typeface="Calibri"/>
              </a:rPr>
              <a:t> </a:t>
            </a:r>
            <a:r>
              <a:rPr dirty="0" sz="1000" spc="-10">
                <a:solidFill>
                  <a:srgbClr val="1E293B"/>
                </a:solidFill>
                <a:latin typeface="Calibri"/>
                <a:cs typeface="Calibri"/>
              </a:rPr>
              <a:t>Calibrated </a:t>
            </a:r>
            <a:r>
              <a:rPr dirty="0" sz="1000">
                <a:solidFill>
                  <a:srgbClr val="1E293B"/>
                </a:solidFill>
                <a:latin typeface="Calibri"/>
                <a:cs typeface="Calibri"/>
              </a:rPr>
              <a:t>against</a:t>
            </a:r>
            <a:r>
              <a:rPr dirty="0" sz="1000" spc="-15">
                <a:solidFill>
                  <a:srgbClr val="1E293B"/>
                </a:solidFill>
                <a:latin typeface="Calibri"/>
                <a:cs typeface="Calibri"/>
              </a:rPr>
              <a:t> </a:t>
            </a:r>
            <a:r>
              <a:rPr dirty="0" sz="1000">
                <a:solidFill>
                  <a:srgbClr val="1E293B"/>
                </a:solidFill>
                <a:latin typeface="Calibri"/>
                <a:cs typeface="Calibri"/>
              </a:rPr>
              <a:t>CMFRI</a:t>
            </a:r>
            <a:r>
              <a:rPr dirty="0" sz="1000" spc="-15">
                <a:solidFill>
                  <a:srgbClr val="1E293B"/>
                </a:solidFill>
                <a:latin typeface="Calibri"/>
                <a:cs typeface="Calibri"/>
              </a:rPr>
              <a:t> </a:t>
            </a:r>
            <a:r>
              <a:rPr dirty="0" sz="1000">
                <a:solidFill>
                  <a:srgbClr val="1E293B"/>
                </a:solidFill>
                <a:latin typeface="Calibri"/>
                <a:cs typeface="Calibri"/>
              </a:rPr>
              <a:t>artisanal</a:t>
            </a:r>
            <a:r>
              <a:rPr dirty="0" sz="1000" spc="-10">
                <a:solidFill>
                  <a:srgbClr val="1E293B"/>
                </a:solidFill>
                <a:latin typeface="Calibri"/>
                <a:cs typeface="Calibri"/>
              </a:rPr>
              <a:t> </a:t>
            </a:r>
            <a:r>
              <a:rPr dirty="0" sz="1000">
                <a:solidFill>
                  <a:srgbClr val="1E293B"/>
                </a:solidFill>
                <a:latin typeface="Calibri"/>
                <a:cs typeface="Calibri"/>
              </a:rPr>
              <a:t>catch</a:t>
            </a:r>
            <a:r>
              <a:rPr dirty="0" sz="1000" spc="-15">
                <a:solidFill>
                  <a:srgbClr val="1E293B"/>
                </a:solidFill>
                <a:latin typeface="Calibri"/>
                <a:cs typeface="Calibri"/>
              </a:rPr>
              <a:t> </a:t>
            </a:r>
            <a:r>
              <a:rPr dirty="0" sz="1000" spc="-10">
                <a:solidFill>
                  <a:srgbClr val="1E293B"/>
                </a:solidFill>
                <a:latin typeface="Calibri"/>
                <a:cs typeface="Calibri"/>
              </a:rPr>
              <a:t>rates </a:t>
            </a:r>
            <a:r>
              <a:rPr dirty="0" sz="1000">
                <a:solidFill>
                  <a:srgbClr val="1E293B"/>
                </a:solidFill>
                <a:latin typeface="Calibri"/>
                <a:cs typeface="Calibri"/>
              </a:rPr>
              <a:t>(60</a:t>
            </a:r>
            <a:r>
              <a:rPr dirty="0" sz="1000" spc="-15">
                <a:solidFill>
                  <a:srgbClr val="1E293B"/>
                </a:solidFill>
                <a:latin typeface="Calibri"/>
                <a:cs typeface="Calibri"/>
              </a:rPr>
              <a:t> </a:t>
            </a:r>
            <a:r>
              <a:rPr dirty="0" sz="1000" spc="-25">
                <a:solidFill>
                  <a:srgbClr val="1E293B"/>
                </a:solidFill>
                <a:latin typeface="Calibri"/>
                <a:cs typeface="Calibri"/>
              </a:rPr>
              <a:t>kg</a:t>
            </a:r>
            <a:r>
              <a:rPr dirty="0" sz="1000">
                <a:solidFill>
                  <a:srgbClr val="1E293B"/>
                </a:solidFill>
                <a:latin typeface="Calibri"/>
                <a:cs typeface="Calibri"/>
              </a:rPr>
              <a:t> baseline),</a:t>
            </a:r>
            <a:r>
              <a:rPr dirty="0" sz="1000" spc="-20">
                <a:solidFill>
                  <a:srgbClr val="1E293B"/>
                </a:solidFill>
                <a:latin typeface="Calibri"/>
                <a:cs typeface="Calibri"/>
              </a:rPr>
              <a:t> </a:t>
            </a:r>
            <a:r>
              <a:rPr dirty="0" sz="1000">
                <a:solidFill>
                  <a:srgbClr val="1E293B"/>
                </a:solidFill>
                <a:latin typeface="Calibri"/>
                <a:cs typeface="Calibri"/>
              </a:rPr>
              <a:t>dockside</a:t>
            </a:r>
            <a:r>
              <a:rPr dirty="0" sz="1000" spc="-15">
                <a:solidFill>
                  <a:srgbClr val="1E293B"/>
                </a:solidFill>
                <a:latin typeface="Calibri"/>
                <a:cs typeface="Calibri"/>
              </a:rPr>
              <a:t> </a:t>
            </a:r>
            <a:r>
              <a:rPr dirty="0" sz="1000">
                <a:solidFill>
                  <a:srgbClr val="1E293B"/>
                </a:solidFill>
                <a:latin typeface="Calibri"/>
                <a:cs typeface="Calibri"/>
              </a:rPr>
              <a:t>auction</a:t>
            </a:r>
            <a:r>
              <a:rPr dirty="0" sz="1000" spc="-20">
                <a:solidFill>
                  <a:srgbClr val="1E293B"/>
                </a:solidFill>
                <a:latin typeface="Calibri"/>
                <a:cs typeface="Calibri"/>
              </a:rPr>
              <a:t> </a:t>
            </a:r>
            <a:r>
              <a:rPr dirty="0" sz="1000">
                <a:solidFill>
                  <a:srgbClr val="1E293B"/>
                </a:solidFill>
                <a:latin typeface="Calibri"/>
                <a:cs typeface="Calibri"/>
              </a:rPr>
              <a:t>values</a:t>
            </a:r>
            <a:r>
              <a:rPr dirty="0" sz="1000" spc="-15">
                <a:solidFill>
                  <a:srgbClr val="1E293B"/>
                </a:solidFill>
                <a:latin typeface="Calibri"/>
                <a:cs typeface="Calibri"/>
              </a:rPr>
              <a:t> </a:t>
            </a:r>
            <a:r>
              <a:rPr dirty="0" sz="1000" spc="-10">
                <a:solidFill>
                  <a:srgbClr val="1E293B"/>
                </a:solidFill>
                <a:latin typeface="Calibri"/>
                <a:cs typeface="Calibri"/>
              </a:rPr>
              <a:t>(₹120–</a:t>
            </a:r>
            <a:r>
              <a:rPr dirty="0" sz="1000">
                <a:solidFill>
                  <a:srgbClr val="1E293B"/>
                </a:solidFill>
                <a:latin typeface="Calibri"/>
                <a:cs typeface="Calibri"/>
              </a:rPr>
              <a:t>₹195/kg),</a:t>
            </a:r>
            <a:r>
              <a:rPr dirty="0" sz="1000" spc="-20">
                <a:solidFill>
                  <a:srgbClr val="1E293B"/>
                </a:solidFill>
                <a:latin typeface="Calibri"/>
                <a:cs typeface="Calibri"/>
              </a:rPr>
              <a:t> </a:t>
            </a:r>
            <a:r>
              <a:rPr dirty="0" sz="1000">
                <a:solidFill>
                  <a:srgbClr val="1E293B"/>
                </a:solidFill>
                <a:latin typeface="Calibri"/>
                <a:cs typeface="Calibri"/>
              </a:rPr>
              <a:t>and</a:t>
            </a:r>
            <a:r>
              <a:rPr dirty="0" sz="1000" spc="-15">
                <a:solidFill>
                  <a:srgbClr val="1E293B"/>
                </a:solidFill>
                <a:latin typeface="Calibri"/>
                <a:cs typeface="Calibri"/>
              </a:rPr>
              <a:t> </a:t>
            </a:r>
            <a:r>
              <a:rPr dirty="0" sz="1000">
                <a:solidFill>
                  <a:srgbClr val="1E293B"/>
                </a:solidFill>
                <a:latin typeface="Calibri"/>
                <a:cs typeface="Calibri"/>
              </a:rPr>
              <a:t>traditional</a:t>
            </a:r>
            <a:r>
              <a:rPr dirty="0" sz="1000" spc="-15">
                <a:solidFill>
                  <a:srgbClr val="1E293B"/>
                </a:solidFill>
                <a:latin typeface="Calibri"/>
                <a:cs typeface="Calibri"/>
              </a:rPr>
              <a:t> </a:t>
            </a:r>
            <a:r>
              <a:rPr dirty="0" sz="1000">
                <a:solidFill>
                  <a:srgbClr val="1E293B"/>
                </a:solidFill>
                <a:latin typeface="Calibri"/>
                <a:cs typeface="Calibri"/>
              </a:rPr>
              <a:t>Indian</a:t>
            </a:r>
            <a:r>
              <a:rPr dirty="0" sz="1000" spc="-20">
                <a:solidFill>
                  <a:srgbClr val="1E293B"/>
                </a:solidFill>
                <a:latin typeface="Calibri"/>
                <a:cs typeface="Calibri"/>
              </a:rPr>
              <a:t> </a:t>
            </a:r>
            <a:r>
              <a:rPr dirty="0" sz="1000">
                <a:solidFill>
                  <a:srgbClr val="1E293B"/>
                </a:solidFill>
                <a:latin typeface="Calibri"/>
                <a:cs typeface="Calibri"/>
              </a:rPr>
              <a:t>pangu</a:t>
            </a:r>
            <a:r>
              <a:rPr dirty="0" sz="1000" spc="-15">
                <a:solidFill>
                  <a:srgbClr val="1E293B"/>
                </a:solidFill>
                <a:latin typeface="Calibri"/>
                <a:cs typeface="Calibri"/>
              </a:rPr>
              <a:t> </a:t>
            </a:r>
            <a:r>
              <a:rPr dirty="0" sz="1000">
                <a:solidFill>
                  <a:srgbClr val="1E293B"/>
                </a:solidFill>
                <a:latin typeface="Calibri"/>
                <a:cs typeface="Calibri"/>
              </a:rPr>
              <a:t>crew</a:t>
            </a:r>
            <a:r>
              <a:rPr dirty="0" sz="1000" spc="-20">
                <a:solidFill>
                  <a:srgbClr val="1E293B"/>
                </a:solidFill>
                <a:latin typeface="Calibri"/>
                <a:cs typeface="Calibri"/>
              </a:rPr>
              <a:t> </a:t>
            </a:r>
            <a:r>
              <a:rPr dirty="0" sz="1000" spc="-10">
                <a:solidFill>
                  <a:srgbClr val="1E293B"/>
                </a:solidFill>
                <a:latin typeface="Calibri"/>
                <a:cs typeface="Calibri"/>
              </a:rPr>
              <a:t>share </a:t>
            </a:r>
            <a:r>
              <a:rPr dirty="0" sz="1000">
                <a:solidFill>
                  <a:srgbClr val="1E293B"/>
                </a:solidFill>
                <a:latin typeface="Calibri"/>
                <a:cs typeface="Calibri"/>
              </a:rPr>
              <a:t>(40%)</a:t>
            </a:r>
            <a:r>
              <a:rPr dirty="0" sz="1000" spc="-25">
                <a:solidFill>
                  <a:srgbClr val="1E293B"/>
                </a:solidFill>
                <a:latin typeface="Calibri"/>
                <a:cs typeface="Calibri"/>
              </a:rPr>
              <a:t> </a:t>
            </a:r>
            <a:r>
              <a:rPr dirty="0" sz="1000">
                <a:solidFill>
                  <a:srgbClr val="1E293B"/>
                </a:solidFill>
                <a:latin typeface="Calibri"/>
                <a:cs typeface="Calibri"/>
              </a:rPr>
              <a:t>to</a:t>
            </a:r>
            <a:r>
              <a:rPr dirty="0" sz="1000" spc="-20">
                <a:solidFill>
                  <a:srgbClr val="1E293B"/>
                </a:solidFill>
                <a:latin typeface="Calibri"/>
                <a:cs typeface="Calibri"/>
              </a:rPr>
              <a:t> </a:t>
            </a:r>
            <a:r>
              <a:rPr dirty="0" sz="1000">
                <a:solidFill>
                  <a:srgbClr val="1E293B"/>
                </a:solidFill>
                <a:latin typeface="Calibri"/>
                <a:cs typeface="Calibri"/>
              </a:rPr>
              <a:t>project</a:t>
            </a:r>
            <a:r>
              <a:rPr dirty="0" sz="1000" spc="-20">
                <a:solidFill>
                  <a:srgbClr val="1E293B"/>
                </a:solidFill>
                <a:latin typeface="Calibri"/>
                <a:cs typeface="Calibri"/>
              </a:rPr>
              <a:t> </a:t>
            </a:r>
            <a:r>
              <a:rPr dirty="0" sz="1000">
                <a:solidFill>
                  <a:srgbClr val="1E293B"/>
                </a:solidFill>
                <a:latin typeface="Calibri"/>
                <a:cs typeface="Calibri"/>
              </a:rPr>
              <a:t>authentic</a:t>
            </a:r>
            <a:r>
              <a:rPr dirty="0" sz="1000" spc="-20">
                <a:solidFill>
                  <a:srgbClr val="1E293B"/>
                </a:solidFill>
                <a:latin typeface="Calibri"/>
                <a:cs typeface="Calibri"/>
              </a:rPr>
              <a:t> </a:t>
            </a:r>
            <a:r>
              <a:rPr dirty="0" sz="1000" spc="-10">
                <a:solidFill>
                  <a:srgbClr val="1E293B"/>
                </a:solidFill>
                <a:latin typeface="Calibri"/>
                <a:cs typeface="Calibri"/>
              </a:rPr>
              <a:t>30%–</a:t>
            </a:r>
            <a:r>
              <a:rPr dirty="0" sz="1000">
                <a:solidFill>
                  <a:srgbClr val="1E293B"/>
                </a:solidFill>
                <a:latin typeface="Calibri"/>
                <a:cs typeface="Calibri"/>
              </a:rPr>
              <a:t>150%</a:t>
            </a:r>
            <a:r>
              <a:rPr dirty="0" sz="1000" spc="-20">
                <a:solidFill>
                  <a:srgbClr val="1E293B"/>
                </a:solidFill>
                <a:latin typeface="Calibri"/>
                <a:cs typeface="Calibri"/>
              </a:rPr>
              <a:t> </a:t>
            </a:r>
            <a:r>
              <a:rPr dirty="0" sz="1000">
                <a:solidFill>
                  <a:srgbClr val="1E293B"/>
                </a:solidFill>
                <a:latin typeface="Calibri"/>
                <a:cs typeface="Calibri"/>
              </a:rPr>
              <a:t>trip</a:t>
            </a:r>
            <a:r>
              <a:rPr dirty="0" sz="1000" spc="-20">
                <a:solidFill>
                  <a:srgbClr val="1E293B"/>
                </a:solidFill>
                <a:latin typeface="Calibri"/>
                <a:cs typeface="Calibri"/>
              </a:rPr>
              <a:t> ROI.</a:t>
            </a:r>
            <a:endParaRPr sz="1000">
              <a:latin typeface="Calibri"/>
              <a:cs typeface="Calibri"/>
            </a:endParaRPr>
          </a:p>
          <a:p>
            <a:pPr algn="just" lvl="1" marL="12700" marR="282575" indent="91440">
              <a:lnSpc>
                <a:spcPct val="108300"/>
              </a:lnSpc>
              <a:spcBef>
                <a:spcPts val="500"/>
              </a:spcBef>
              <a:buChar char="•"/>
              <a:tabLst>
                <a:tab pos="104139" algn="l"/>
              </a:tabLst>
            </a:pPr>
            <a:r>
              <a:rPr dirty="0" sz="1000">
                <a:solidFill>
                  <a:srgbClr val="1E293B"/>
                </a:solidFill>
                <a:latin typeface="Calibri"/>
                <a:cs typeface="Calibri"/>
              </a:rPr>
              <a:t>PostGIS</a:t>
            </a:r>
            <a:r>
              <a:rPr dirty="0" sz="1000" spc="-25">
                <a:solidFill>
                  <a:srgbClr val="1E293B"/>
                </a:solidFill>
                <a:latin typeface="Calibri"/>
                <a:cs typeface="Calibri"/>
              </a:rPr>
              <a:t> </a:t>
            </a:r>
            <a:r>
              <a:rPr dirty="0" sz="1000">
                <a:solidFill>
                  <a:srgbClr val="1E293B"/>
                </a:solidFill>
                <a:latin typeface="Calibri"/>
                <a:cs typeface="Calibri"/>
              </a:rPr>
              <a:t>Spatial</a:t>
            </a:r>
            <a:r>
              <a:rPr dirty="0" sz="1000" spc="-20">
                <a:solidFill>
                  <a:srgbClr val="1E293B"/>
                </a:solidFill>
                <a:latin typeface="Calibri"/>
                <a:cs typeface="Calibri"/>
              </a:rPr>
              <a:t> </a:t>
            </a:r>
            <a:r>
              <a:rPr dirty="0" sz="1000">
                <a:solidFill>
                  <a:srgbClr val="1E293B"/>
                </a:solidFill>
                <a:latin typeface="Calibri"/>
                <a:cs typeface="Calibri"/>
              </a:rPr>
              <a:t>Index:</a:t>
            </a:r>
            <a:r>
              <a:rPr dirty="0" sz="1000" spc="-20">
                <a:solidFill>
                  <a:srgbClr val="1E293B"/>
                </a:solidFill>
                <a:latin typeface="Calibri"/>
                <a:cs typeface="Calibri"/>
              </a:rPr>
              <a:t> </a:t>
            </a:r>
            <a:r>
              <a:rPr dirty="0" sz="1000" spc="-10">
                <a:solidFill>
                  <a:srgbClr val="1E293B"/>
                </a:solidFill>
                <a:latin typeface="Calibri"/>
                <a:cs typeface="Calibri"/>
              </a:rPr>
              <a:t>Ray-</a:t>
            </a:r>
            <a:r>
              <a:rPr dirty="0" sz="1000">
                <a:solidFill>
                  <a:srgbClr val="1E293B"/>
                </a:solidFill>
                <a:latin typeface="Calibri"/>
                <a:cs typeface="Calibri"/>
              </a:rPr>
              <a:t>casting</a:t>
            </a:r>
            <a:r>
              <a:rPr dirty="0" sz="1000" spc="-25">
                <a:solidFill>
                  <a:srgbClr val="1E293B"/>
                </a:solidFill>
                <a:latin typeface="Calibri"/>
                <a:cs typeface="Calibri"/>
              </a:rPr>
              <a:t> </a:t>
            </a:r>
            <a:r>
              <a:rPr dirty="0" sz="1000" spc="-10">
                <a:solidFill>
                  <a:srgbClr val="1E293B"/>
                </a:solidFill>
                <a:latin typeface="Calibri"/>
                <a:cs typeface="Calibri"/>
              </a:rPr>
              <a:t>point-</a:t>
            </a:r>
            <a:r>
              <a:rPr dirty="0" sz="1000">
                <a:solidFill>
                  <a:srgbClr val="1E293B"/>
                </a:solidFill>
                <a:latin typeface="Calibri"/>
                <a:cs typeface="Calibri"/>
              </a:rPr>
              <a:t>in-polygon</a:t>
            </a:r>
            <a:r>
              <a:rPr dirty="0" sz="1000" spc="-20">
                <a:solidFill>
                  <a:srgbClr val="1E293B"/>
                </a:solidFill>
                <a:latin typeface="Calibri"/>
                <a:cs typeface="Calibri"/>
              </a:rPr>
              <a:t> </a:t>
            </a:r>
            <a:r>
              <a:rPr dirty="0" sz="1000">
                <a:solidFill>
                  <a:srgbClr val="1E293B"/>
                </a:solidFill>
                <a:latin typeface="Calibri"/>
                <a:cs typeface="Calibri"/>
              </a:rPr>
              <a:t>engine</a:t>
            </a:r>
            <a:r>
              <a:rPr dirty="0" sz="1000" spc="-20">
                <a:solidFill>
                  <a:srgbClr val="1E293B"/>
                </a:solidFill>
                <a:latin typeface="Calibri"/>
                <a:cs typeface="Calibri"/>
              </a:rPr>
              <a:t> </a:t>
            </a:r>
            <a:r>
              <a:rPr dirty="0" sz="1000">
                <a:solidFill>
                  <a:srgbClr val="1E293B"/>
                </a:solidFill>
                <a:latin typeface="Calibri"/>
                <a:cs typeface="Calibri"/>
              </a:rPr>
              <a:t>validates</a:t>
            </a:r>
            <a:r>
              <a:rPr dirty="0" sz="1000" spc="-25">
                <a:solidFill>
                  <a:srgbClr val="1E293B"/>
                </a:solidFill>
                <a:latin typeface="Calibri"/>
                <a:cs typeface="Calibri"/>
              </a:rPr>
              <a:t> </a:t>
            </a:r>
            <a:r>
              <a:rPr dirty="0" sz="1000">
                <a:solidFill>
                  <a:srgbClr val="1E293B"/>
                </a:solidFill>
                <a:latin typeface="Calibri"/>
                <a:cs typeface="Calibri"/>
              </a:rPr>
              <a:t>zone</a:t>
            </a:r>
            <a:r>
              <a:rPr dirty="0" sz="1000" spc="-20">
                <a:solidFill>
                  <a:srgbClr val="1E293B"/>
                </a:solidFill>
                <a:latin typeface="Calibri"/>
                <a:cs typeface="Calibri"/>
              </a:rPr>
              <a:t> </a:t>
            </a:r>
            <a:r>
              <a:rPr dirty="0" sz="1000" spc="-10">
                <a:solidFill>
                  <a:srgbClr val="1E293B"/>
                </a:solidFill>
                <a:latin typeface="Calibri"/>
                <a:cs typeface="Calibri"/>
              </a:rPr>
              <a:t>containment</a:t>
            </a:r>
            <a:r>
              <a:rPr dirty="0" sz="1000" spc="-20">
                <a:solidFill>
                  <a:srgbClr val="1E293B"/>
                </a:solidFill>
                <a:latin typeface="Calibri"/>
                <a:cs typeface="Calibri"/>
              </a:rPr>
              <a:t> </a:t>
            </a:r>
            <a:r>
              <a:rPr dirty="0" sz="1000" spc="-25">
                <a:solidFill>
                  <a:srgbClr val="1E293B"/>
                </a:solidFill>
                <a:latin typeface="Calibri"/>
                <a:cs typeface="Calibri"/>
              </a:rPr>
              <a:t>and</a:t>
            </a:r>
            <a:r>
              <a:rPr dirty="0" sz="1000">
                <a:solidFill>
                  <a:srgbClr val="1E293B"/>
                </a:solidFill>
                <a:latin typeface="Calibri"/>
                <a:cs typeface="Calibri"/>
              </a:rPr>
              <a:t> monitors</a:t>
            </a:r>
            <a:r>
              <a:rPr dirty="0" sz="1000" spc="-20">
                <a:solidFill>
                  <a:srgbClr val="1E293B"/>
                </a:solidFill>
                <a:latin typeface="Calibri"/>
                <a:cs typeface="Calibri"/>
              </a:rPr>
              <a:t> </a:t>
            </a:r>
            <a:r>
              <a:rPr dirty="0" sz="1000">
                <a:solidFill>
                  <a:srgbClr val="1E293B"/>
                </a:solidFill>
                <a:latin typeface="Calibri"/>
                <a:cs typeface="Calibri"/>
              </a:rPr>
              <a:t>IMBL</a:t>
            </a:r>
            <a:r>
              <a:rPr dirty="0" sz="1000" spc="-15">
                <a:solidFill>
                  <a:srgbClr val="1E293B"/>
                </a:solidFill>
                <a:latin typeface="Calibri"/>
                <a:cs typeface="Calibri"/>
              </a:rPr>
              <a:t> </a:t>
            </a:r>
            <a:r>
              <a:rPr dirty="0" sz="1000">
                <a:solidFill>
                  <a:srgbClr val="1E293B"/>
                </a:solidFill>
                <a:latin typeface="Calibri"/>
                <a:cs typeface="Calibri"/>
              </a:rPr>
              <a:t>proximity</a:t>
            </a:r>
            <a:r>
              <a:rPr dirty="0" sz="1000" spc="-15">
                <a:solidFill>
                  <a:srgbClr val="1E293B"/>
                </a:solidFill>
                <a:latin typeface="Calibri"/>
                <a:cs typeface="Calibri"/>
              </a:rPr>
              <a:t> </a:t>
            </a:r>
            <a:r>
              <a:rPr dirty="0" sz="1000">
                <a:solidFill>
                  <a:srgbClr val="1E293B"/>
                </a:solidFill>
                <a:latin typeface="Calibri"/>
                <a:cs typeface="Calibri"/>
              </a:rPr>
              <a:t>alarms</a:t>
            </a:r>
            <a:r>
              <a:rPr dirty="0" sz="1000" spc="-20">
                <a:solidFill>
                  <a:srgbClr val="1E293B"/>
                </a:solidFill>
                <a:latin typeface="Calibri"/>
                <a:cs typeface="Calibri"/>
              </a:rPr>
              <a:t> </a:t>
            </a:r>
            <a:r>
              <a:rPr dirty="0" sz="1000">
                <a:solidFill>
                  <a:srgbClr val="1E293B"/>
                </a:solidFill>
                <a:latin typeface="Calibri"/>
                <a:cs typeface="Calibri"/>
              </a:rPr>
              <a:t>with</a:t>
            </a:r>
            <a:r>
              <a:rPr dirty="0" sz="1000" spc="-15">
                <a:solidFill>
                  <a:srgbClr val="1E293B"/>
                </a:solidFill>
                <a:latin typeface="Calibri"/>
                <a:cs typeface="Calibri"/>
              </a:rPr>
              <a:t> </a:t>
            </a:r>
            <a:r>
              <a:rPr dirty="0" sz="1000" spc="-10">
                <a:solidFill>
                  <a:srgbClr val="1E293B"/>
                </a:solidFill>
                <a:latin typeface="Calibri"/>
                <a:cs typeface="Calibri"/>
              </a:rPr>
              <a:t>zero</a:t>
            </a:r>
            <a:r>
              <a:rPr dirty="0" sz="1000" spc="-15">
                <a:solidFill>
                  <a:srgbClr val="1E293B"/>
                </a:solidFill>
                <a:latin typeface="Calibri"/>
                <a:cs typeface="Calibri"/>
              </a:rPr>
              <a:t> </a:t>
            </a:r>
            <a:r>
              <a:rPr dirty="0" sz="1000" spc="-10">
                <a:solidFill>
                  <a:srgbClr val="1E293B"/>
                </a:solidFill>
                <a:latin typeface="Calibri"/>
                <a:cs typeface="Calibri"/>
              </a:rPr>
              <a:t>external</a:t>
            </a:r>
            <a:r>
              <a:rPr dirty="0" sz="1000" spc="-15">
                <a:solidFill>
                  <a:srgbClr val="1E293B"/>
                </a:solidFill>
                <a:latin typeface="Calibri"/>
                <a:cs typeface="Calibri"/>
              </a:rPr>
              <a:t> </a:t>
            </a:r>
            <a:r>
              <a:rPr dirty="0" sz="1000">
                <a:solidFill>
                  <a:srgbClr val="1E293B"/>
                </a:solidFill>
                <a:latin typeface="Calibri"/>
                <a:cs typeface="Calibri"/>
              </a:rPr>
              <a:t>GIS</a:t>
            </a:r>
            <a:r>
              <a:rPr dirty="0" sz="1000" spc="-20">
                <a:solidFill>
                  <a:srgbClr val="1E293B"/>
                </a:solidFill>
                <a:latin typeface="Calibri"/>
                <a:cs typeface="Calibri"/>
              </a:rPr>
              <a:t> </a:t>
            </a:r>
            <a:r>
              <a:rPr dirty="0" sz="1000">
                <a:solidFill>
                  <a:srgbClr val="1E293B"/>
                </a:solidFill>
                <a:latin typeface="Calibri"/>
                <a:cs typeface="Calibri"/>
              </a:rPr>
              <a:t>service</a:t>
            </a:r>
            <a:r>
              <a:rPr dirty="0" sz="1000" spc="-15">
                <a:solidFill>
                  <a:srgbClr val="1E293B"/>
                </a:solidFill>
                <a:latin typeface="Calibri"/>
                <a:cs typeface="Calibri"/>
              </a:rPr>
              <a:t> </a:t>
            </a:r>
            <a:r>
              <a:rPr dirty="0" sz="1000" spc="-10">
                <a:solidFill>
                  <a:srgbClr val="1E293B"/>
                </a:solidFill>
                <a:latin typeface="Calibri"/>
                <a:cs typeface="Calibri"/>
              </a:rPr>
              <a:t>blockers.</a:t>
            </a:r>
            <a:endParaRPr sz="1000">
              <a:latin typeface="Calibri"/>
              <a:cs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170305">
              <a:lnSpc>
                <a:spcPct val="100000"/>
              </a:lnSpc>
              <a:spcBef>
                <a:spcPts val="100"/>
              </a:spcBef>
            </a:pPr>
            <a:r>
              <a:rPr dirty="0" spc="-10"/>
              <a:t>Methodology</a:t>
            </a:r>
          </a:p>
        </p:txBody>
      </p:sp>
      <p:sp>
        <p:nvSpPr>
          <p:cNvPr id="3" name="object 3"/>
          <p:cNvSpPr txBox="1"/>
          <p:nvPr/>
        </p:nvSpPr>
        <p:spPr>
          <a:xfrm>
            <a:off x="810259" y="1372082"/>
            <a:ext cx="5006340" cy="284480"/>
          </a:xfrm>
          <a:prstGeom prst="rect">
            <a:avLst/>
          </a:prstGeom>
        </p:spPr>
        <p:txBody>
          <a:bodyPr wrap="square" lIns="0" tIns="12700" rIns="0" bIns="0" rtlCol="0" vert="horz">
            <a:spAutoFit/>
          </a:bodyPr>
          <a:lstStyle/>
          <a:p>
            <a:pPr marL="12700">
              <a:lnSpc>
                <a:spcPct val="100000"/>
              </a:lnSpc>
              <a:spcBef>
                <a:spcPts val="100"/>
              </a:spcBef>
            </a:pPr>
            <a:r>
              <a:rPr dirty="0" sz="1700" b="1">
                <a:solidFill>
                  <a:srgbClr val="D97706"/>
                </a:solidFill>
                <a:latin typeface="Calibri"/>
                <a:cs typeface="Calibri"/>
              </a:rPr>
              <a:t>6.</a:t>
            </a:r>
            <a:r>
              <a:rPr dirty="0" sz="1700" spc="-45" b="1">
                <a:solidFill>
                  <a:srgbClr val="D97706"/>
                </a:solidFill>
                <a:latin typeface="Calibri"/>
                <a:cs typeface="Calibri"/>
              </a:rPr>
              <a:t> </a:t>
            </a:r>
            <a:r>
              <a:rPr dirty="0" sz="1700" b="1">
                <a:solidFill>
                  <a:srgbClr val="D97706"/>
                </a:solidFill>
                <a:latin typeface="Calibri"/>
                <a:cs typeface="Calibri"/>
              </a:rPr>
              <a:t>Grounded</a:t>
            </a:r>
            <a:r>
              <a:rPr dirty="0" sz="1700" spc="-40" b="1">
                <a:solidFill>
                  <a:srgbClr val="D97706"/>
                </a:solidFill>
                <a:latin typeface="Calibri"/>
                <a:cs typeface="Calibri"/>
              </a:rPr>
              <a:t> </a:t>
            </a:r>
            <a:r>
              <a:rPr dirty="0" sz="1700" b="1">
                <a:solidFill>
                  <a:srgbClr val="D97706"/>
                </a:solidFill>
                <a:latin typeface="Calibri"/>
                <a:cs typeface="Calibri"/>
              </a:rPr>
              <a:t>Synthesis,</a:t>
            </a:r>
            <a:r>
              <a:rPr dirty="0" sz="1700" spc="-40" b="1">
                <a:solidFill>
                  <a:srgbClr val="D97706"/>
                </a:solidFill>
                <a:latin typeface="Calibri"/>
                <a:cs typeface="Calibri"/>
              </a:rPr>
              <a:t> </a:t>
            </a:r>
            <a:r>
              <a:rPr dirty="0" sz="1700" b="1">
                <a:solidFill>
                  <a:srgbClr val="D97706"/>
                </a:solidFill>
                <a:latin typeface="Calibri"/>
                <a:cs typeface="Calibri"/>
              </a:rPr>
              <a:t>Multilingual</a:t>
            </a:r>
            <a:r>
              <a:rPr dirty="0" sz="1700" spc="-45" b="1">
                <a:solidFill>
                  <a:srgbClr val="D97706"/>
                </a:solidFill>
                <a:latin typeface="Calibri"/>
                <a:cs typeface="Calibri"/>
              </a:rPr>
              <a:t> </a:t>
            </a:r>
            <a:r>
              <a:rPr dirty="0" sz="1700" b="1">
                <a:solidFill>
                  <a:srgbClr val="D97706"/>
                </a:solidFill>
                <a:latin typeface="Calibri"/>
                <a:cs typeface="Calibri"/>
              </a:rPr>
              <a:t>Localization</a:t>
            </a:r>
            <a:r>
              <a:rPr dirty="0" sz="1700" spc="-40" b="1">
                <a:solidFill>
                  <a:srgbClr val="D97706"/>
                </a:solidFill>
                <a:latin typeface="Calibri"/>
                <a:cs typeface="Calibri"/>
              </a:rPr>
              <a:t> </a:t>
            </a:r>
            <a:r>
              <a:rPr dirty="0" sz="1700" b="1">
                <a:solidFill>
                  <a:srgbClr val="D97706"/>
                </a:solidFill>
                <a:latin typeface="Calibri"/>
                <a:cs typeface="Calibri"/>
              </a:rPr>
              <a:t>&amp;</a:t>
            </a:r>
            <a:r>
              <a:rPr dirty="0" sz="1700" spc="-40" b="1">
                <a:solidFill>
                  <a:srgbClr val="D97706"/>
                </a:solidFill>
                <a:latin typeface="Calibri"/>
                <a:cs typeface="Calibri"/>
              </a:rPr>
              <a:t> </a:t>
            </a:r>
            <a:r>
              <a:rPr dirty="0" sz="1700" spc="-25" b="1">
                <a:solidFill>
                  <a:srgbClr val="D97706"/>
                </a:solidFill>
                <a:latin typeface="Calibri"/>
                <a:cs typeface="Calibri"/>
              </a:rPr>
              <a:t>PWA</a:t>
            </a:r>
            <a:endParaRPr sz="1700">
              <a:latin typeface="Calibri"/>
              <a:cs typeface="Calibri"/>
            </a:endParaRPr>
          </a:p>
        </p:txBody>
      </p:sp>
      <p:sp>
        <p:nvSpPr>
          <p:cNvPr id="4" name="object 4"/>
          <p:cNvSpPr txBox="1"/>
          <p:nvPr/>
        </p:nvSpPr>
        <p:spPr>
          <a:xfrm>
            <a:off x="810260" y="1802766"/>
            <a:ext cx="7339965" cy="3204210"/>
          </a:xfrm>
          <a:prstGeom prst="rect">
            <a:avLst/>
          </a:prstGeom>
        </p:spPr>
        <p:txBody>
          <a:bodyPr wrap="square" lIns="0" tIns="77470" rIns="0" bIns="0" rtlCol="0" vert="horz">
            <a:spAutoFit/>
          </a:bodyPr>
          <a:lstStyle/>
          <a:p>
            <a:pPr marL="12700">
              <a:lnSpc>
                <a:spcPct val="100000"/>
              </a:lnSpc>
              <a:spcBef>
                <a:spcPts val="610"/>
              </a:spcBef>
            </a:pPr>
            <a:r>
              <a:rPr dirty="0" sz="1300" b="1">
                <a:solidFill>
                  <a:srgbClr val="0F172A"/>
                </a:solidFill>
                <a:latin typeface="Calibri"/>
                <a:cs typeface="Calibri"/>
              </a:rPr>
              <a:t>Strict</a:t>
            </a:r>
            <a:r>
              <a:rPr dirty="0" sz="1300" spc="-30" b="1">
                <a:solidFill>
                  <a:srgbClr val="0F172A"/>
                </a:solidFill>
                <a:latin typeface="Calibri"/>
                <a:cs typeface="Calibri"/>
              </a:rPr>
              <a:t> </a:t>
            </a:r>
            <a:r>
              <a:rPr dirty="0" sz="1300" b="1">
                <a:solidFill>
                  <a:srgbClr val="0F172A"/>
                </a:solidFill>
                <a:latin typeface="Calibri"/>
                <a:cs typeface="Calibri"/>
              </a:rPr>
              <a:t>Data</a:t>
            </a:r>
            <a:r>
              <a:rPr dirty="0" sz="1300" spc="-30" b="1">
                <a:solidFill>
                  <a:srgbClr val="0F172A"/>
                </a:solidFill>
                <a:latin typeface="Calibri"/>
                <a:cs typeface="Calibri"/>
              </a:rPr>
              <a:t> </a:t>
            </a:r>
            <a:r>
              <a:rPr dirty="0" sz="1300" spc="-10" b="1">
                <a:solidFill>
                  <a:srgbClr val="0F172A"/>
                </a:solidFill>
                <a:latin typeface="Calibri"/>
                <a:cs typeface="Calibri"/>
              </a:rPr>
              <a:t>Provenance</a:t>
            </a:r>
            <a:r>
              <a:rPr dirty="0" sz="1300" spc="-30" b="1">
                <a:solidFill>
                  <a:srgbClr val="0F172A"/>
                </a:solidFill>
                <a:latin typeface="Calibri"/>
                <a:cs typeface="Calibri"/>
              </a:rPr>
              <a:t> </a:t>
            </a:r>
            <a:r>
              <a:rPr dirty="0" sz="1300" b="1">
                <a:solidFill>
                  <a:srgbClr val="0F172A"/>
                </a:solidFill>
                <a:latin typeface="Calibri"/>
                <a:cs typeface="Calibri"/>
              </a:rPr>
              <a:t>&amp;</a:t>
            </a:r>
            <a:r>
              <a:rPr dirty="0" sz="1300" spc="-30" b="1">
                <a:solidFill>
                  <a:srgbClr val="0F172A"/>
                </a:solidFill>
                <a:latin typeface="Calibri"/>
                <a:cs typeface="Calibri"/>
              </a:rPr>
              <a:t> </a:t>
            </a:r>
            <a:r>
              <a:rPr dirty="0" sz="1300" b="1">
                <a:solidFill>
                  <a:srgbClr val="0F172A"/>
                </a:solidFill>
                <a:latin typeface="Calibri"/>
                <a:cs typeface="Calibri"/>
              </a:rPr>
              <a:t>Citation</a:t>
            </a:r>
            <a:r>
              <a:rPr dirty="0" sz="1300" spc="-30" b="1">
                <a:solidFill>
                  <a:srgbClr val="0F172A"/>
                </a:solidFill>
                <a:latin typeface="Calibri"/>
                <a:cs typeface="Calibri"/>
              </a:rPr>
              <a:t> </a:t>
            </a:r>
            <a:r>
              <a:rPr dirty="0" sz="1300" spc="-10" b="1">
                <a:solidFill>
                  <a:srgbClr val="0F172A"/>
                </a:solidFill>
                <a:latin typeface="Calibri"/>
                <a:cs typeface="Calibri"/>
              </a:rPr>
              <a:t>Ledger:</a:t>
            </a:r>
            <a:endParaRPr sz="1300">
              <a:latin typeface="Calibri"/>
              <a:cs typeface="Calibri"/>
            </a:endParaRPr>
          </a:p>
          <a:p>
            <a:pPr marL="12700" marR="5080">
              <a:lnSpc>
                <a:spcPts val="1300"/>
              </a:lnSpc>
              <a:spcBef>
                <a:spcPts val="495"/>
              </a:spcBef>
            </a:pPr>
            <a:r>
              <a:rPr dirty="0" sz="1100" spc="-10">
                <a:solidFill>
                  <a:srgbClr val="1E293B"/>
                </a:solidFill>
                <a:latin typeface="Calibri"/>
                <a:cs typeface="Calibri"/>
              </a:rPr>
              <a:t>Every</a:t>
            </a:r>
            <a:r>
              <a:rPr dirty="0" sz="1100" spc="-25">
                <a:solidFill>
                  <a:srgbClr val="1E293B"/>
                </a:solidFill>
                <a:latin typeface="Calibri"/>
                <a:cs typeface="Calibri"/>
              </a:rPr>
              <a:t> </a:t>
            </a:r>
            <a:r>
              <a:rPr dirty="0" sz="1100">
                <a:solidFill>
                  <a:srgbClr val="1E293B"/>
                </a:solidFill>
                <a:latin typeface="Calibri"/>
                <a:cs typeface="Calibri"/>
              </a:rPr>
              <a:t>response</a:t>
            </a:r>
            <a:r>
              <a:rPr dirty="0" sz="1100" spc="-25">
                <a:solidFill>
                  <a:srgbClr val="1E293B"/>
                </a:solidFill>
                <a:latin typeface="Calibri"/>
                <a:cs typeface="Calibri"/>
              </a:rPr>
              <a:t> </a:t>
            </a:r>
            <a:r>
              <a:rPr dirty="0" sz="1100">
                <a:solidFill>
                  <a:srgbClr val="1E293B"/>
                </a:solidFill>
                <a:latin typeface="Calibri"/>
                <a:cs typeface="Calibri"/>
              </a:rPr>
              <a:t>embeds</a:t>
            </a:r>
            <a:r>
              <a:rPr dirty="0" sz="1100" spc="-20">
                <a:solidFill>
                  <a:srgbClr val="1E293B"/>
                </a:solidFill>
                <a:latin typeface="Calibri"/>
                <a:cs typeface="Calibri"/>
              </a:rPr>
              <a:t> </a:t>
            </a:r>
            <a:r>
              <a:rPr dirty="0" sz="1100">
                <a:solidFill>
                  <a:srgbClr val="1E293B"/>
                </a:solidFill>
                <a:latin typeface="Calibri"/>
                <a:cs typeface="Calibri"/>
              </a:rPr>
              <a:t>explicit</a:t>
            </a:r>
            <a:r>
              <a:rPr dirty="0" sz="1100" spc="-25">
                <a:solidFill>
                  <a:srgbClr val="1E293B"/>
                </a:solidFill>
                <a:latin typeface="Calibri"/>
                <a:cs typeface="Calibri"/>
              </a:rPr>
              <a:t> </a:t>
            </a:r>
            <a:r>
              <a:rPr dirty="0" sz="1100">
                <a:solidFill>
                  <a:srgbClr val="1E293B"/>
                </a:solidFill>
                <a:latin typeface="Calibri"/>
                <a:cs typeface="Calibri"/>
              </a:rPr>
              <a:t>source</a:t>
            </a:r>
            <a:r>
              <a:rPr dirty="0" sz="1100" spc="-20">
                <a:solidFill>
                  <a:srgbClr val="1E293B"/>
                </a:solidFill>
                <a:latin typeface="Calibri"/>
                <a:cs typeface="Calibri"/>
              </a:rPr>
              <a:t> </a:t>
            </a:r>
            <a:r>
              <a:rPr dirty="0" sz="1100">
                <a:solidFill>
                  <a:srgbClr val="1E293B"/>
                </a:solidFill>
                <a:latin typeface="Calibri"/>
                <a:cs typeface="Calibri"/>
              </a:rPr>
              <a:t>citations</a:t>
            </a:r>
            <a:r>
              <a:rPr dirty="0" sz="1100" spc="-25">
                <a:solidFill>
                  <a:srgbClr val="1E293B"/>
                </a:solidFill>
                <a:latin typeface="Calibri"/>
                <a:cs typeface="Calibri"/>
              </a:rPr>
              <a:t> </a:t>
            </a:r>
            <a:r>
              <a:rPr dirty="0" sz="1100">
                <a:solidFill>
                  <a:srgbClr val="1E293B"/>
                </a:solidFill>
                <a:latin typeface="Calibri"/>
                <a:cs typeface="Calibri"/>
              </a:rPr>
              <a:t>with</a:t>
            </a:r>
            <a:r>
              <a:rPr dirty="0" sz="1100" spc="-20">
                <a:solidFill>
                  <a:srgbClr val="1E293B"/>
                </a:solidFill>
                <a:latin typeface="Calibri"/>
                <a:cs typeface="Calibri"/>
              </a:rPr>
              <a:t> </a:t>
            </a:r>
            <a:r>
              <a:rPr dirty="0" sz="1100">
                <a:solidFill>
                  <a:srgbClr val="1E293B"/>
                </a:solidFill>
                <a:latin typeface="Calibri"/>
                <a:cs typeface="Calibri"/>
              </a:rPr>
              <a:t>satellite</a:t>
            </a:r>
            <a:r>
              <a:rPr dirty="0" sz="1100" spc="-25">
                <a:solidFill>
                  <a:srgbClr val="1E293B"/>
                </a:solidFill>
                <a:latin typeface="Calibri"/>
                <a:cs typeface="Calibri"/>
              </a:rPr>
              <a:t> </a:t>
            </a:r>
            <a:r>
              <a:rPr dirty="0" sz="1100">
                <a:solidFill>
                  <a:srgbClr val="1E293B"/>
                </a:solidFill>
                <a:latin typeface="Calibri"/>
                <a:cs typeface="Calibri"/>
              </a:rPr>
              <a:t>pass</a:t>
            </a:r>
            <a:r>
              <a:rPr dirty="0" sz="1100" spc="-20">
                <a:solidFill>
                  <a:srgbClr val="1E293B"/>
                </a:solidFill>
                <a:latin typeface="Calibri"/>
                <a:cs typeface="Calibri"/>
              </a:rPr>
              <a:t> </a:t>
            </a:r>
            <a:r>
              <a:rPr dirty="0" sz="1100">
                <a:solidFill>
                  <a:srgbClr val="1E293B"/>
                </a:solidFill>
                <a:latin typeface="Calibri"/>
                <a:cs typeface="Calibri"/>
              </a:rPr>
              <a:t>latency</a:t>
            </a:r>
            <a:r>
              <a:rPr dirty="0" sz="1100" spc="-25">
                <a:solidFill>
                  <a:srgbClr val="1E293B"/>
                </a:solidFill>
                <a:latin typeface="Calibri"/>
                <a:cs typeface="Calibri"/>
              </a:rPr>
              <a:t> </a:t>
            </a:r>
            <a:r>
              <a:rPr dirty="0" sz="1100">
                <a:solidFill>
                  <a:srgbClr val="1E293B"/>
                </a:solidFill>
                <a:latin typeface="Calibri"/>
                <a:cs typeface="Calibri"/>
              </a:rPr>
              <a:t>and</a:t>
            </a:r>
            <a:r>
              <a:rPr dirty="0" sz="1100" spc="-25">
                <a:solidFill>
                  <a:srgbClr val="1E293B"/>
                </a:solidFill>
                <a:latin typeface="Calibri"/>
                <a:cs typeface="Calibri"/>
              </a:rPr>
              <a:t> </a:t>
            </a:r>
            <a:r>
              <a:rPr dirty="0" sz="1100">
                <a:solidFill>
                  <a:srgbClr val="1E293B"/>
                </a:solidFill>
                <a:latin typeface="Calibri"/>
                <a:cs typeface="Calibri"/>
              </a:rPr>
              <a:t>dataset</a:t>
            </a:r>
            <a:r>
              <a:rPr dirty="0" sz="1100" spc="-20">
                <a:solidFill>
                  <a:srgbClr val="1E293B"/>
                </a:solidFill>
                <a:latin typeface="Calibri"/>
                <a:cs typeface="Calibri"/>
              </a:rPr>
              <a:t> </a:t>
            </a:r>
            <a:r>
              <a:rPr dirty="0" sz="1100">
                <a:solidFill>
                  <a:srgbClr val="1E293B"/>
                </a:solidFill>
                <a:latin typeface="Calibri"/>
                <a:cs typeface="Calibri"/>
              </a:rPr>
              <a:t>identifiers</a:t>
            </a:r>
            <a:r>
              <a:rPr dirty="0" sz="1100" spc="-25">
                <a:solidFill>
                  <a:srgbClr val="1E293B"/>
                </a:solidFill>
                <a:latin typeface="Calibri"/>
                <a:cs typeface="Calibri"/>
              </a:rPr>
              <a:t> </a:t>
            </a:r>
            <a:r>
              <a:rPr dirty="0" sz="1100">
                <a:solidFill>
                  <a:srgbClr val="1E293B"/>
                </a:solidFill>
                <a:latin typeface="Calibri"/>
                <a:cs typeface="Calibri"/>
              </a:rPr>
              <a:t>(ISRO</a:t>
            </a:r>
            <a:r>
              <a:rPr dirty="0" sz="1100" spc="-20">
                <a:solidFill>
                  <a:srgbClr val="1E293B"/>
                </a:solidFill>
                <a:latin typeface="Calibri"/>
                <a:cs typeface="Calibri"/>
              </a:rPr>
              <a:t> </a:t>
            </a:r>
            <a:r>
              <a:rPr dirty="0" sz="1100" spc="-10">
                <a:solidFill>
                  <a:srgbClr val="1E293B"/>
                </a:solidFill>
                <a:latin typeface="Calibri"/>
                <a:cs typeface="Calibri"/>
              </a:rPr>
              <a:t>OCM-</a:t>
            </a:r>
            <a:r>
              <a:rPr dirty="0" sz="1100">
                <a:solidFill>
                  <a:srgbClr val="1E293B"/>
                </a:solidFill>
                <a:latin typeface="Calibri"/>
                <a:cs typeface="Calibri"/>
              </a:rPr>
              <a:t>3,</a:t>
            </a:r>
            <a:r>
              <a:rPr dirty="0" sz="1100" spc="-25">
                <a:solidFill>
                  <a:srgbClr val="1E293B"/>
                </a:solidFill>
                <a:latin typeface="Calibri"/>
                <a:cs typeface="Calibri"/>
              </a:rPr>
              <a:t> </a:t>
            </a:r>
            <a:r>
              <a:rPr dirty="0" sz="1100">
                <a:solidFill>
                  <a:srgbClr val="1E293B"/>
                </a:solidFill>
                <a:latin typeface="Calibri"/>
                <a:cs typeface="Calibri"/>
              </a:rPr>
              <a:t>NOAA</a:t>
            </a:r>
            <a:r>
              <a:rPr dirty="0" sz="1100" spc="-20">
                <a:solidFill>
                  <a:srgbClr val="1E293B"/>
                </a:solidFill>
                <a:latin typeface="Calibri"/>
                <a:cs typeface="Calibri"/>
              </a:rPr>
              <a:t> </a:t>
            </a:r>
            <a:r>
              <a:rPr dirty="0" sz="1100" spc="-10">
                <a:solidFill>
                  <a:srgbClr val="1E293B"/>
                </a:solidFill>
                <a:latin typeface="Calibri"/>
                <a:cs typeface="Calibri"/>
              </a:rPr>
              <a:t>GHRSST</a:t>
            </a:r>
            <a:r>
              <a:rPr dirty="0" sz="1100" spc="500">
                <a:solidFill>
                  <a:srgbClr val="1E293B"/>
                </a:solidFill>
                <a:latin typeface="Calibri"/>
                <a:cs typeface="Calibri"/>
              </a:rPr>
              <a:t> </a:t>
            </a:r>
            <a:r>
              <a:rPr dirty="0" sz="1100">
                <a:solidFill>
                  <a:srgbClr val="1E293B"/>
                </a:solidFill>
                <a:latin typeface="Calibri"/>
                <a:cs typeface="Calibri"/>
              </a:rPr>
              <a:t>L4,</a:t>
            </a:r>
            <a:r>
              <a:rPr dirty="0" sz="1100" spc="-20">
                <a:solidFill>
                  <a:srgbClr val="1E293B"/>
                </a:solidFill>
                <a:latin typeface="Calibri"/>
                <a:cs typeface="Calibri"/>
              </a:rPr>
              <a:t> </a:t>
            </a:r>
            <a:r>
              <a:rPr dirty="0" sz="1100">
                <a:solidFill>
                  <a:srgbClr val="1E293B"/>
                </a:solidFill>
                <a:latin typeface="Calibri"/>
                <a:cs typeface="Calibri"/>
              </a:rPr>
              <a:t>ECMWF</a:t>
            </a:r>
            <a:r>
              <a:rPr dirty="0" sz="1100" spc="-20">
                <a:solidFill>
                  <a:srgbClr val="1E293B"/>
                </a:solidFill>
                <a:latin typeface="Calibri"/>
                <a:cs typeface="Calibri"/>
              </a:rPr>
              <a:t> </a:t>
            </a:r>
            <a:r>
              <a:rPr dirty="0" sz="1100" spc="-10">
                <a:solidFill>
                  <a:srgbClr val="1E293B"/>
                </a:solidFill>
                <a:latin typeface="Calibri"/>
                <a:cs typeface="Calibri"/>
              </a:rPr>
              <a:t>Wave</a:t>
            </a:r>
            <a:r>
              <a:rPr dirty="0" sz="1100" spc="-20">
                <a:solidFill>
                  <a:srgbClr val="1E293B"/>
                </a:solidFill>
                <a:latin typeface="Calibri"/>
                <a:cs typeface="Calibri"/>
              </a:rPr>
              <a:t> </a:t>
            </a:r>
            <a:r>
              <a:rPr dirty="0" sz="1100">
                <a:solidFill>
                  <a:srgbClr val="1E293B"/>
                </a:solidFill>
                <a:latin typeface="Calibri"/>
                <a:cs typeface="Calibri"/>
              </a:rPr>
              <a:t>Model,</a:t>
            </a:r>
            <a:r>
              <a:rPr dirty="0" sz="1100" spc="-15">
                <a:solidFill>
                  <a:srgbClr val="1E293B"/>
                </a:solidFill>
                <a:latin typeface="Calibri"/>
                <a:cs typeface="Calibri"/>
              </a:rPr>
              <a:t> </a:t>
            </a:r>
            <a:r>
              <a:rPr dirty="0" sz="1100">
                <a:solidFill>
                  <a:srgbClr val="1E293B"/>
                </a:solidFill>
                <a:latin typeface="Calibri"/>
                <a:cs typeface="Calibri"/>
              </a:rPr>
              <a:t>INCOIS</a:t>
            </a:r>
            <a:r>
              <a:rPr dirty="0" sz="1100" spc="-20">
                <a:solidFill>
                  <a:srgbClr val="1E293B"/>
                </a:solidFill>
                <a:latin typeface="Calibri"/>
                <a:cs typeface="Calibri"/>
              </a:rPr>
              <a:t> </a:t>
            </a:r>
            <a:r>
              <a:rPr dirty="0" sz="1100">
                <a:solidFill>
                  <a:srgbClr val="1E293B"/>
                </a:solidFill>
                <a:latin typeface="Calibri"/>
                <a:cs typeface="Calibri"/>
              </a:rPr>
              <a:t>Buoy</a:t>
            </a:r>
            <a:r>
              <a:rPr dirty="0" sz="1100" spc="-20">
                <a:solidFill>
                  <a:srgbClr val="1E293B"/>
                </a:solidFill>
                <a:latin typeface="Calibri"/>
                <a:cs typeface="Calibri"/>
              </a:rPr>
              <a:t> </a:t>
            </a:r>
            <a:r>
              <a:rPr dirty="0" sz="1100">
                <a:solidFill>
                  <a:srgbClr val="1E293B"/>
                </a:solidFill>
                <a:latin typeface="Calibri"/>
                <a:cs typeface="Calibri"/>
              </a:rPr>
              <a:t>Programme,</a:t>
            </a:r>
            <a:r>
              <a:rPr dirty="0" sz="1100" spc="-15">
                <a:solidFill>
                  <a:srgbClr val="1E293B"/>
                </a:solidFill>
                <a:latin typeface="Calibri"/>
                <a:cs typeface="Calibri"/>
              </a:rPr>
              <a:t> </a:t>
            </a:r>
            <a:r>
              <a:rPr dirty="0" sz="1100">
                <a:solidFill>
                  <a:srgbClr val="1E293B"/>
                </a:solidFill>
                <a:latin typeface="Calibri"/>
                <a:cs typeface="Calibri"/>
              </a:rPr>
              <a:t>and</a:t>
            </a:r>
            <a:r>
              <a:rPr dirty="0" sz="1100" spc="-20">
                <a:solidFill>
                  <a:srgbClr val="1E293B"/>
                </a:solidFill>
                <a:latin typeface="Calibri"/>
                <a:cs typeface="Calibri"/>
              </a:rPr>
              <a:t> </a:t>
            </a:r>
            <a:r>
              <a:rPr dirty="0" sz="1100">
                <a:solidFill>
                  <a:srgbClr val="1E293B"/>
                </a:solidFill>
                <a:latin typeface="Calibri"/>
                <a:cs typeface="Calibri"/>
              </a:rPr>
              <a:t>IMD</a:t>
            </a:r>
            <a:r>
              <a:rPr dirty="0" sz="1100" spc="-20">
                <a:solidFill>
                  <a:srgbClr val="1E293B"/>
                </a:solidFill>
                <a:latin typeface="Calibri"/>
                <a:cs typeface="Calibri"/>
              </a:rPr>
              <a:t> </a:t>
            </a:r>
            <a:r>
              <a:rPr dirty="0" sz="1100">
                <a:solidFill>
                  <a:srgbClr val="1E293B"/>
                </a:solidFill>
                <a:latin typeface="Calibri"/>
                <a:cs typeface="Calibri"/>
              </a:rPr>
              <a:t>Bulletins).</a:t>
            </a:r>
            <a:r>
              <a:rPr dirty="0" sz="1100" spc="-15">
                <a:solidFill>
                  <a:srgbClr val="1E293B"/>
                </a:solidFill>
                <a:latin typeface="Calibri"/>
                <a:cs typeface="Calibri"/>
              </a:rPr>
              <a:t> </a:t>
            </a:r>
            <a:r>
              <a:rPr dirty="0" sz="1100">
                <a:solidFill>
                  <a:srgbClr val="1E293B"/>
                </a:solidFill>
                <a:latin typeface="Calibri"/>
                <a:cs typeface="Calibri"/>
              </a:rPr>
              <a:t>Users</a:t>
            </a:r>
            <a:r>
              <a:rPr dirty="0" sz="1100" spc="-20">
                <a:solidFill>
                  <a:srgbClr val="1E293B"/>
                </a:solidFill>
                <a:latin typeface="Calibri"/>
                <a:cs typeface="Calibri"/>
              </a:rPr>
              <a:t> </a:t>
            </a:r>
            <a:r>
              <a:rPr dirty="0" sz="1100">
                <a:solidFill>
                  <a:srgbClr val="1E293B"/>
                </a:solidFill>
                <a:latin typeface="Calibri"/>
                <a:cs typeface="Calibri"/>
              </a:rPr>
              <a:t>inspect</a:t>
            </a:r>
            <a:r>
              <a:rPr dirty="0" sz="1100" spc="-20">
                <a:solidFill>
                  <a:srgbClr val="1E293B"/>
                </a:solidFill>
                <a:latin typeface="Calibri"/>
                <a:cs typeface="Calibri"/>
              </a:rPr>
              <a:t> </a:t>
            </a:r>
            <a:r>
              <a:rPr dirty="0" sz="1100">
                <a:solidFill>
                  <a:srgbClr val="1E293B"/>
                </a:solidFill>
                <a:latin typeface="Calibri"/>
                <a:cs typeface="Calibri"/>
              </a:rPr>
              <a:t>full</a:t>
            </a:r>
            <a:r>
              <a:rPr dirty="0" sz="1100" spc="-15">
                <a:solidFill>
                  <a:srgbClr val="1E293B"/>
                </a:solidFill>
                <a:latin typeface="Calibri"/>
                <a:cs typeface="Calibri"/>
              </a:rPr>
              <a:t> </a:t>
            </a:r>
            <a:r>
              <a:rPr dirty="0" sz="1100">
                <a:solidFill>
                  <a:srgbClr val="1E293B"/>
                </a:solidFill>
                <a:latin typeface="Calibri"/>
                <a:cs typeface="Calibri"/>
              </a:rPr>
              <a:t>telemetry</a:t>
            </a:r>
            <a:r>
              <a:rPr dirty="0" sz="1100" spc="-20">
                <a:solidFill>
                  <a:srgbClr val="1E293B"/>
                </a:solidFill>
                <a:latin typeface="Calibri"/>
                <a:cs typeface="Calibri"/>
              </a:rPr>
              <a:t> </a:t>
            </a:r>
            <a:r>
              <a:rPr dirty="0" sz="1100" spc="-10">
                <a:solidFill>
                  <a:srgbClr val="1E293B"/>
                </a:solidFill>
                <a:latin typeface="Calibri"/>
                <a:cs typeface="Calibri"/>
              </a:rPr>
              <a:t>provenance</a:t>
            </a:r>
            <a:r>
              <a:rPr dirty="0" sz="1100" spc="-20">
                <a:solidFill>
                  <a:srgbClr val="1E293B"/>
                </a:solidFill>
                <a:latin typeface="Calibri"/>
                <a:cs typeface="Calibri"/>
              </a:rPr>
              <a:t> </a:t>
            </a:r>
            <a:r>
              <a:rPr dirty="0" sz="1100">
                <a:solidFill>
                  <a:srgbClr val="1E293B"/>
                </a:solidFill>
                <a:latin typeface="Calibri"/>
                <a:cs typeface="Calibri"/>
              </a:rPr>
              <a:t>with</a:t>
            </a:r>
            <a:r>
              <a:rPr dirty="0" sz="1100" spc="-20">
                <a:solidFill>
                  <a:srgbClr val="1E293B"/>
                </a:solidFill>
                <a:latin typeface="Calibri"/>
                <a:cs typeface="Calibri"/>
              </a:rPr>
              <a:t> </a:t>
            </a:r>
            <a:r>
              <a:rPr dirty="0" sz="1100" spc="-10">
                <a:solidFill>
                  <a:srgbClr val="1E293B"/>
                </a:solidFill>
                <a:latin typeface="Calibri"/>
                <a:cs typeface="Calibri"/>
              </a:rPr>
              <a:t>zero</a:t>
            </a:r>
            <a:r>
              <a:rPr dirty="0" sz="1100" spc="-15">
                <a:solidFill>
                  <a:srgbClr val="1E293B"/>
                </a:solidFill>
                <a:latin typeface="Calibri"/>
                <a:cs typeface="Calibri"/>
              </a:rPr>
              <a:t> </a:t>
            </a:r>
            <a:r>
              <a:rPr dirty="0" sz="1100" spc="-10">
                <a:solidFill>
                  <a:srgbClr val="1E293B"/>
                </a:solidFill>
                <a:latin typeface="Calibri"/>
                <a:cs typeface="Calibri"/>
              </a:rPr>
              <a:t>opaque black-</a:t>
            </a:r>
            <a:r>
              <a:rPr dirty="0" sz="1100">
                <a:solidFill>
                  <a:srgbClr val="1E293B"/>
                </a:solidFill>
                <a:latin typeface="Calibri"/>
                <a:cs typeface="Calibri"/>
              </a:rPr>
              <a:t>box</a:t>
            </a:r>
            <a:r>
              <a:rPr dirty="0" sz="1100" spc="-15">
                <a:solidFill>
                  <a:srgbClr val="1E293B"/>
                </a:solidFill>
                <a:latin typeface="Calibri"/>
                <a:cs typeface="Calibri"/>
              </a:rPr>
              <a:t> </a:t>
            </a:r>
            <a:r>
              <a:rPr dirty="0" sz="1100" spc="-10">
                <a:solidFill>
                  <a:srgbClr val="1E293B"/>
                </a:solidFill>
                <a:latin typeface="Calibri"/>
                <a:cs typeface="Calibri"/>
              </a:rPr>
              <a:t>outputs.</a:t>
            </a:r>
            <a:endParaRPr sz="1100">
              <a:latin typeface="Calibri"/>
              <a:cs typeface="Calibri"/>
            </a:endParaRPr>
          </a:p>
          <a:p>
            <a:pPr marL="12700">
              <a:lnSpc>
                <a:spcPct val="100000"/>
              </a:lnSpc>
              <a:spcBef>
                <a:spcPts val="745"/>
              </a:spcBef>
            </a:pPr>
            <a:r>
              <a:rPr dirty="0" sz="1300" b="1">
                <a:solidFill>
                  <a:srgbClr val="0F172A"/>
                </a:solidFill>
                <a:latin typeface="Calibri"/>
                <a:cs typeface="Calibri"/>
              </a:rPr>
              <a:t>Multilingual</a:t>
            </a:r>
            <a:r>
              <a:rPr dirty="0" sz="1300" spc="-25" b="1">
                <a:solidFill>
                  <a:srgbClr val="0F172A"/>
                </a:solidFill>
                <a:latin typeface="Calibri"/>
                <a:cs typeface="Calibri"/>
              </a:rPr>
              <a:t> </a:t>
            </a:r>
            <a:r>
              <a:rPr dirty="0" sz="1300" b="1">
                <a:solidFill>
                  <a:srgbClr val="0F172A"/>
                </a:solidFill>
                <a:latin typeface="Calibri"/>
                <a:cs typeface="Calibri"/>
              </a:rPr>
              <a:t>Speech</a:t>
            </a:r>
            <a:r>
              <a:rPr dirty="0" sz="1300" spc="-20" b="1">
                <a:solidFill>
                  <a:srgbClr val="0F172A"/>
                </a:solidFill>
                <a:latin typeface="Calibri"/>
                <a:cs typeface="Calibri"/>
              </a:rPr>
              <a:t> </a:t>
            </a:r>
            <a:r>
              <a:rPr dirty="0" sz="1300" b="1">
                <a:solidFill>
                  <a:srgbClr val="0F172A"/>
                </a:solidFill>
                <a:latin typeface="Calibri"/>
                <a:cs typeface="Calibri"/>
              </a:rPr>
              <a:t>&amp;</a:t>
            </a:r>
            <a:r>
              <a:rPr dirty="0" sz="1300" spc="-20" b="1">
                <a:solidFill>
                  <a:srgbClr val="0F172A"/>
                </a:solidFill>
                <a:latin typeface="Calibri"/>
                <a:cs typeface="Calibri"/>
              </a:rPr>
              <a:t> </a:t>
            </a:r>
            <a:r>
              <a:rPr dirty="0" sz="1300" spc="-10" b="1">
                <a:solidFill>
                  <a:srgbClr val="0F172A"/>
                </a:solidFill>
                <a:latin typeface="Calibri"/>
                <a:cs typeface="Calibri"/>
              </a:rPr>
              <a:t>Devanagari</a:t>
            </a:r>
            <a:r>
              <a:rPr dirty="0" sz="1300" spc="-20" b="1">
                <a:solidFill>
                  <a:srgbClr val="0F172A"/>
                </a:solidFill>
                <a:latin typeface="Calibri"/>
                <a:cs typeface="Calibri"/>
              </a:rPr>
              <a:t> </a:t>
            </a:r>
            <a:r>
              <a:rPr dirty="0" sz="1300" b="1">
                <a:solidFill>
                  <a:srgbClr val="0F172A"/>
                </a:solidFill>
                <a:latin typeface="Calibri"/>
                <a:cs typeface="Calibri"/>
              </a:rPr>
              <a:t>Dialect</a:t>
            </a:r>
            <a:r>
              <a:rPr dirty="0" sz="1300" spc="-20" b="1">
                <a:solidFill>
                  <a:srgbClr val="0F172A"/>
                </a:solidFill>
                <a:latin typeface="Calibri"/>
                <a:cs typeface="Calibri"/>
              </a:rPr>
              <a:t> </a:t>
            </a:r>
            <a:r>
              <a:rPr dirty="0" sz="1300" spc="-10" b="1">
                <a:solidFill>
                  <a:srgbClr val="0F172A"/>
                </a:solidFill>
                <a:latin typeface="Calibri"/>
                <a:cs typeface="Calibri"/>
              </a:rPr>
              <a:t>Isolation:</a:t>
            </a:r>
            <a:endParaRPr sz="1300">
              <a:latin typeface="Calibri"/>
              <a:cs typeface="Calibri"/>
            </a:endParaRPr>
          </a:p>
          <a:p>
            <a:pPr marL="12700" marR="131445" indent="100965">
              <a:lnSpc>
                <a:spcPts val="1300"/>
              </a:lnSpc>
              <a:spcBef>
                <a:spcPts val="495"/>
              </a:spcBef>
              <a:buChar char="•"/>
              <a:tabLst>
                <a:tab pos="113664" algn="l"/>
              </a:tabLst>
            </a:pPr>
            <a:r>
              <a:rPr dirty="0" sz="1100">
                <a:solidFill>
                  <a:srgbClr val="1E293B"/>
                </a:solidFill>
                <a:latin typeface="Calibri"/>
                <a:cs typeface="Calibri"/>
              </a:rPr>
              <a:t>Decoupled</a:t>
            </a:r>
            <a:r>
              <a:rPr dirty="0" sz="1100" spc="-20">
                <a:solidFill>
                  <a:srgbClr val="1E293B"/>
                </a:solidFill>
                <a:latin typeface="Calibri"/>
                <a:cs typeface="Calibri"/>
              </a:rPr>
              <a:t> </a:t>
            </a:r>
            <a:r>
              <a:rPr dirty="0" sz="1100">
                <a:solidFill>
                  <a:srgbClr val="1E293B"/>
                </a:solidFill>
                <a:latin typeface="Calibri"/>
                <a:cs typeface="Calibri"/>
              </a:rPr>
              <a:t>Voice</a:t>
            </a:r>
            <a:r>
              <a:rPr dirty="0" sz="1100" spc="-20">
                <a:solidFill>
                  <a:srgbClr val="1E293B"/>
                </a:solidFill>
                <a:latin typeface="Calibri"/>
                <a:cs typeface="Calibri"/>
              </a:rPr>
              <a:t> </a:t>
            </a:r>
            <a:r>
              <a:rPr dirty="0" sz="1100">
                <a:solidFill>
                  <a:srgbClr val="1E293B"/>
                </a:solidFill>
                <a:latin typeface="Calibri"/>
                <a:cs typeface="Calibri"/>
              </a:rPr>
              <a:t>Engine:</a:t>
            </a:r>
            <a:r>
              <a:rPr dirty="0" sz="1100" spc="-20">
                <a:solidFill>
                  <a:srgbClr val="1E293B"/>
                </a:solidFill>
                <a:latin typeface="Calibri"/>
                <a:cs typeface="Calibri"/>
              </a:rPr>
              <a:t> </a:t>
            </a:r>
            <a:r>
              <a:rPr dirty="0" sz="1100">
                <a:solidFill>
                  <a:srgbClr val="1E293B"/>
                </a:solidFill>
                <a:latin typeface="Calibri"/>
                <a:cs typeface="Calibri"/>
              </a:rPr>
              <a:t>Speech</a:t>
            </a:r>
            <a:r>
              <a:rPr dirty="0" sz="1100" spc="-20">
                <a:solidFill>
                  <a:srgbClr val="1E293B"/>
                </a:solidFill>
                <a:latin typeface="Calibri"/>
                <a:cs typeface="Calibri"/>
              </a:rPr>
              <a:t> </a:t>
            </a:r>
            <a:r>
              <a:rPr dirty="0" sz="1100">
                <a:solidFill>
                  <a:srgbClr val="1E293B"/>
                </a:solidFill>
                <a:latin typeface="Calibri"/>
                <a:cs typeface="Calibri"/>
              </a:rPr>
              <a:t>recognition</a:t>
            </a:r>
            <a:r>
              <a:rPr dirty="0" sz="1100" spc="-20">
                <a:solidFill>
                  <a:srgbClr val="1E293B"/>
                </a:solidFill>
                <a:latin typeface="Calibri"/>
                <a:cs typeface="Calibri"/>
              </a:rPr>
              <a:t> </a:t>
            </a:r>
            <a:r>
              <a:rPr dirty="0" sz="1100">
                <a:solidFill>
                  <a:srgbClr val="1E293B"/>
                </a:solidFill>
                <a:latin typeface="Calibri"/>
                <a:cs typeface="Calibri"/>
              </a:rPr>
              <a:t>(STT)</a:t>
            </a:r>
            <a:r>
              <a:rPr dirty="0" sz="1100" spc="-20">
                <a:solidFill>
                  <a:srgbClr val="1E293B"/>
                </a:solidFill>
                <a:latin typeface="Calibri"/>
                <a:cs typeface="Calibri"/>
              </a:rPr>
              <a:t> </a:t>
            </a:r>
            <a:r>
              <a:rPr dirty="0" sz="1100">
                <a:solidFill>
                  <a:srgbClr val="1E293B"/>
                </a:solidFill>
                <a:latin typeface="Calibri"/>
                <a:cs typeface="Calibri"/>
              </a:rPr>
              <a:t>and</a:t>
            </a:r>
            <a:r>
              <a:rPr dirty="0" sz="1100" spc="-20">
                <a:solidFill>
                  <a:srgbClr val="1E293B"/>
                </a:solidFill>
                <a:latin typeface="Calibri"/>
                <a:cs typeface="Calibri"/>
              </a:rPr>
              <a:t> text-</a:t>
            </a:r>
            <a:r>
              <a:rPr dirty="0" sz="1100" spc="-10">
                <a:solidFill>
                  <a:srgbClr val="1E293B"/>
                </a:solidFill>
                <a:latin typeface="Calibri"/>
                <a:cs typeface="Calibri"/>
              </a:rPr>
              <a:t>to-</a:t>
            </a:r>
            <a:r>
              <a:rPr dirty="0" sz="1100">
                <a:solidFill>
                  <a:srgbClr val="1E293B"/>
                </a:solidFill>
                <a:latin typeface="Calibri"/>
                <a:cs typeface="Calibri"/>
              </a:rPr>
              <a:t>speech</a:t>
            </a:r>
            <a:r>
              <a:rPr dirty="0" sz="1100" spc="-20">
                <a:solidFill>
                  <a:srgbClr val="1E293B"/>
                </a:solidFill>
                <a:latin typeface="Calibri"/>
                <a:cs typeface="Calibri"/>
              </a:rPr>
              <a:t> </a:t>
            </a:r>
            <a:r>
              <a:rPr dirty="0" sz="1100">
                <a:solidFill>
                  <a:srgbClr val="1E293B"/>
                </a:solidFill>
                <a:latin typeface="Calibri"/>
                <a:cs typeface="Calibri"/>
              </a:rPr>
              <a:t>(TTS)</a:t>
            </a:r>
            <a:r>
              <a:rPr dirty="0" sz="1100" spc="-20">
                <a:solidFill>
                  <a:srgbClr val="1E293B"/>
                </a:solidFill>
                <a:latin typeface="Calibri"/>
                <a:cs typeface="Calibri"/>
              </a:rPr>
              <a:t> </a:t>
            </a:r>
            <a:r>
              <a:rPr dirty="0" sz="1100">
                <a:solidFill>
                  <a:srgbClr val="1E293B"/>
                </a:solidFill>
                <a:latin typeface="Calibri"/>
                <a:cs typeface="Calibri"/>
              </a:rPr>
              <a:t>states</a:t>
            </a:r>
            <a:r>
              <a:rPr dirty="0" sz="1100" spc="-20">
                <a:solidFill>
                  <a:srgbClr val="1E293B"/>
                </a:solidFill>
                <a:latin typeface="Calibri"/>
                <a:cs typeface="Calibri"/>
              </a:rPr>
              <a:t> </a:t>
            </a:r>
            <a:r>
              <a:rPr dirty="0" sz="1100">
                <a:solidFill>
                  <a:srgbClr val="1E293B"/>
                </a:solidFill>
                <a:latin typeface="Calibri"/>
                <a:cs typeface="Calibri"/>
              </a:rPr>
              <a:t>are</a:t>
            </a:r>
            <a:r>
              <a:rPr dirty="0" sz="1100" spc="-15">
                <a:solidFill>
                  <a:srgbClr val="1E293B"/>
                </a:solidFill>
                <a:latin typeface="Calibri"/>
                <a:cs typeface="Calibri"/>
              </a:rPr>
              <a:t> </a:t>
            </a:r>
            <a:r>
              <a:rPr dirty="0" sz="1100">
                <a:solidFill>
                  <a:srgbClr val="1E293B"/>
                </a:solidFill>
                <a:latin typeface="Calibri"/>
                <a:cs typeface="Calibri"/>
              </a:rPr>
              <a:t>strictly</a:t>
            </a:r>
            <a:r>
              <a:rPr dirty="0" sz="1100" spc="-20">
                <a:solidFill>
                  <a:srgbClr val="1E293B"/>
                </a:solidFill>
                <a:latin typeface="Calibri"/>
                <a:cs typeface="Calibri"/>
              </a:rPr>
              <a:t> </a:t>
            </a:r>
            <a:r>
              <a:rPr dirty="0" sz="1100">
                <a:solidFill>
                  <a:srgbClr val="1E293B"/>
                </a:solidFill>
                <a:latin typeface="Calibri"/>
                <a:cs typeface="Calibri"/>
              </a:rPr>
              <a:t>decoupled</a:t>
            </a:r>
            <a:r>
              <a:rPr dirty="0" sz="1100" spc="-20">
                <a:solidFill>
                  <a:srgbClr val="1E293B"/>
                </a:solidFill>
                <a:latin typeface="Calibri"/>
                <a:cs typeface="Calibri"/>
              </a:rPr>
              <a:t> </a:t>
            </a:r>
            <a:r>
              <a:rPr dirty="0" sz="1100">
                <a:solidFill>
                  <a:srgbClr val="1E293B"/>
                </a:solidFill>
                <a:latin typeface="Calibri"/>
                <a:cs typeface="Calibri"/>
              </a:rPr>
              <a:t>to</a:t>
            </a:r>
            <a:r>
              <a:rPr dirty="0" sz="1100" spc="-20">
                <a:solidFill>
                  <a:srgbClr val="1E293B"/>
                </a:solidFill>
                <a:latin typeface="Calibri"/>
                <a:cs typeface="Calibri"/>
              </a:rPr>
              <a:t> </a:t>
            </a:r>
            <a:r>
              <a:rPr dirty="0" sz="1100">
                <a:solidFill>
                  <a:srgbClr val="1E293B"/>
                </a:solidFill>
                <a:latin typeface="Calibri"/>
                <a:cs typeface="Calibri"/>
              </a:rPr>
              <a:t>eliminate</a:t>
            </a:r>
            <a:r>
              <a:rPr dirty="0" sz="1100" spc="-20">
                <a:solidFill>
                  <a:srgbClr val="1E293B"/>
                </a:solidFill>
                <a:latin typeface="Calibri"/>
                <a:cs typeface="Calibri"/>
              </a:rPr>
              <a:t> </a:t>
            </a:r>
            <a:r>
              <a:rPr dirty="0" sz="1100" spc="-10">
                <a:solidFill>
                  <a:srgbClr val="1E293B"/>
                </a:solidFill>
                <a:latin typeface="Calibri"/>
                <a:cs typeface="Calibri"/>
              </a:rPr>
              <a:t>inverted </a:t>
            </a:r>
            <a:r>
              <a:rPr dirty="0" sz="1100">
                <a:solidFill>
                  <a:srgbClr val="1E293B"/>
                </a:solidFill>
                <a:latin typeface="Calibri"/>
                <a:cs typeface="Calibri"/>
              </a:rPr>
              <a:t>mic</a:t>
            </a:r>
            <a:r>
              <a:rPr dirty="0" sz="1100" spc="-20">
                <a:solidFill>
                  <a:srgbClr val="1E293B"/>
                </a:solidFill>
                <a:latin typeface="Calibri"/>
                <a:cs typeface="Calibri"/>
              </a:rPr>
              <a:t> </a:t>
            </a:r>
            <a:r>
              <a:rPr dirty="0" sz="1100">
                <a:solidFill>
                  <a:srgbClr val="1E293B"/>
                </a:solidFill>
                <a:latin typeface="Calibri"/>
                <a:cs typeface="Calibri"/>
              </a:rPr>
              <a:t>pulse </a:t>
            </a:r>
            <a:r>
              <a:rPr dirty="0" sz="1100" spc="-10">
                <a:solidFill>
                  <a:srgbClr val="1E293B"/>
                </a:solidFill>
                <a:latin typeface="Calibri"/>
                <a:cs typeface="Calibri"/>
              </a:rPr>
              <a:t>issues.</a:t>
            </a:r>
            <a:endParaRPr sz="1100">
              <a:latin typeface="Calibri"/>
              <a:cs typeface="Calibri"/>
            </a:endParaRPr>
          </a:p>
          <a:p>
            <a:pPr marL="12700" marR="367665" indent="100965">
              <a:lnSpc>
                <a:spcPts val="1300"/>
              </a:lnSpc>
              <a:buChar char="•"/>
              <a:tabLst>
                <a:tab pos="113664" algn="l"/>
              </a:tabLst>
            </a:pPr>
            <a:r>
              <a:rPr dirty="0" sz="1100" spc="-10">
                <a:solidFill>
                  <a:srgbClr val="1E293B"/>
                </a:solidFill>
                <a:latin typeface="Calibri"/>
                <a:cs typeface="Calibri"/>
              </a:rPr>
              <a:t>Vernacular</a:t>
            </a:r>
            <a:r>
              <a:rPr dirty="0" sz="1100" spc="-5">
                <a:solidFill>
                  <a:srgbClr val="1E293B"/>
                </a:solidFill>
                <a:latin typeface="Calibri"/>
                <a:cs typeface="Calibri"/>
              </a:rPr>
              <a:t> </a:t>
            </a:r>
            <a:r>
              <a:rPr dirty="0" sz="1100">
                <a:solidFill>
                  <a:srgbClr val="1E293B"/>
                </a:solidFill>
                <a:latin typeface="Calibri"/>
                <a:cs typeface="Calibri"/>
              </a:rPr>
              <a:t>Isolation:</a:t>
            </a:r>
            <a:r>
              <a:rPr dirty="0" sz="1100" spc="-5">
                <a:solidFill>
                  <a:srgbClr val="1E293B"/>
                </a:solidFill>
                <a:latin typeface="Calibri"/>
                <a:cs typeface="Calibri"/>
              </a:rPr>
              <a:t> </a:t>
            </a:r>
            <a:r>
              <a:rPr dirty="0" sz="1100">
                <a:solidFill>
                  <a:srgbClr val="1E293B"/>
                </a:solidFill>
                <a:latin typeface="Calibri"/>
                <a:cs typeface="Calibri"/>
              </a:rPr>
              <a:t>Explicit</a:t>
            </a:r>
            <a:r>
              <a:rPr dirty="0" sz="1100" spc="-5">
                <a:solidFill>
                  <a:srgbClr val="1E293B"/>
                </a:solidFill>
                <a:latin typeface="Calibri"/>
                <a:cs typeface="Calibri"/>
              </a:rPr>
              <a:t> </a:t>
            </a:r>
            <a:r>
              <a:rPr dirty="0" sz="1100">
                <a:solidFill>
                  <a:srgbClr val="1E293B"/>
                </a:solidFill>
                <a:latin typeface="Calibri"/>
                <a:cs typeface="Calibri"/>
              </a:rPr>
              <a:t>language</a:t>
            </a:r>
            <a:r>
              <a:rPr dirty="0" sz="1100" spc="-5">
                <a:solidFill>
                  <a:srgbClr val="1E293B"/>
                </a:solidFill>
                <a:latin typeface="Calibri"/>
                <a:cs typeface="Calibri"/>
              </a:rPr>
              <a:t> </a:t>
            </a:r>
            <a:r>
              <a:rPr dirty="0" sz="1100">
                <a:solidFill>
                  <a:srgbClr val="1E293B"/>
                </a:solidFill>
                <a:latin typeface="Calibri"/>
                <a:cs typeface="Calibri"/>
              </a:rPr>
              <a:t>lock</a:t>
            </a:r>
            <a:r>
              <a:rPr dirty="0" sz="1100" spc="-5">
                <a:solidFill>
                  <a:srgbClr val="1E293B"/>
                </a:solidFill>
                <a:latin typeface="Calibri"/>
                <a:cs typeface="Calibri"/>
              </a:rPr>
              <a:t> </a:t>
            </a:r>
            <a:r>
              <a:rPr dirty="0" sz="1100">
                <a:solidFill>
                  <a:srgbClr val="1E293B"/>
                </a:solidFill>
                <a:latin typeface="Calibri"/>
                <a:cs typeface="Calibri"/>
              </a:rPr>
              <a:t>across</a:t>
            </a:r>
            <a:r>
              <a:rPr dirty="0" sz="1100" spc="-5">
                <a:solidFill>
                  <a:srgbClr val="1E293B"/>
                </a:solidFill>
                <a:latin typeface="Calibri"/>
                <a:cs typeface="Calibri"/>
              </a:rPr>
              <a:t> </a:t>
            </a:r>
            <a:r>
              <a:rPr dirty="0" sz="1100">
                <a:solidFill>
                  <a:srgbClr val="1E293B"/>
                </a:solidFill>
                <a:latin typeface="Calibri"/>
                <a:cs typeface="Calibri"/>
              </a:rPr>
              <a:t>English,</a:t>
            </a:r>
            <a:r>
              <a:rPr dirty="0" sz="1100" spc="-5">
                <a:solidFill>
                  <a:srgbClr val="1E293B"/>
                </a:solidFill>
                <a:latin typeface="Calibri"/>
                <a:cs typeface="Calibri"/>
              </a:rPr>
              <a:t> </a:t>
            </a:r>
            <a:r>
              <a:rPr dirty="0" sz="1100">
                <a:solidFill>
                  <a:srgbClr val="1E293B"/>
                </a:solidFill>
                <a:latin typeface="Calibri"/>
                <a:cs typeface="Calibri"/>
              </a:rPr>
              <a:t>Marathi</a:t>
            </a:r>
            <a:r>
              <a:rPr dirty="0" sz="1100" spc="-5">
                <a:solidFill>
                  <a:srgbClr val="1E293B"/>
                </a:solidFill>
                <a:latin typeface="Calibri"/>
                <a:cs typeface="Calibri"/>
              </a:rPr>
              <a:t> </a:t>
            </a:r>
            <a:r>
              <a:rPr dirty="0" sz="1100" spc="-20">
                <a:solidFill>
                  <a:srgbClr val="1E293B"/>
                </a:solidFill>
                <a:latin typeface="Calibri"/>
                <a:cs typeface="Calibri"/>
              </a:rPr>
              <a:t>(mr-</a:t>
            </a:r>
            <a:r>
              <a:rPr dirty="0" sz="1100">
                <a:solidFill>
                  <a:srgbClr val="1E293B"/>
                </a:solidFill>
                <a:latin typeface="Calibri"/>
                <a:cs typeface="Calibri"/>
              </a:rPr>
              <a:t>IN), Hindi</a:t>
            </a:r>
            <a:r>
              <a:rPr dirty="0" sz="1100" spc="-5">
                <a:solidFill>
                  <a:srgbClr val="1E293B"/>
                </a:solidFill>
                <a:latin typeface="Calibri"/>
                <a:cs typeface="Calibri"/>
              </a:rPr>
              <a:t> </a:t>
            </a:r>
            <a:r>
              <a:rPr dirty="0" sz="1100" spc="-10">
                <a:solidFill>
                  <a:srgbClr val="1E293B"/>
                </a:solidFill>
                <a:latin typeface="Calibri"/>
                <a:cs typeface="Calibri"/>
              </a:rPr>
              <a:t>(hi-</a:t>
            </a:r>
            <a:r>
              <a:rPr dirty="0" sz="1100">
                <a:solidFill>
                  <a:srgbClr val="1E293B"/>
                </a:solidFill>
                <a:latin typeface="Calibri"/>
                <a:cs typeface="Calibri"/>
              </a:rPr>
              <a:t>IN),</a:t>
            </a:r>
            <a:r>
              <a:rPr dirty="0" sz="1100" spc="-5">
                <a:solidFill>
                  <a:srgbClr val="1E293B"/>
                </a:solidFill>
                <a:latin typeface="Calibri"/>
                <a:cs typeface="Calibri"/>
              </a:rPr>
              <a:t> </a:t>
            </a:r>
            <a:r>
              <a:rPr dirty="0" sz="1100" spc="-10">
                <a:solidFill>
                  <a:srgbClr val="1E293B"/>
                </a:solidFill>
                <a:latin typeface="Calibri"/>
                <a:cs typeface="Calibri"/>
              </a:rPr>
              <a:t>Tamil</a:t>
            </a:r>
            <a:r>
              <a:rPr dirty="0" sz="1100" spc="-5">
                <a:solidFill>
                  <a:srgbClr val="1E293B"/>
                </a:solidFill>
                <a:latin typeface="Calibri"/>
                <a:cs typeface="Calibri"/>
              </a:rPr>
              <a:t> </a:t>
            </a:r>
            <a:r>
              <a:rPr dirty="0" sz="1100" spc="-10">
                <a:solidFill>
                  <a:srgbClr val="1E293B"/>
                </a:solidFill>
                <a:latin typeface="Calibri"/>
                <a:cs typeface="Calibri"/>
              </a:rPr>
              <a:t>(ta-</a:t>
            </a:r>
            <a:r>
              <a:rPr dirty="0" sz="1100">
                <a:solidFill>
                  <a:srgbClr val="1E293B"/>
                </a:solidFill>
                <a:latin typeface="Calibri"/>
                <a:cs typeface="Calibri"/>
              </a:rPr>
              <a:t>IN),</a:t>
            </a:r>
            <a:r>
              <a:rPr dirty="0" sz="1100" spc="-5">
                <a:solidFill>
                  <a:srgbClr val="1E293B"/>
                </a:solidFill>
                <a:latin typeface="Calibri"/>
                <a:cs typeface="Calibri"/>
              </a:rPr>
              <a:t> </a:t>
            </a:r>
            <a:r>
              <a:rPr dirty="0" sz="1100" spc="-10">
                <a:solidFill>
                  <a:srgbClr val="1E293B"/>
                </a:solidFill>
                <a:latin typeface="Calibri"/>
                <a:cs typeface="Calibri"/>
              </a:rPr>
              <a:t>Malayalam</a:t>
            </a:r>
            <a:r>
              <a:rPr dirty="0" sz="1100" spc="-5">
                <a:solidFill>
                  <a:srgbClr val="1E293B"/>
                </a:solidFill>
                <a:latin typeface="Calibri"/>
                <a:cs typeface="Calibri"/>
              </a:rPr>
              <a:t> </a:t>
            </a:r>
            <a:r>
              <a:rPr dirty="0" sz="1100" spc="-10">
                <a:solidFill>
                  <a:srgbClr val="1E293B"/>
                </a:solidFill>
                <a:latin typeface="Calibri"/>
                <a:cs typeface="Calibri"/>
              </a:rPr>
              <a:t>(ml-</a:t>
            </a:r>
            <a:r>
              <a:rPr dirty="0" sz="1100" spc="-20">
                <a:solidFill>
                  <a:srgbClr val="1E293B"/>
                </a:solidFill>
                <a:latin typeface="Calibri"/>
                <a:cs typeface="Calibri"/>
              </a:rPr>
              <a:t>IN), </a:t>
            </a:r>
            <a:r>
              <a:rPr dirty="0" sz="1100" spc="-10">
                <a:solidFill>
                  <a:srgbClr val="1E293B"/>
                </a:solidFill>
                <a:latin typeface="Calibri"/>
                <a:cs typeface="Calibri"/>
              </a:rPr>
              <a:t>Telugu</a:t>
            </a:r>
            <a:r>
              <a:rPr dirty="0" sz="1100" spc="-25">
                <a:solidFill>
                  <a:srgbClr val="1E293B"/>
                </a:solidFill>
                <a:latin typeface="Calibri"/>
                <a:cs typeface="Calibri"/>
              </a:rPr>
              <a:t> </a:t>
            </a:r>
            <a:r>
              <a:rPr dirty="0" sz="1100" spc="-10">
                <a:solidFill>
                  <a:srgbClr val="1E293B"/>
                </a:solidFill>
                <a:latin typeface="Calibri"/>
                <a:cs typeface="Calibri"/>
              </a:rPr>
              <a:t>(te-</a:t>
            </a:r>
            <a:r>
              <a:rPr dirty="0" sz="1100">
                <a:solidFill>
                  <a:srgbClr val="1E293B"/>
                </a:solidFill>
                <a:latin typeface="Calibri"/>
                <a:cs typeface="Calibri"/>
              </a:rPr>
              <a:t>IN),</a:t>
            </a:r>
            <a:r>
              <a:rPr dirty="0" sz="1100" spc="-25">
                <a:solidFill>
                  <a:srgbClr val="1E293B"/>
                </a:solidFill>
                <a:latin typeface="Calibri"/>
                <a:cs typeface="Calibri"/>
              </a:rPr>
              <a:t> </a:t>
            </a:r>
            <a:r>
              <a:rPr dirty="0" sz="1100">
                <a:solidFill>
                  <a:srgbClr val="1E293B"/>
                </a:solidFill>
                <a:latin typeface="Calibri"/>
                <a:cs typeface="Calibri"/>
              </a:rPr>
              <a:t>Bengali</a:t>
            </a:r>
            <a:r>
              <a:rPr dirty="0" sz="1100" spc="-20">
                <a:solidFill>
                  <a:srgbClr val="1E293B"/>
                </a:solidFill>
                <a:latin typeface="Calibri"/>
                <a:cs typeface="Calibri"/>
              </a:rPr>
              <a:t> </a:t>
            </a:r>
            <a:r>
              <a:rPr dirty="0" sz="1100" spc="-10">
                <a:solidFill>
                  <a:srgbClr val="1E293B"/>
                </a:solidFill>
                <a:latin typeface="Calibri"/>
                <a:cs typeface="Calibri"/>
              </a:rPr>
              <a:t>(bn-</a:t>
            </a:r>
            <a:r>
              <a:rPr dirty="0" sz="1100">
                <a:solidFill>
                  <a:srgbClr val="1E293B"/>
                </a:solidFill>
                <a:latin typeface="Calibri"/>
                <a:cs typeface="Calibri"/>
              </a:rPr>
              <a:t>IN),</a:t>
            </a:r>
            <a:r>
              <a:rPr dirty="0" sz="1100" spc="-25">
                <a:solidFill>
                  <a:srgbClr val="1E293B"/>
                </a:solidFill>
                <a:latin typeface="Calibri"/>
                <a:cs typeface="Calibri"/>
              </a:rPr>
              <a:t> </a:t>
            </a:r>
            <a:r>
              <a:rPr dirty="0" sz="1100">
                <a:solidFill>
                  <a:srgbClr val="1E293B"/>
                </a:solidFill>
                <a:latin typeface="Calibri"/>
                <a:cs typeface="Calibri"/>
              </a:rPr>
              <a:t>and</a:t>
            </a:r>
            <a:r>
              <a:rPr dirty="0" sz="1100" spc="-20">
                <a:solidFill>
                  <a:srgbClr val="1E293B"/>
                </a:solidFill>
                <a:latin typeface="Calibri"/>
                <a:cs typeface="Calibri"/>
              </a:rPr>
              <a:t> </a:t>
            </a:r>
            <a:r>
              <a:rPr dirty="0" sz="1100">
                <a:solidFill>
                  <a:srgbClr val="1E293B"/>
                </a:solidFill>
                <a:latin typeface="Calibri"/>
                <a:cs typeface="Calibri"/>
              </a:rPr>
              <a:t>Gujarati</a:t>
            </a:r>
            <a:r>
              <a:rPr dirty="0" sz="1100" spc="-25">
                <a:solidFill>
                  <a:srgbClr val="1E293B"/>
                </a:solidFill>
                <a:latin typeface="Calibri"/>
                <a:cs typeface="Calibri"/>
              </a:rPr>
              <a:t> </a:t>
            </a:r>
            <a:r>
              <a:rPr dirty="0" sz="1100">
                <a:solidFill>
                  <a:srgbClr val="1E293B"/>
                </a:solidFill>
                <a:latin typeface="Calibri"/>
                <a:cs typeface="Calibri"/>
              </a:rPr>
              <a:t>(gu-</a:t>
            </a:r>
            <a:r>
              <a:rPr dirty="0" sz="1100" spc="-20">
                <a:solidFill>
                  <a:srgbClr val="1E293B"/>
                </a:solidFill>
                <a:latin typeface="Calibri"/>
                <a:cs typeface="Calibri"/>
              </a:rPr>
              <a:t>IN).</a:t>
            </a:r>
            <a:endParaRPr sz="1100">
              <a:latin typeface="Calibri"/>
              <a:cs typeface="Calibri"/>
            </a:endParaRPr>
          </a:p>
          <a:p>
            <a:pPr marL="12700" marR="90805" indent="100965">
              <a:lnSpc>
                <a:spcPts val="1300"/>
              </a:lnSpc>
              <a:buChar char="•"/>
              <a:tabLst>
                <a:tab pos="113664" algn="l"/>
              </a:tabLst>
            </a:pPr>
            <a:r>
              <a:rPr dirty="0" sz="1100">
                <a:solidFill>
                  <a:srgbClr val="1E293B"/>
                </a:solidFill>
                <a:latin typeface="Calibri"/>
                <a:cs typeface="Calibri"/>
              </a:rPr>
              <a:t>Regional</a:t>
            </a:r>
            <a:r>
              <a:rPr dirty="0" sz="1100" spc="-15">
                <a:solidFill>
                  <a:srgbClr val="1E293B"/>
                </a:solidFill>
                <a:latin typeface="Calibri"/>
                <a:cs typeface="Calibri"/>
              </a:rPr>
              <a:t> </a:t>
            </a:r>
            <a:r>
              <a:rPr dirty="0" sz="1100">
                <a:solidFill>
                  <a:srgbClr val="1E293B"/>
                </a:solidFill>
                <a:latin typeface="Calibri"/>
                <a:cs typeface="Calibri"/>
              </a:rPr>
              <a:t>Marine</a:t>
            </a:r>
            <a:r>
              <a:rPr dirty="0" sz="1100" spc="-15">
                <a:solidFill>
                  <a:srgbClr val="1E293B"/>
                </a:solidFill>
                <a:latin typeface="Calibri"/>
                <a:cs typeface="Calibri"/>
              </a:rPr>
              <a:t> </a:t>
            </a:r>
            <a:r>
              <a:rPr dirty="0" sz="1100">
                <a:solidFill>
                  <a:srgbClr val="1E293B"/>
                </a:solidFill>
                <a:latin typeface="Calibri"/>
                <a:cs typeface="Calibri"/>
              </a:rPr>
              <a:t>Dictionaries:</a:t>
            </a:r>
            <a:r>
              <a:rPr dirty="0" sz="1100" spc="-10">
                <a:solidFill>
                  <a:srgbClr val="1E293B"/>
                </a:solidFill>
                <a:latin typeface="Calibri"/>
                <a:cs typeface="Calibri"/>
              </a:rPr>
              <a:t> Translates</a:t>
            </a:r>
            <a:r>
              <a:rPr dirty="0" sz="1100" spc="-15">
                <a:solidFill>
                  <a:srgbClr val="1E293B"/>
                </a:solidFill>
                <a:latin typeface="Calibri"/>
                <a:cs typeface="Calibri"/>
              </a:rPr>
              <a:t> </a:t>
            </a:r>
            <a:r>
              <a:rPr dirty="0" sz="1100">
                <a:solidFill>
                  <a:srgbClr val="1E293B"/>
                </a:solidFill>
                <a:latin typeface="Calibri"/>
                <a:cs typeface="Calibri"/>
              </a:rPr>
              <a:t>pelagic</a:t>
            </a:r>
            <a:r>
              <a:rPr dirty="0" sz="1100" spc="-10">
                <a:solidFill>
                  <a:srgbClr val="1E293B"/>
                </a:solidFill>
                <a:latin typeface="Calibri"/>
                <a:cs typeface="Calibri"/>
              </a:rPr>
              <a:t> </a:t>
            </a:r>
            <a:r>
              <a:rPr dirty="0" sz="1100">
                <a:solidFill>
                  <a:srgbClr val="1E293B"/>
                </a:solidFill>
                <a:latin typeface="Calibri"/>
                <a:cs typeface="Calibri"/>
              </a:rPr>
              <a:t>fish</a:t>
            </a:r>
            <a:r>
              <a:rPr dirty="0" sz="1100" spc="-15">
                <a:solidFill>
                  <a:srgbClr val="1E293B"/>
                </a:solidFill>
                <a:latin typeface="Calibri"/>
                <a:cs typeface="Calibri"/>
              </a:rPr>
              <a:t> </a:t>
            </a:r>
            <a:r>
              <a:rPr dirty="0" sz="1100">
                <a:solidFill>
                  <a:srgbClr val="1E293B"/>
                </a:solidFill>
                <a:latin typeface="Calibri"/>
                <a:cs typeface="Calibri"/>
              </a:rPr>
              <a:t>species,</a:t>
            </a:r>
            <a:r>
              <a:rPr dirty="0" sz="1100" spc="-10">
                <a:solidFill>
                  <a:srgbClr val="1E293B"/>
                </a:solidFill>
                <a:latin typeface="Calibri"/>
                <a:cs typeface="Calibri"/>
              </a:rPr>
              <a:t> </a:t>
            </a:r>
            <a:r>
              <a:rPr dirty="0" sz="1100">
                <a:solidFill>
                  <a:srgbClr val="1E293B"/>
                </a:solidFill>
                <a:latin typeface="Calibri"/>
                <a:cs typeface="Calibri"/>
              </a:rPr>
              <a:t>compass</a:t>
            </a:r>
            <a:r>
              <a:rPr dirty="0" sz="1100" spc="-15">
                <a:solidFill>
                  <a:srgbClr val="1E293B"/>
                </a:solidFill>
                <a:latin typeface="Calibri"/>
                <a:cs typeface="Calibri"/>
              </a:rPr>
              <a:t> </a:t>
            </a:r>
            <a:r>
              <a:rPr dirty="0" sz="1100">
                <a:solidFill>
                  <a:srgbClr val="1E293B"/>
                </a:solidFill>
                <a:latin typeface="Calibri"/>
                <a:cs typeface="Calibri"/>
              </a:rPr>
              <a:t>headings,</a:t>
            </a:r>
            <a:r>
              <a:rPr dirty="0" sz="1100" spc="-15">
                <a:solidFill>
                  <a:srgbClr val="1E293B"/>
                </a:solidFill>
                <a:latin typeface="Calibri"/>
                <a:cs typeface="Calibri"/>
              </a:rPr>
              <a:t> </a:t>
            </a:r>
            <a:r>
              <a:rPr dirty="0" sz="1100">
                <a:solidFill>
                  <a:srgbClr val="1E293B"/>
                </a:solidFill>
                <a:latin typeface="Calibri"/>
                <a:cs typeface="Calibri"/>
              </a:rPr>
              <a:t>and</a:t>
            </a:r>
            <a:r>
              <a:rPr dirty="0" sz="1100" spc="-10">
                <a:solidFill>
                  <a:srgbClr val="1E293B"/>
                </a:solidFill>
                <a:latin typeface="Calibri"/>
                <a:cs typeface="Calibri"/>
              </a:rPr>
              <a:t> </a:t>
            </a:r>
            <a:r>
              <a:rPr dirty="0" sz="1100">
                <a:solidFill>
                  <a:srgbClr val="1E293B"/>
                </a:solidFill>
                <a:latin typeface="Calibri"/>
                <a:cs typeface="Calibri"/>
              </a:rPr>
              <a:t>port</a:t>
            </a:r>
            <a:r>
              <a:rPr dirty="0" sz="1100" spc="-15">
                <a:solidFill>
                  <a:srgbClr val="1E293B"/>
                </a:solidFill>
                <a:latin typeface="Calibri"/>
                <a:cs typeface="Calibri"/>
              </a:rPr>
              <a:t> </a:t>
            </a:r>
            <a:r>
              <a:rPr dirty="0" sz="1100">
                <a:solidFill>
                  <a:srgbClr val="1E293B"/>
                </a:solidFill>
                <a:latin typeface="Calibri"/>
                <a:cs typeface="Calibri"/>
              </a:rPr>
              <a:t>danger</a:t>
            </a:r>
            <a:r>
              <a:rPr dirty="0" sz="1100" spc="-10">
                <a:solidFill>
                  <a:srgbClr val="1E293B"/>
                </a:solidFill>
                <a:latin typeface="Calibri"/>
                <a:cs typeface="Calibri"/>
              </a:rPr>
              <a:t> </a:t>
            </a:r>
            <a:r>
              <a:rPr dirty="0" sz="1100">
                <a:solidFill>
                  <a:srgbClr val="1E293B"/>
                </a:solidFill>
                <a:latin typeface="Calibri"/>
                <a:cs typeface="Calibri"/>
              </a:rPr>
              <a:t>signals</a:t>
            </a:r>
            <a:r>
              <a:rPr dirty="0" sz="1100" spc="-15">
                <a:solidFill>
                  <a:srgbClr val="1E293B"/>
                </a:solidFill>
                <a:latin typeface="Calibri"/>
                <a:cs typeface="Calibri"/>
              </a:rPr>
              <a:t> </a:t>
            </a:r>
            <a:r>
              <a:rPr dirty="0" sz="1100">
                <a:solidFill>
                  <a:srgbClr val="1E293B"/>
                </a:solidFill>
                <a:latin typeface="Calibri"/>
                <a:cs typeface="Calibri"/>
              </a:rPr>
              <a:t>into</a:t>
            </a:r>
            <a:r>
              <a:rPr dirty="0" sz="1100" spc="-10">
                <a:solidFill>
                  <a:srgbClr val="1E293B"/>
                </a:solidFill>
                <a:latin typeface="Calibri"/>
                <a:cs typeface="Calibri"/>
              </a:rPr>
              <a:t> </a:t>
            </a:r>
            <a:r>
              <a:rPr dirty="0" sz="1100">
                <a:solidFill>
                  <a:srgbClr val="1E293B"/>
                </a:solidFill>
                <a:latin typeface="Calibri"/>
                <a:cs typeface="Calibri"/>
              </a:rPr>
              <a:t>authentic</a:t>
            </a:r>
            <a:r>
              <a:rPr dirty="0" sz="1100" spc="-15">
                <a:solidFill>
                  <a:srgbClr val="1E293B"/>
                </a:solidFill>
                <a:latin typeface="Calibri"/>
                <a:cs typeface="Calibri"/>
              </a:rPr>
              <a:t> </a:t>
            </a:r>
            <a:r>
              <a:rPr dirty="0" sz="1100" spc="-10">
                <a:solidFill>
                  <a:srgbClr val="1E293B"/>
                </a:solidFill>
                <a:latin typeface="Calibri"/>
                <a:cs typeface="Calibri"/>
              </a:rPr>
              <a:t>coastal dialects.</a:t>
            </a:r>
            <a:endParaRPr sz="1100">
              <a:latin typeface="Calibri"/>
              <a:cs typeface="Calibri"/>
            </a:endParaRPr>
          </a:p>
          <a:p>
            <a:pPr marL="12700">
              <a:lnSpc>
                <a:spcPct val="100000"/>
              </a:lnSpc>
              <a:spcBef>
                <a:spcPts val="745"/>
              </a:spcBef>
            </a:pPr>
            <a:r>
              <a:rPr dirty="0" sz="1300" b="1">
                <a:solidFill>
                  <a:srgbClr val="0F172A"/>
                </a:solidFill>
                <a:latin typeface="Calibri"/>
                <a:cs typeface="Calibri"/>
              </a:rPr>
              <a:t>Offshore</a:t>
            </a:r>
            <a:r>
              <a:rPr dirty="0" sz="1300" spc="-40" b="1">
                <a:solidFill>
                  <a:srgbClr val="0F172A"/>
                </a:solidFill>
                <a:latin typeface="Calibri"/>
                <a:cs typeface="Calibri"/>
              </a:rPr>
              <a:t> </a:t>
            </a:r>
            <a:r>
              <a:rPr dirty="0" sz="1300" b="1">
                <a:solidFill>
                  <a:srgbClr val="0F172A"/>
                </a:solidFill>
                <a:latin typeface="Calibri"/>
                <a:cs typeface="Calibri"/>
              </a:rPr>
              <a:t>PWA</a:t>
            </a:r>
            <a:r>
              <a:rPr dirty="0" sz="1300" spc="-35" b="1">
                <a:solidFill>
                  <a:srgbClr val="0F172A"/>
                </a:solidFill>
                <a:latin typeface="Calibri"/>
                <a:cs typeface="Calibri"/>
              </a:rPr>
              <a:t> </a:t>
            </a:r>
            <a:r>
              <a:rPr dirty="0" sz="1300" b="1">
                <a:solidFill>
                  <a:srgbClr val="0F172A"/>
                </a:solidFill>
                <a:latin typeface="Calibri"/>
                <a:cs typeface="Calibri"/>
              </a:rPr>
              <a:t>Caching</a:t>
            </a:r>
            <a:r>
              <a:rPr dirty="0" sz="1300" spc="-35" b="1">
                <a:solidFill>
                  <a:srgbClr val="0F172A"/>
                </a:solidFill>
                <a:latin typeface="Calibri"/>
                <a:cs typeface="Calibri"/>
              </a:rPr>
              <a:t> </a:t>
            </a:r>
            <a:r>
              <a:rPr dirty="0" sz="1300" b="1">
                <a:solidFill>
                  <a:srgbClr val="0F172A"/>
                </a:solidFill>
                <a:latin typeface="Calibri"/>
                <a:cs typeface="Calibri"/>
              </a:rPr>
              <a:t>&amp;</a:t>
            </a:r>
            <a:r>
              <a:rPr dirty="0" sz="1300" spc="-40" b="1">
                <a:solidFill>
                  <a:srgbClr val="0F172A"/>
                </a:solidFill>
                <a:latin typeface="Calibri"/>
                <a:cs typeface="Calibri"/>
              </a:rPr>
              <a:t> </a:t>
            </a:r>
            <a:r>
              <a:rPr dirty="0" sz="1300" b="1">
                <a:solidFill>
                  <a:srgbClr val="0F172A"/>
                </a:solidFill>
                <a:latin typeface="Calibri"/>
                <a:cs typeface="Calibri"/>
              </a:rPr>
              <a:t>Instant</a:t>
            </a:r>
            <a:r>
              <a:rPr dirty="0" sz="1300" spc="-35" b="1">
                <a:solidFill>
                  <a:srgbClr val="0F172A"/>
                </a:solidFill>
                <a:latin typeface="Calibri"/>
                <a:cs typeface="Calibri"/>
              </a:rPr>
              <a:t> </a:t>
            </a:r>
            <a:r>
              <a:rPr dirty="0" sz="1300" b="1">
                <a:solidFill>
                  <a:srgbClr val="0F172A"/>
                </a:solidFill>
                <a:latin typeface="Calibri"/>
                <a:cs typeface="Calibri"/>
              </a:rPr>
              <a:t>PDF</a:t>
            </a:r>
            <a:r>
              <a:rPr dirty="0" sz="1300" spc="-35" b="1">
                <a:solidFill>
                  <a:srgbClr val="0F172A"/>
                </a:solidFill>
                <a:latin typeface="Calibri"/>
                <a:cs typeface="Calibri"/>
              </a:rPr>
              <a:t> </a:t>
            </a:r>
            <a:r>
              <a:rPr dirty="0" sz="1300" spc="-10" b="1">
                <a:solidFill>
                  <a:srgbClr val="0F172A"/>
                </a:solidFill>
                <a:latin typeface="Calibri"/>
                <a:cs typeface="Calibri"/>
              </a:rPr>
              <a:t>Dispatch:</a:t>
            </a:r>
            <a:endParaRPr sz="1300">
              <a:latin typeface="Calibri"/>
              <a:cs typeface="Calibri"/>
            </a:endParaRPr>
          </a:p>
          <a:p>
            <a:pPr marL="12700" marR="114935" indent="100965">
              <a:lnSpc>
                <a:spcPts val="1300"/>
              </a:lnSpc>
              <a:spcBef>
                <a:spcPts val="495"/>
              </a:spcBef>
              <a:buChar char="•"/>
              <a:tabLst>
                <a:tab pos="113664" algn="l"/>
              </a:tabLst>
            </a:pPr>
            <a:r>
              <a:rPr dirty="0" sz="1100">
                <a:solidFill>
                  <a:srgbClr val="1E293B"/>
                </a:solidFill>
                <a:latin typeface="Calibri"/>
                <a:cs typeface="Calibri"/>
              </a:rPr>
              <a:t>Dedicated</a:t>
            </a:r>
            <a:r>
              <a:rPr dirty="0" sz="1100" spc="-5">
                <a:solidFill>
                  <a:srgbClr val="1E293B"/>
                </a:solidFill>
                <a:latin typeface="Calibri"/>
                <a:cs typeface="Calibri"/>
              </a:rPr>
              <a:t> </a:t>
            </a:r>
            <a:r>
              <a:rPr dirty="0" sz="1100">
                <a:solidFill>
                  <a:srgbClr val="1E293B"/>
                </a:solidFill>
                <a:latin typeface="Calibri"/>
                <a:cs typeface="Calibri"/>
              </a:rPr>
              <a:t>Marine Tile Cache </a:t>
            </a:r>
            <a:r>
              <a:rPr dirty="0" sz="1100" spc="-10">
                <a:solidFill>
                  <a:srgbClr val="1E293B"/>
                </a:solidFill>
                <a:latin typeface="Calibri"/>
                <a:cs typeface="Calibri"/>
              </a:rPr>
              <a:t>(orca-marine-tiles-</a:t>
            </a:r>
            <a:r>
              <a:rPr dirty="0" sz="1100">
                <a:solidFill>
                  <a:srgbClr val="1E293B"/>
                </a:solidFill>
                <a:latin typeface="Calibri"/>
                <a:cs typeface="Calibri"/>
              </a:rPr>
              <a:t>v1): </a:t>
            </a:r>
            <a:r>
              <a:rPr dirty="0" sz="1100" spc="-10">
                <a:solidFill>
                  <a:srgbClr val="1E293B"/>
                </a:solidFill>
                <a:latin typeface="Calibri"/>
                <a:cs typeface="Calibri"/>
              </a:rPr>
              <a:t>Stale-While-Revalidate</a:t>
            </a:r>
            <a:r>
              <a:rPr dirty="0" sz="1100">
                <a:solidFill>
                  <a:srgbClr val="1E293B"/>
                </a:solidFill>
                <a:latin typeface="Calibri"/>
                <a:cs typeface="Calibri"/>
              </a:rPr>
              <a:t> caching enables continuous</a:t>
            </a:r>
            <a:r>
              <a:rPr dirty="0" sz="1100" spc="-5">
                <a:solidFill>
                  <a:srgbClr val="1E293B"/>
                </a:solidFill>
                <a:latin typeface="Calibri"/>
                <a:cs typeface="Calibri"/>
              </a:rPr>
              <a:t> </a:t>
            </a:r>
            <a:r>
              <a:rPr dirty="0" sz="1100">
                <a:solidFill>
                  <a:srgbClr val="1E293B"/>
                </a:solidFill>
                <a:latin typeface="Calibri"/>
                <a:cs typeface="Calibri"/>
              </a:rPr>
              <a:t>chart navigation up </a:t>
            </a:r>
            <a:r>
              <a:rPr dirty="0" sz="1100" spc="-25">
                <a:solidFill>
                  <a:srgbClr val="1E293B"/>
                </a:solidFill>
                <a:latin typeface="Calibri"/>
                <a:cs typeface="Calibri"/>
              </a:rPr>
              <a:t>to </a:t>
            </a:r>
            <a:r>
              <a:rPr dirty="0" sz="1100">
                <a:solidFill>
                  <a:srgbClr val="1E293B"/>
                </a:solidFill>
                <a:latin typeface="Calibri"/>
                <a:cs typeface="Calibri"/>
              </a:rPr>
              <a:t>50</a:t>
            </a:r>
            <a:r>
              <a:rPr dirty="0" sz="1100" spc="-30">
                <a:solidFill>
                  <a:srgbClr val="1E293B"/>
                </a:solidFill>
                <a:latin typeface="Calibri"/>
                <a:cs typeface="Calibri"/>
              </a:rPr>
              <a:t> </a:t>
            </a:r>
            <a:r>
              <a:rPr dirty="0" sz="1100">
                <a:solidFill>
                  <a:srgbClr val="1E293B"/>
                </a:solidFill>
                <a:latin typeface="Calibri"/>
                <a:cs typeface="Calibri"/>
              </a:rPr>
              <a:t>NM</a:t>
            </a:r>
            <a:r>
              <a:rPr dirty="0" sz="1100" spc="-25">
                <a:solidFill>
                  <a:srgbClr val="1E293B"/>
                </a:solidFill>
                <a:latin typeface="Calibri"/>
                <a:cs typeface="Calibri"/>
              </a:rPr>
              <a:t> </a:t>
            </a:r>
            <a:r>
              <a:rPr dirty="0" sz="1100">
                <a:solidFill>
                  <a:srgbClr val="1E293B"/>
                </a:solidFill>
                <a:latin typeface="Calibri"/>
                <a:cs typeface="Calibri"/>
              </a:rPr>
              <a:t>offshore</a:t>
            </a:r>
            <a:r>
              <a:rPr dirty="0" sz="1100" spc="-25">
                <a:solidFill>
                  <a:srgbClr val="1E293B"/>
                </a:solidFill>
                <a:latin typeface="Calibri"/>
                <a:cs typeface="Calibri"/>
              </a:rPr>
              <a:t> </a:t>
            </a:r>
            <a:r>
              <a:rPr dirty="0" sz="1100">
                <a:solidFill>
                  <a:srgbClr val="1E293B"/>
                </a:solidFill>
                <a:latin typeface="Calibri"/>
                <a:cs typeface="Calibri"/>
              </a:rPr>
              <a:t>beyond</a:t>
            </a:r>
            <a:r>
              <a:rPr dirty="0" sz="1100" spc="-25">
                <a:solidFill>
                  <a:srgbClr val="1E293B"/>
                </a:solidFill>
                <a:latin typeface="Calibri"/>
                <a:cs typeface="Calibri"/>
              </a:rPr>
              <a:t> </a:t>
            </a:r>
            <a:r>
              <a:rPr dirty="0" sz="1100">
                <a:solidFill>
                  <a:srgbClr val="1E293B"/>
                </a:solidFill>
                <a:latin typeface="Calibri"/>
                <a:cs typeface="Calibri"/>
              </a:rPr>
              <a:t>cellular</a:t>
            </a:r>
            <a:r>
              <a:rPr dirty="0" sz="1100" spc="-25">
                <a:solidFill>
                  <a:srgbClr val="1E293B"/>
                </a:solidFill>
                <a:latin typeface="Calibri"/>
                <a:cs typeface="Calibri"/>
              </a:rPr>
              <a:t> </a:t>
            </a:r>
            <a:r>
              <a:rPr dirty="0" sz="1100" spc="-10">
                <a:solidFill>
                  <a:srgbClr val="1E293B"/>
                </a:solidFill>
                <a:latin typeface="Calibri"/>
                <a:cs typeface="Calibri"/>
              </a:rPr>
              <a:t>range.</a:t>
            </a:r>
            <a:endParaRPr sz="1100">
              <a:latin typeface="Calibri"/>
              <a:cs typeface="Calibri"/>
            </a:endParaRPr>
          </a:p>
          <a:p>
            <a:pPr marL="12700" marR="94615" indent="100965">
              <a:lnSpc>
                <a:spcPts val="1300"/>
              </a:lnSpc>
              <a:buChar char="•"/>
              <a:tabLst>
                <a:tab pos="113664" algn="l"/>
              </a:tabLst>
            </a:pPr>
            <a:r>
              <a:rPr dirty="0" sz="1100">
                <a:solidFill>
                  <a:srgbClr val="1E293B"/>
                </a:solidFill>
                <a:latin typeface="Calibri"/>
                <a:cs typeface="Calibri"/>
              </a:rPr>
              <a:t>Zero</a:t>
            </a:r>
            <a:r>
              <a:rPr dirty="0" sz="1100" spc="-25">
                <a:solidFill>
                  <a:srgbClr val="1E293B"/>
                </a:solidFill>
                <a:latin typeface="Calibri"/>
                <a:cs typeface="Calibri"/>
              </a:rPr>
              <a:t> </a:t>
            </a:r>
            <a:r>
              <a:rPr dirty="0" sz="1100">
                <a:solidFill>
                  <a:srgbClr val="1E293B"/>
                </a:solidFill>
                <a:latin typeface="Calibri"/>
                <a:cs typeface="Calibri"/>
              </a:rPr>
              <a:t>Print</a:t>
            </a:r>
            <a:r>
              <a:rPr dirty="0" sz="1100" spc="-20">
                <a:solidFill>
                  <a:srgbClr val="1E293B"/>
                </a:solidFill>
                <a:latin typeface="Calibri"/>
                <a:cs typeface="Calibri"/>
              </a:rPr>
              <a:t> </a:t>
            </a:r>
            <a:r>
              <a:rPr dirty="0" sz="1100">
                <a:solidFill>
                  <a:srgbClr val="1E293B"/>
                </a:solidFill>
                <a:latin typeface="Calibri"/>
                <a:cs typeface="Calibri"/>
              </a:rPr>
              <a:t>Popups:</a:t>
            </a:r>
            <a:r>
              <a:rPr dirty="0" sz="1100" spc="-20">
                <a:solidFill>
                  <a:srgbClr val="1E293B"/>
                </a:solidFill>
                <a:latin typeface="Calibri"/>
                <a:cs typeface="Calibri"/>
              </a:rPr>
              <a:t> </a:t>
            </a:r>
            <a:r>
              <a:rPr dirty="0" sz="1100" spc="-10">
                <a:solidFill>
                  <a:srgbClr val="1E293B"/>
                </a:solidFill>
                <a:latin typeface="Calibri"/>
                <a:cs typeface="Calibri"/>
              </a:rPr>
              <a:t>Client-</a:t>
            </a:r>
            <a:r>
              <a:rPr dirty="0" sz="1100">
                <a:solidFill>
                  <a:srgbClr val="1E293B"/>
                </a:solidFill>
                <a:latin typeface="Calibri"/>
                <a:cs typeface="Calibri"/>
              </a:rPr>
              <a:t>side</a:t>
            </a:r>
            <a:r>
              <a:rPr dirty="0" sz="1100" spc="-20">
                <a:solidFill>
                  <a:srgbClr val="1E293B"/>
                </a:solidFill>
                <a:latin typeface="Calibri"/>
                <a:cs typeface="Calibri"/>
              </a:rPr>
              <a:t> </a:t>
            </a:r>
            <a:r>
              <a:rPr dirty="0" sz="1100">
                <a:solidFill>
                  <a:srgbClr val="1E293B"/>
                </a:solidFill>
                <a:latin typeface="Calibri"/>
                <a:cs typeface="Calibri"/>
              </a:rPr>
              <a:t>jsPDF</a:t>
            </a:r>
            <a:r>
              <a:rPr dirty="0" sz="1100" spc="-25">
                <a:solidFill>
                  <a:srgbClr val="1E293B"/>
                </a:solidFill>
                <a:latin typeface="Calibri"/>
                <a:cs typeface="Calibri"/>
              </a:rPr>
              <a:t> </a:t>
            </a:r>
            <a:r>
              <a:rPr dirty="0" sz="1100">
                <a:solidFill>
                  <a:srgbClr val="1E293B"/>
                </a:solidFill>
                <a:latin typeface="Calibri"/>
                <a:cs typeface="Calibri"/>
              </a:rPr>
              <a:t>downloads</a:t>
            </a:r>
            <a:r>
              <a:rPr dirty="0" sz="1100" spc="-20">
                <a:solidFill>
                  <a:srgbClr val="1E293B"/>
                </a:solidFill>
                <a:latin typeface="Calibri"/>
                <a:cs typeface="Calibri"/>
              </a:rPr>
              <a:t> </a:t>
            </a:r>
            <a:r>
              <a:rPr dirty="0" sz="1100">
                <a:solidFill>
                  <a:srgbClr val="1E293B"/>
                </a:solidFill>
                <a:latin typeface="Calibri"/>
                <a:cs typeface="Calibri"/>
              </a:rPr>
              <a:t>official</a:t>
            </a:r>
            <a:r>
              <a:rPr dirty="0" sz="1100" spc="-20">
                <a:solidFill>
                  <a:srgbClr val="1E293B"/>
                </a:solidFill>
                <a:latin typeface="Calibri"/>
                <a:cs typeface="Calibri"/>
              </a:rPr>
              <a:t> </a:t>
            </a:r>
            <a:r>
              <a:rPr dirty="0" sz="1100">
                <a:solidFill>
                  <a:srgbClr val="1E293B"/>
                </a:solidFill>
                <a:latin typeface="Calibri"/>
                <a:cs typeface="Calibri"/>
              </a:rPr>
              <a:t>GMDSS</a:t>
            </a:r>
            <a:r>
              <a:rPr dirty="0" sz="1100" spc="-20">
                <a:solidFill>
                  <a:srgbClr val="1E293B"/>
                </a:solidFill>
                <a:latin typeface="Calibri"/>
                <a:cs typeface="Calibri"/>
              </a:rPr>
              <a:t> </a:t>
            </a:r>
            <a:r>
              <a:rPr dirty="0" sz="1100">
                <a:solidFill>
                  <a:srgbClr val="1E293B"/>
                </a:solidFill>
                <a:latin typeface="Calibri"/>
                <a:cs typeface="Calibri"/>
              </a:rPr>
              <a:t>Distress</a:t>
            </a:r>
            <a:r>
              <a:rPr dirty="0" sz="1100" spc="-25">
                <a:solidFill>
                  <a:srgbClr val="1E293B"/>
                </a:solidFill>
                <a:latin typeface="Calibri"/>
                <a:cs typeface="Calibri"/>
              </a:rPr>
              <a:t> </a:t>
            </a:r>
            <a:r>
              <a:rPr dirty="0" sz="1100">
                <a:solidFill>
                  <a:srgbClr val="1E293B"/>
                </a:solidFill>
                <a:latin typeface="Calibri"/>
                <a:cs typeface="Calibri"/>
              </a:rPr>
              <a:t>Dispatch</a:t>
            </a:r>
            <a:r>
              <a:rPr dirty="0" sz="1100" spc="-20">
                <a:solidFill>
                  <a:srgbClr val="1E293B"/>
                </a:solidFill>
                <a:latin typeface="Calibri"/>
                <a:cs typeface="Calibri"/>
              </a:rPr>
              <a:t> </a:t>
            </a:r>
            <a:r>
              <a:rPr dirty="0" sz="1100">
                <a:solidFill>
                  <a:srgbClr val="1E293B"/>
                </a:solidFill>
                <a:latin typeface="Calibri"/>
                <a:cs typeface="Calibri"/>
              </a:rPr>
              <a:t>records,</a:t>
            </a:r>
            <a:r>
              <a:rPr dirty="0" sz="1100" spc="-20">
                <a:solidFill>
                  <a:srgbClr val="1E293B"/>
                </a:solidFill>
                <a:latin typeface="Calibri"/>
                <a:cs typeface="Calibri"/>
              </a:rPr>
              <a:t> </a:t>
            </a:r>
            <a:r>
              <a:rPr dirty="0" sz="1100">
                <a:solidFill>
                  <a:srgbClr val="1E293B"/>
                </a:solidFill>
                <a:latin typeface="Calibri"/>
                <a:cs typeface="Calibri"/>
              </a:rPr>
              <a:t>Route</a:t>
            </a:r>
            <a:r>
              <a:rPr dirty="0" sz="1100" spc="-20">
                <a:solidFill>
                  <a:srgbClr val="1E293B"/>
                </a:solidFill>
                <a:latin typeface="Calibri"/>
                <a:cs typeface="Calibri"/>
              </a:rPr>
              <a:t> </a:t>
            </a:r>
            <a:r>
              <a:rPr dirty="0" sz="1100">
                <a:solidFill>
                  <a:srgbClr val="1E293B"/>
                </a:solidFill>
                <a:latin typeface="Calibri"/>
                <a:cs typeface="Calibri"/>
              </a:rPr>
              <a:t>Passage</a:t>
            </a:r>
            <a:r>
              <a:rPr dirty="0" sz="1100" spc="-25">
                <a:solidFill>
                  <a:srgbClr val="1E293B"/>
                </a:solidFill>
                <a:latin typeface="Calibri"/>
                <a:cs typeface="Calibri"/>
              </a:rPr>
              <a:t> </a:t>
            </a:r>
            <a:r>
              <a:rPr dirty="0" sz="1100">
                <a:solidFill>
                  <a:srgbClr val="1E293B"/>
                </a:solidFill>
                <a:latin typeface="Calibri"/>
                <a:cs typeface="Calibri"/>
              </a:rPr>
              <a:t>Plans,</a:t>
            </a:r>
            <a:r>
              <a:rPr dirty="0" sz="1100" spc="-20">
                <a:solidFill>
                  <a:srgbClr val="1E293B"/>
                </a:solidFill>
                <a:latin typeface="Calibri"/>
                <a:cs typeface="Calibri"/>
              </a:rPr>
              <a:t> </a:t>
            </a:r>
            <a:r>
              <a:rPr dirty="0" sz="1100">
                <a:solidFill>
                  <a:srgbClr val="1E293B"/>
                </a:solidFill>
                <a:latin typeface="Calibri"/>
                <a:cs typeface="Calibri"/>
              </a:rPr>
              <a:t>and</a:t>
            </a:r>
            <a:r>
              <a:rPr dirty="0" sz="1100" spc="-20">
                <a:solidFill>
                  <a:srgbClr val="1E293B"/>
                </a:solidFill>
                <a:latin typeface="Calibri"/>
                <a:cs typeface="Calibri"/>
              </a:rPr>
              <a:t> </a:t>
            </a:r>
            <a:r>
              <a:rPr dirty="0" sz="1100">
                <a:solidFill>
                  <a:srgbClr val="1E293B"/>
                </a:solidFill>
                <a:latin typeface="Calibri"/>
                <a:cs typeface="Calibri"/>
              </a:rPr>
              <a:t>INCOIS</a:t>
            </a:r>
            <a:r>
              <a:rPr dirty="0" sz="1100" spc="-20">
                <a:solidFill>
                  <a:srgbClr val="1E293B"/>
                </a:solidFill>
                <a:latin typeface="Calibri"/>
                <a:cs typeface="Calibri"/>
              </a:rPr>
              <a:t> </a:t>
            </a:r>
            <a:r>
              <a:rPr dirty="0" sz="1100" spc="-25">
                <a:solidFill>
                  <a:srgbClr val="1E293B"/>
                </a:solidFill>
                <a:latin typeface="Calibri"/>
                <a:cs typeface="Calibri"/>
              </a:rPr>
              <a:t>PFZ </a:t>
            </a:r>
            <a:r>
              <a:rPr dirty="0" sz="1100">
                <a:solidFill>
                  <a:srgbClr val="1E293B"/>
                </a:solidFill>
                <a:latin typeface="Calibri"/>
                <a:cs typeface="Calibri"/>
              </a:rPr>
              <a:t>Bulletins</a:t>
            </a:r>
            <a:r>
              <a:rPr dirty="0" sz="1100" spc="-15">
                <a:solidFill>
                  <a:srgbClr val="1E293B"/>
                </a:solidFill>
                <a:latin typeface="Calibri"/>
                <a:cs typeface="Calibri"/>
              </a:rPr>
              <a:t> </a:t>
            </a:r>
            <a:r>
              <a:rPr dirty="0" sz="1100">
                <a:solidFill>
                  <a:srgbClr val="1E293B"/>
                </a:solidFill>
                <a:latin typeface="Calibri"/>
                <a:cs typeface="Calibri"/>
              </a:rPr>
              <a:t>directly</a:t>
            </a:r>
            <a:r>
              <a:rPr dirty="0" sz="1100" spc="-15">
                <a:solidFill>
                  <a:srgbClr val="1E293B"/>
                </a:solidFill>
                <a:latin typeface="Calibri"/>
                <a:cs typeface="Calibri"/>
              </a:rPr>
              <a:t> </a:t>
            </a:r>
            <a:r>
              <a:rPr dirty="0" sz="1100">
                <a:solidFill>
                  <a:srgbClr val="1E293B"/>
                </a:solidFill>
                <a:latin typeface="Calibri"/>
                <a:cs typeface="Calibri"/>
              </a:rPr>
              <a:t>to</a:t>
            </a:r>
            <a:r>
              <a:rPr dirty="0" sz="1100" spc="-15">
                <a:solidFill>
                  <a:srgbClr val="1E293B"/>
                </a:solidFill>
                <a:latin typeface="Calibri"/>
                <a:cs typeface="Calibri"/>
              </a:rPr>
              <a:t> </a:t>
            </a:r>
            <a:r>
              <a:rPr dirty="0" sz="1100">
                <a:solidFill>
                  <a:srgbClr val="1E293B"/>
                </a:solidFill>
                <a:latin typeface="Calibri"/>
                <a:cs typeface="Calibri"/>
              </a:rPr>
              <a:t>the</a:t>
            </a:r>
            <a:r>
              <a:rPr dirty="0" sz="1100" spc="-15">
                <a:solidFill>
                  <a:srgbClr val="1E293B"/>
                </a:solidFill>
                <a:latin typeface="Calibri"/>
                <a:cs typeface="Calibri"/>
              </a:rPr>
              <a:t> </a:t>
            </a:r>
            <a:r>
              <a:rPr dirty="0" sz="1100">
                <a:solidFill>
                  <a:srgbClr val="1E293B"/>
                </a:solidFill>
                <a:latin typeface="Calibri"/>
                <a:cs typeface="Calibri"/>
              </a:rPr>
              <a:t>skipper's</a:t>
            </a:r>
            <a:r>
              <a:rPr dirty="0" sz="1100" spc="-15">
                <a:solidFill>
                  <a:srgbClr val="1E293B"/>
                </a:solidFill>
                <a:latin typeface="Calibri"/>
                <a:cs typeface="Calibri"/>
              </a:rPr>
              <a:t> </a:t>
            </a:r>
            <a:r>
              <a:rPr dirty="0" sz="1100" spc="-10">
                <a:solidFill>
                  <a:srgbClr val="1E293B"/>
                </a:solidFill>
                <a:latin typeface="Calibri"/>
                <a:cs typeface="Calibri"/>
              </a:rPr>
              <a:t>device.</a:t>
            </a:r>
            <a:endParaRPr sz="1100">
              <a:latin typeface="Calibri"/>
              <a:cs typeface="Calibri"/>
            </a:endParaRPr>
          </a:p>
        </p:txBody>
      </p:sp>
      <p:pic>
        <p:nvPicPr>
          <p:cNvPr id="5" name="object 5"/>
          <p:cNvPicPr/>
          <p:nvPr/>
        </p:nvPicPr>
        <p:blipFill>
          <a:blip r:embed="rId2" cstate="print"/>
          <a:stretch>
            <a:fillRect/>
          </a:stretch>
        </p:blipFill>
        <p:spPr>
          <a:xfrm>
            <a:off x="8686800" y="2011679"/>
            <a:ext cx="2743200" cy="32004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xfrm>
            <a:off x="5170098" y="307597"/>
            <a:ext cx="1851660" cy="452120"/>
          </a:xfrm>
          <a:prstGeom prst="rect"/>
        </p:spPr>
        <p:txBody>
          <a:bodyPr wrap="square" lIns="0" tIns="12700" rIns="0" bIns="0" rtlCol="0" vert="horz">
            <a:spAutoFit/>
          </a:bodyPr>
          <a:lstStyle/>
          <a:p>
            <a:pPr marL="12700">
              <a:lnSpc>
                <a:spcPct val="100000"/>
              </a:lnSpc>
              <a:spcBef>
                <a:spcPts val="100"/>
              </a:spcBef>
            </a:pPr>
            <a:r>
              <a:rPr dirty="0" spc="-10"/>
              <a:t>Architecture</a:t>
            </a:r>
          </a:p>
        </p:txBody>
      </p:sp>
      <p:pic>
        <p:nvPicPr>
          <p:cNvPr id="2" name="object 2"/>
          <p:cNvPicPr/>
          <p:nvPr/>
        </p:nvPicPr>
        <p:blipFill>
          <a:blip r:embed="rId2" cstate="print"/>
          <a:stretch>
            <a:fillRect/>
          </a:stretch>
        </p:blipFill>
        <p:spPr>
          <a:xfrm>
            <a:off x="731519" y="1280160"/>
            <a:ext cx="10728655" cy="5120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656714">
              <a:lnSpc>
                <a:spcPct val="100000"/>
              </a:lnSpc>
              <a:spcBef>
                <a:spcPts val="100"/>
              </a:spcBef>
            </a:pPr>
            <a:r>
              <a:rPr dirty="0" spc="-10"/>
              <a:t>Phases</a:t>
            </a:r>
          </a:p>
        </p:txBody>
      </p:sp>
      <p:grpSp>
        <p:nvGrpSpPr>
          <p:cNvPr id="3" name="object 3"/>
          <p:cNvGrpSpPr/>
          <p:nvPr/>
        </p:nvGrpSpPr>
        <p:grpSpPr>
          <a:xfrm>
            <a:off x="688657" y="1626057"/>
            <a:ext cx="2463165" cy="1731645"/>
            <a:chOff x="688657" y="1626057"/>
            <a:chExt cx="2463165" cy="1731645"/>
          </a:xfrm>
        </p:grpSpPr>
        <p:pic>
          <p:nvPicPr>
            <p:cNvPr id="4" name="object 4"/>
            <p:cNvPicPr/>
            <p:nvPr/>
          </p:nvPicPr>
          <p:blipFill>
            <a:blip r:embed="rId2" cstate="print"/>
            <a:stretch>
              <a:fillRect/>
            </a:stretch>
          </p:blipFill>
          <p:spPr>
            <a:xfrm>
              <a:off x="688657" y="1626057"/>
              <a:ext cx="2463165" cy="1731644"/>
            </a:xfrm>
            <a:prstGeom prst="rect">
              <a:avLst/>
            </a:prstGeom>
          </p:spPr>
        </p:pic>
        <p:sp>
          <p:nvSpPr>
            <p:cNvPr id="5" name="object 5"/>
            <p:cNvSpPr/>
            <p:nvPr/>
          </p:nvSpPr>
          <p:spPr>
            <a:xfrm>
              <a:off x="731519" y="1645919"/>
              <a:ext cx="2377440" cy="1645920"/>
            </a:xfrm>
            <a:custGeom>
              <a:avLst/>
              <a:gdLst/>
              <a:ahLst/>
              <a:cxnLst/>
              <a:rect l="l" t="t" r="r" b="b"/>
              <a:pathLst>
                <a:path w="2377440" h="1645920">
                  <a:moveTo>
                    <a:pt x="2103114" y="0"/>
                  </a:moveTo>
                  <a:lnTo>
                    <a:pt x="274325" y="0"/>
                  </a:lnTo>
                  <a:lnTo>
                    <a:pt x="225015" y="4419"/>
                  </a:lnTo>
                  <a:lnTo>
                    <a:pt x="178604" y="17162"/>
                  </a:lnTo>
                  <a:lnTo>
                    <a:pt x="135868" y="37453"/>
                  </a:lnTo>
                  <a:lnTo>
                    <a:pt x="97581"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1" y="1581402"/>
                  </a:lnTo>
                  <a:lnTo>
                    <a:pt x="135868" y="1608466"/>
                  </a:lnTo>
                  <a:lnTo>
                    <a:pt x="178604" y="1628757"/>
                  </a:lnTo>
                  <a:lnTo>
                    <a:pt x="225015" y="1641500"/>
                  </a:lnTo>
                  <a:lnTo>
                    <a:pt x="274325" y="1645919"/>
                  </a:lnTo>
                  <a:lnTo>
                    <a:pt x="2103114" y="1645919"/>
                  </a:lnTo>
                  <a:lnTo>
                    <a:pt x="2152425" y="1641500"/>
                  </a:lnTo>
                  <a:lnTo>
                    <a:pt x="2198835" y="1628757"/>
                  </a:lnTo>
                  <a:lnTo>
                    <a:pt x="2241572" y="1608466"/>
                  </a:lnTo>
                  <a:lnTo>
                    <a:pt x="2279859" y="1581402"/>
                  </a:lnTo>
                  <a:lnTo>
                    <a:pt x="2312922" y="1548339"/>
                  </a:lnTo>
                  <a:lnTo>
                    <a:pt x="2339986" y="1510052"/>
                  </a:lnTo>
                  <a:lnTo>
                    <a:pt x="2360277" y="1467315"/>
                  </a:lnTo>
                  <a:lnTo>
                    <a:pt x="2373020" y="1420905"/>
                  </a:lnTo>
                  <a:lnTo>
                    <a:pt x="2377440" y="1371594"/>
                  </a:lnTo>
                  <a:lnTo>
                    <a:pt x="2377440" y="274325"/>
                  </a:lnTo>
                  <a:lnTo>
                    <a:pt x="2373020" y="225014"/>
                  </a:lnTo>
                  <a:lnTo>
                    <a:pt x="2360277" y="178604"/>
                  </a:lnTo>
                  <a:lnTo>
                    <a:pt x="2339986" y="135867"/>
                  </a:lnTo>
                  <a:lnTo>
                    <a:pt x="2312922" y="97580"/>
                  </a:lnTo>
                  <a:lnTo>
                    <a:pt x="2279859" y="64517"/>
                  </a:lnTo>
                  <a:lnTo>
                    <a:pt x="2241572" y="37453"/>
                  </a:lnTo>
                  <a:lnTo>
                    <a:pt x="2198835" y="17162"/>
                  </a:lnTo>
                  <a:lnTo>
                    <a:pt x="2152425" y="4419"/>
                  </a:lnTo>
                  <a:lnTo>
                    <a:pt x="2103114" y="0"/>
                  </a:lnTo>
                  <a:close/>
                </a:path>
              </a:pathLst>
            </a:custGeom>
            <a:solidFill>
              <a:srgbClr val="0284C7"/>
            </a:solidFill>
          </p:spPr>
          <p:txBody>
            <a:bodyPr wrap="square" lIns="0" tIns="0" rIns="0" bIns="0" rtlCol="0"/>
            <a:lstStyle/>
            <a:p/>
          </p:txBody>
        </p:sp>
        <p:sp>
          <p:nvSpPr>
            <p:cNvPr id="6" name="object 6"/>
            <p:cNvSpPr/>
            <p:nvPr/>
          </p:nvSpPr>
          <p:spPr>
            <a:xfrm>
              <a:off x="731519" y="164591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0284C7"/>
              </a:solidFill>
            </a:ln>
          </p:spPr>
          <p:txBody>
            <a:bodyPr wrap="square" lIns="0" tIns="0" rIns="0" bIns="0" rtlCol="0"/>
            <a:lstStyle/>
            <a:p/>
          </p:txBody>
        </p:sp>
      </p:grpSp>
      <p:sp>
        <p:nvSpPr>
          <p:cNvPr id="7" name="object 7"/>
          <p:cNvSpPr txBox="1"/>
          <p:nvPr/>
        </p:nvSpPr>
        <p:spPr>
          <a:xfrm>
            <a:off x="895369" y="1964601"/>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1</a:t>
            </a:r>
            <a:endParaRPr sz="1600">
              <a:latin typeface="Calibri"/>
              <a:cs typeface="Calibri"/>
            </a:endParaRPr>
          </a:p>
        </p:txBody>
      </p:sp>
      <p:sp>
        <p:nvSpPr>
          <p:cNvPr id="8" name="object 8"/>
          <p:cNvSpPr txBox="1"/>
          <p:nvPr/>
        </p:nvSpPr>
        <p:spPr>
          <a:xfrm>
            <a:off x="1372055" y="2331412"/>
            <a:ext cx="1096645" cy="589280"/>
          </a:xfrm>
          <a:prstGeom prst="rect">
            <a:avLst/>
          </a:prstGeom>
        </p:spPr>
        <p:txBody>
          <a:bodyPr wrap="square" lIns="0" tIns="5080" rIns="0" bIns="0" rtlCol="0" vert="horz">
            <a:spAutoFit/>
          </a:bodyPr>
          <a:lstStyle/>
          <a:p>
            <a:pPr algn="ctr" marL="12700" marR="5080" indent="-635">
              <a:lnSpc>
                <a:spcPct val="104200"/>
              </a:lnSpc>
              <a:spcBef>
                <a:spcPts val="40"/>
              </a:spcBef>
            </a:pPr>
            <a:r>
              <a:rPr dirty="0" sz="1200" b="1">
                <a:solidFill>
                  <a:srgbClr val="FFFFFF"/>
                </a:solidFill>
                <a:latin typeface="Calibri"/>
                <a:cs typeface="Calibri"/>
              </a:rPr>
              <a:t>Data</a:t>
            </a:r>
            <a:r>
              <a:rPr dirty="0" sz="1200" spc="-30" b="1">
                <a:solidFill>
                  <a:srgbClr val="FFFFFF"/>
                </a:solidFill>
                <a:latin typeface="Calibri"/>
                <a:cs typeface="Calibri"/>
              </a:rPr>
              <a:t> </a:t>
            </a:r>
            <a:r>
              <a:rPr dirty="0" sz="1200" spc="-10" b="1">
                <a:solidFill>
                  <a:srgbClr val="FFFFFF"/>
                </a:solidFill>
                <a:latin typeface="Calibri"/>
                <a:cs typeface="Calibri"/>
              </a:rPr>
              <a:t>Ingestion</a:t>
            </a:r>
            <a:r>
              <a:rPr dirty="0" sz="1200" spc="-25" b="1">
                <a:solidFill>
                  <a:srgbClr val="FFFFFF"/>
                </a:solidFill>
                <a:latin typeface="Calibri"/>
                <a:cs typeface="Calibri"/>
              </a:rPr>
              <a:t> </a:t>
            </a:r>
            <a:r>
              <a:rPr dirty="0" sz="1200" spc="-50" b="1">
                <a:solidFill>
                  <a:srgbClr val="FFFFFF"/>
                </a:solidFill>
                <a:latin typeface="Calibri"/>
                <a:cs typeface="Calibri"/>
              </a:rPr>
              <a:t>&amp; </a:t>
            </a:r>
            <a:r>
              <a:rPr dirty="0" sz="1200" spc="-10" b="1">
                <a:solidFill>
                  <a:srgbClr val="FFFFFF"/>
                </a:solidFill>
                <a:latin typeface="Calibri"/>
                <a:cs typeface="Calibri"/>
              </a:rPr>
              <a:t>Preprocessing (Multi-</a:t>
            </a:r>
            <a:r>
              <a:rPr dirty="0" sz="1200" b="1">
                <a:solidFill>
                  <a:srgbClr val="FFFFFF"/>
                </a:solidFill>
                <a:latin typeface="Calibri"/>
                <a:cs typeface="Calibri"/>
              </a:rPr>
              <a:t>Feed</a:t>
            </a:r>
            <a:r>
              <a:rPr dirty="0" sz="1200" spc="10" b="1">
                <a:solidFill>
                  <a:srgbClr val="FFFFFF"/>
                </a:solidFill>
                <a:latin typeface="Calibri"/>
                <a:cs typeface="Calibri"/>
              </a:rPr>
              <a:t> </a:t>
            </a:r>
            <a:r>
              <a:rPr dirty="0" sz="1200" spc="-20" b="1">
                <a:solidFill>
                  <a:srgbClr val="FFFFFF"/>
                </a:solidFill>
                <a:latin typeface="Calibri"/>
                <a:cs typeface="Calibri"/>
              </a:rPr>
              <a:t>Live)</a:t>
            </a:r>
            <a:endParaRPr sz="1200">
              <a:latin typeface="Calibri"/>
              <a:cs typeface="Calibri"/>
            </a:endParaRPr>
          </a:p>
        </p:txBody>
      </p:sp>
      <p:grpSp>
        <p:nvGrpSpPr>
          <p:cNvPr id="9" name="object 9"/>
          <p:cNvGrpSpPr/>
          <p:nvPr/>
        </p:nvGrpSpPr>
        <p:grpSpPr>
          <a:xfrm>
            <a:off x="3431857" y="1626057"/>
            <a:ext cx="2463165" cy="1731645"/>
            <a:chOff x="3431857" y="1626057"/>
            <a:chExt cx="2463165" cy="1731645"/>
          </a:xfrm>
        </p:grpSpPr>
        <p:pic>
          <p:nvPicPr>
            <p:cNvPr id="10" name="object 10"/>
            <p:cNvPicPr/>
            <p:nvPr/>
          </p:nvPicPr>
          <p:blipFill>
            <a:blip r:embed="rId2" cstate="print"/>
            <a:stretch>
              <a:fillRect/>
            </a:stretch>
          </p:blipFill>
          <p:spPr>
            <a:xfrm>
              <a:off x="3431857" y="1626057"/>
              <a:ext cx="2463165" cy="1731644"/>
            </a:xfrm>
            <a:prstGeom prst="rect">
              <a:avLst/>
            </a:prstGeom>
          </p:spPr>
        </p:pic>
        <p:sp>
          <p:nvSpPr>
            <p:cNvPr id="11" name="object 11"/>
            <p:cNvSpPr/>
            <p:nvPr/>
          </p:nvSpPr>
          <p:spPr>
            <a:xfrm>
              <a:off x="3474720" y="1645919"/>
              <a:ext cx="2377440" cy="1645920"/>
            </a:xfrm>
            <a:custGeom>
              <a:avLst/>
              <a:gdLst/>
              <a:ahLst/>
              <a:cxnLst/>
              <a:rect l="l" t="t" r="r" b="b"/>
              <a:pathLst>
                <a:path w="2377440" h="1645920">
                  <a:moveTo>
                    <a:pt x="2103114" y="0"/>
                  </a:moveTo>
                  <a:lnTo>
                    <a:pt x="274325" y="0"/>
                  </a:lnTo>
                  <a:lnTo>
                    <a:pt x="225014" y="4419"/>
                  </a:lnTo>
                  <a:lnTo>
                    <a:pt x="178604" y="17162"/>
                  </a:lnTo>
                  <a:lnTo>
                    <a:pt x="135867" y="37453"/>
                  </a:lnTo>
                  <a:lnTo>
                    <a:pt x="97580"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0" y="1581402"/>
                  </a:lnTo>
                  <a:lnTo>
                    <a:pt x="135867" y="1608466"/>
                  </a:lnTo>
                  <a:lnTo>
                    <a:pt x="178604" y="1628757"/>
                  </a:lnTo>
                  <a:lnTo>
                    <a:pt x="225014" y="1641500"/>
                  </a:lnTo>
                  <a:lnTo>
                    <a:pt x="274325" y="1645919"/>
                  </a:lnTo>
                  <a:lnTo>
                    <a:pt x="2103114" y="1645919"/>
                  </a:lnTo>
                  <a:lnTo>
                    <a:pt x="2152425" y="1641500"/>
                  </a:lnTo>
                  <a:lnTo>
                    <a:pt x="2198835" y="1628757"/>
                  </a:lnTo>
                  <a:lnTo>
                    <a:pt x="2241572" y="1608466"/>
                  </a:lnTo>
                  <a:lnTo>
                    <a:pt x="2279859" y="1581402"/>
                  </a:lnTo>
                  <a:lnTo>
                    <a:pt x="2312922" y="1548339"/>
                  </a:lnTo>
                  <a:lnTo>
                    <a:pt x="2339986" y="1510052"/>
                  </a:lnTo>
                  <a:lnTo>
                    <a:pt x="2360277" y="1467315"/>
                  </a:lnTo>
                  <a:lnTo>
                    <a:pt x="2373020" y="1420905"/>
                  </a:lnTo>
                  <a:lnTo>
                    <a:pt x="2377440" y="1371594"/>
                  </a:lnTo>
                  <a:lnTo>
                    <a:pt x="2377440" y="274325"/>
                  </a:lnTo>
                  <a:lnTo>
                    <a:pt x="2373020" y="225014"/>
                  </a:lnTo>
                  <a:lnTo>
                    <a:pt x="2360277" y="178604"/>
                  </a:lnTo>
                  <a:lnTo>
                    <a:pt x="2339986" y="135867"/>
                  </a:lnTo>
                  <a:lnTo>
                    <a:pt x="2312922" y="97580"/>
                  </a:lnTo>
                  <a:lnTo>
                    <a:pt x="2279859" y="64517"/>
                  </a:lnTo>
                  <a:lnTo>
                    <a:pt x="2241572" y="37453"/>
                  </a:lnTo>
                  <a:lnTo>
                    <a:pt x="2198835" y="17162"/>
                  </a:lnTo>
                  <a:lnTo>
                    <a:pt x="2152425" y="4419"/>
                  </a:lnTo>
                  <a:lnTo>
                    <a:pt x="2103114" y="0"/>
                  </a:lnTo>
                  <a:close/>
                </a:path>
              </a:pathLst>
            </a:custGeom>
            <a:solidFill>
              <a:srgbClr val="0284C7"/>
            </a:solidFill>
          </p:spPr>
          <p:txBody>
            <a:bodyPr wrap="square" lIns="0" tIns="0" rIns="0" bIns="0" rtlCol="0"/>
            <a:lstStyle/>
            <a:p/>
          </p:txBody>
        </p:sp>
        <p:sp>
          <p:nvSpPr>
            <p:cNvPr id="12" name="object 12"/>
            <p:cNvSpPr/>
            <p:nvPr/>
          </p:nvSpPr>
          <p:spPr>
            <a:xfrm>
              <a:off x="3474720" y="164591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0284C7"/>
              </a:solidFill>
            </a:ln>
          </p:spPr>
          <p:txBody>
            <a:bodyPr wrap="square" lIns="0" tIns="0" rIns="0" bIns="0" rtlCol="0"/>
            <a:lstStyle/>
            <a:p/>
          </p:txBody>
        </p:sp>
      </p:grpSp>
      <p:sp>
        <p:nvSpPr>
          <p:cNvPr id="13" name="object 13"/>
          <p:cNvSpPr txBox="1"/>
          <p:nvPr/>
        </p:nvSpPr>
        <p:spPr>
          <a:xfrm>
            <a:off x="3638568" y="1964601"/>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2</a:t>
            </a:r>
            <a:endParaRPr sz="1600">
              <a:latin typeface="Calibri"/>
              <a:cs typeface="Calibri"/>
            </a:endParaRPr>
          </a:p>
        </p:txBody>
      </p:sp>
      <p:sp>
        <p:nvSpPr>
          <p:cNvPr id="14" name="object 14"/>
          <p:cNvSpPr txBox="1"/>
          <p:nvPr/>
        </p:nvSpPr>
        <p:spPr>
          <a:xfrm>
            <a:off x="4090104" y="2331412"/>
            <a:ext cx="1146810" cy="589280"/>
          </a:xfrm>
          <a:prstGeom prst="rect">
            <a:avLst/>
          </a:prstGeom>
        </p:spPr>
        <p:txBody>
          <a:bodyPr wrap="square" lIns="0" tIns="5080" rIns="0" bIns="0" rtlCol="0" vert="horz">
            <a:spAutoFit/>
          </a:bodyPr>
          <a:lstStyle/>
          <a:p>
            <a:pPr algn="ctr" marL="12065" marR="5080" indent="-635">
              <a:lnSpc>
                <a:spcPct val="104200"/>
              </a:lnSpc>
              <a:spcBef>
                <a:spcPts val="40"/>
              </a:spcBef>
            </a:pPr>
            <a:r>
              <a:rPr dirty="0" sz="1200" b="1">
                <a:solidFill>
                  <a:srgbClr val="FFFFFF"/>
                </a:solidFill>
                <a:latin typeface="Calibri"/>
                <a:cs typeface="Calibri"/>
              </a:rPr>
              <a:t>Spatial</a:t>
            </a:r>
            <a:r>
              <a:rPr dirty="0" sz="1200" spc="-50" b="1">
                <a:solidFill>
                  <a:srgbClr val="FFFFFF"/>
                </a:solidFill>
                <a:latin typeface="Calibri"/>
                <a:cs typeface="Calibri"/>
              </a:rPr>
              <a:t> </a:t>
            </a:r>
            <a:r>
              <a:rPr dirty="0" sz="1200" b="1">
                <a:solidFill>
                  <a:srgbClr val="FFFFFF"/>
                </a:solidFill>
                <a:latin typeface="Calibri"/>
                <a:cs typeface="Calibri"/>
              </a:rPr>
              <a:t>Index</a:t>
            </a:r>
            <a:r>
              <a:rPr dirty="0" sz="1200" spc="-50" b="1">
                <a:solidFill>
                  <a:srgbClr val="FFFFFF"/>
                </a:solidFill>
                <a:latin typeface="Calibri"/>
                <a:cs typeface="Calibri"/>
              </a:rPr>
              <a:t> &amp; </a:t>
            </a:r>
            <a:r>
              <a:rPr dirty="0" sz="1200" b="1">
                <a:solidFill>
                  <a:srgbClr val="FFFFFF"/>
                </a:solidFill>
                <a:latin typeface="Calibri"/>
                <a:cs typeface="Calibri"/>
              </a:rPr>
              <a:t>Port</a:t>
            </a:r>
            <a:r>
              <a:rPr dirty="0" sz="1200" spc="-40" b="1">
                <a:solidFill>
                  <a:srgbClr val="FFFFFF"/>
                </a:solidFill>
                <a:latin typeface="Calibri"/>
                <a:cs typeface="Calibri"/>
              </a:rPr>
              <a:t> </a:t>
            </a:r>
            <a:r>
              <a:rPr dirty="0" sz="1200" spc="-10" b="1">
                <a:solidFill>
                  <a:srgbClr val="FFFFFF"/>
                </a:solidFill>
                <a:latin typeface="Calibri"/>
                <a:cs typeface="Calibri"/>
              </a:rPr>
              <a:t>Registry</a:t>
            </a:r>
            <a:r>
              <a:rPr dirty="0" sz="1200" spc="500" b="1">
                <a:solidFill>
                  <a:srgbClr val="FFFFFF"/>
                </a:solidFill>
                <a:latin typeface="Calibri"/>
                <a:cs typeface="Calibri"/>
              </a:rPr>
              <a:t> </a:t>
            </a:r>
            <a:r>
              <a:rPr dirty="0" sz="1200" b="1">
                <a:solidFill>
                  <a:srgbClr val="FFFFFF"/>
                </a:solidFill>
                <a:latin typeface="Calibri"/>
                <a:cs typeface="Calibri"/>
              </a:rPr>
              <a:t>(35+</a:t>
            </a:r>
            <a:r>
              <a:rPr dirty="0" sz="1200" spc="-30" b="1">
                <a:solidFill>
                  <a:srgbClr val="FFFFFF"/>
                </a:solidFill>
                <a:latin typeface="Calibri"/>
                <a:cs typeface="Calibri"/>
              </a:rPr>
              <a:t> </a:t>
            </a:r>
            <a:r>
              <a:rPr dirty="0" sz="1200" b="1">
                <a:solidFill>
                  <a:srgbClr val="FFFFFF"/>
                </a:solidFill>
                <a:latin typeface="Calibri"/>
                <a:cs typeface="Calibri"/>
              </a:rPr>
              <a:t>Indian</a:t>
            </a:r>
            <a:r>
              <a:rPr dirty="0" sz="1200" spc="-25" b="1">
                <a:solidFill>
                  <a:srgbClr val="FFFFFF"/>
                </a:solidFill>
                <a:latin typeface="Calibri"/>
                <a:cs typeface="Calibri"/>
              </a:rPr>
              <a:t> </a:t>
            </a:r>
            <a:r>
              <a:rPr dirty="0" sz="1200" spc="-10" b="1">
                <a:solidFill>
                  <a:srgbClr val="FFFFFF"/>
                </a:solidFill>
                <a:latin typeface="Calibri"/>
                <a:cs typeface="Calibri"/>
              </a:rPr>
              <a:t>Ports)</a:t>
            </a:r>
            <a:endParaRPr sz="1200">
              <a:latin typeface="Calibri"/>
              <a:cs typeface="Calibri"/>
            </a:endParaRPr>
          </a:p>
        </p:txBody>
      </p:sp>
      <p:grpSp>
        <p:nvGrpSpPr>
          <p:cNvPr id="15" name="object 15"/>
          <p:cNvGrpSpPr/>
          <p:nvPr/>
        </p:nvGrpSpPr>
        <p:grpSpPr>
          <a:xfrm>
            <a:off x="6175057" y="1626057"/>
            <a:ext cx="2463165" cy="1731645"/>
            <a:chOff x="6175057" y="1626057"/>
            <a:chExt cx="2463165" cy="1731645"/>
          </a:xfrm>
        </p:grpSpPr>
        <p:pic>
          <p:nvPicPr>
            <p:cNvPr id="16" name="object 16"/>
            <p:cNvPicPr/>
            <p:nvPr/>
          </p:nvPicPr>
          <p:blipFill>
            <a:blip r:embed="rId2" cstate="print"/>
            <a:stretch>
              <a:fillRect/>
            </a:stretch>
          </p:blipFill>
          <p:spPr>
            <a:xfrm>
              <a:off x="6175057" y="1626057"/>
              <a:ext cx="2463164" cy="1731644"/>
            </a:xfrm>
            <a:prstGeom prst="rect">
              <a:avLst/>
            </a:prstGeom>
          </p:spPr>
        </p:pic>
        <p:sp>
          <p:nvSpPr>
            <p:cNvPr id="17" name="object 17"/>
            <p:cNvSpPr/>
            <p:nvPr/>
          </p:nvSpPr>
          <p:spPr>
            <a:xfrm>
              <a:off x="6217920" y="1645919"/>
              <a:ext cx="2377440" cy="1645920"/>
            </a:xfrm>
            <a:custGeom>
              <a:avLst/>
              <a:gdLst/>
              <a:ahLst/>
              <a:cxnLst/>
              <a:rect l="l" t="t" r="r" b="b"/>
              <a:pathLst>
                <a:path w="2377440" h="1645920">
                  <a:moveTo>
                    <a:pt x="2103114" y="0"/>
                  </a:moveTo>
                  <a:lnTo>
                    <a:pt x="274325" y="0"/>
                  </a:lnTo>
                  <a:lnTo>
                    <a:pt x="225014" y="4419"/>
                  </a:lnTo>
                  <a:lnTo>
                    <a:pt x="178604" y="17162"/>
                  </a:lnTo>
                  <a:lnTo>
                    <a:pt x="135867" y="37453"/>
                  </a:lnTo>
                  <a:lnTo>
                    <a:pt x="97580"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0" y="1581402"/>
                  </a:lnTo>
                  <a:lnTo>
                    <a:pt x="135867" y="1608466"/>
                  </a:lnTo>
                  <a:lnTo>
                    <a:pt x="178604" y="1628757"/>
                  </a:lnTo>
                  <a:lnTo>
                    <a:pt x="225014" y="1641500"/>
                  </a:lnTo>
                  <a:lnTo>
                    <a:pt x="274325" y="1645919"/>
                  </a:lnTo>
                  <a:lnTo>
                    <a:pt x="2103114" y="1645919"/>
                  </a:lnTo>
                  <a:lnTo>
                    <a:pt x="2152425" y="1641500"/>
                  </a:lnTo>
                  <a:lnTo>
                    <a:pt x="2198835" y="1628757"/>
                  </a:lnTo>
                  <a:lnTo>
                    <a:pt x="2241572" y="1608466"/>
                  </a:lnTo>
                  <a:lnTo>
                    <a:pt x="2279859" y="1581402"/>
                  </a:lnTo>
                  <a:lnTo>
                    <a:pt x="2312922" y="1548339"/>
                  </a:lnTo>
                  <a:lnTo>
                    <a:pt x="2339986" y="1510052"/>
                  </a:lnTo>
                  <a:lnTo>
                    <a:pt x="2360277" y="1467315"/>
                  </a:lnTo>
                  <a:lnTo>
                    <a:pt x="2373020" y="1420905"/>
                  </a:lnTo>
                  <a:lnTo>
                    <a:pt x="2377439" y="1371594"/>
                  </a:lnTo>
                  <a:lnTo>
                    <a:pt x="2377439" y="274325"/>
                  </a:lnTo>
                  <a:lnTo>
                    <a:pt x="2373020" y="225014"/>
                  </a:lnTo>
                  <a:lnTo>
                    <a:pt x="2360277" y="178604"/>
                  </a:lnTo>
                  <a:lnTo>
                    <a:pt x="2339986" y="135867"/>
                  </a:lnTo>
                  <a:lnTo>
                    <a:pt x="2312922" y="97580"/>
                  </a:lnTo>
                  <a:lnTo>
                    <a:pt x="2279859" y="64517"/>
                  </a:lnTo>
                  <a:lnTo>
                    <a:pt x="2241572" y="37453"/>
                  </a:lnTo>
                  <a:lnTo>
                    <a:pt x="2198835" y="17162"/>
                  </a:lnTo>
                  <a:lnTo>
                    <a:pt x="2152425" y="4419"/>
                  </a:lnTo>
                  <a:lnTo>
                    <a:pt x="2103114" y="0"/>
                  </a:lnTo>
                  <a:close/>
                </a:path>
              </a:pathLst>
            </a:custGeom>
            <a:solidFill>
              <a:srgbClr val="0284C7"/>
            </a:solidFill>
          </p:spPr>
          <p:txBody>
            <a:bodyPr wrap="square" lIns="0" tIns="0" rIns="0" bIns="0" rtlCol="0"/>
            <a:lstStyle/>
            <a:p/>
          </p:txBody>
        </p:sp>
        <p:sp>
          <p:nvSpPr>
            <p:cNvPr id="18" name="object 18"/>
            <p:cNvSpPr/>
            <p:nvPr/>
          </p:nvSpPr>
          <p:spPr>
            <a:xfrm>
              <a:off x="6217920" y="164591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0284C7"/>
              </a:solidFill>
            </a:ln>
          </p:spPr>
          <p:txBody>
            <a:bodyPr wrap="square" lIns="0" tIns="0" rIns="0" bIns="0" rtlCol="0"/>
            <a:lstStyle/>
            <a:p/>
          </p:txBody>
        </p:sp>
      </p:grpSp>
      <p:sp>
        <p:nvSpPr>
          <p:cNvPr id="19" name="object 19"/>
          <p:cNvSpPr txBox="1"/>
          <p:nvPr/>
        </p:nvSpPr>
        <p:spPr>
          <a:xfrm>
            <a:off x="6381768" y="1964601"/>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3</a:t>
            </a:r>
            <a:endParaRPr sz="1600">
              <a:latin typeface="Calibri"/>
              <a:cs typeface="Calibri"/>
            </a:endParaRPr>
          </a:p>
        </p:txBody>
      </p:sp>
      <p:sp>
        <p:nvSpPr>
          <p:cNvPr id="20" name="object 20"/>
          <p:cNvSpPr txBox="1"/>
          <p:nvPr/>
        </p:nvSpPr>
        <p:spPr>
          <a:xfrm>
            <a:off x="6849154" y="2331412"/>
            <a:ext cx="1114425" cy="589280"/>
          </a:xfrm>
          <a:prstGeom prst="rect">
            <a:avLst/>
          </a:prstGeom>
        </p:spPr>
        <p:txBody>
          <a:bodyPr wrap="square" lIns="0" tIns="5080" rIns="0" bIns="0" rtlCol="0" vert="horz">
            <a:spAutoFit/>
          </a:bodyPr>
          <a:lstStyle/>
          <a:p>
            <a:pPr marL="92710" marR="5080" indent="-80645">
              <a:lnSpc>
                <a:spcPct val="104200"/>
              </a:lnSpc>
              <a:spcBef>
                <a:spcPts val="40"/>
              </a:spcBef>
            </a:pPr>
            <a:r>
              <a:rPr dirty="0" sz="1200" b="1">
                <a:solidFill>
                  <a:srgbClr val="FFFFFF"/>
                </a:solidFill>
                <a:latin typeface="Calibri"/>
                <a:cs typeface="Calibri"/>
              </a:rPr>
              <a:t>Scientific</a:t>
            </a:r>
            <a:r>
              <a:rPr dirty="0" sz="1200" spc="-70" b="1">
                <a:solidFill>
                  <a:srgbClr val="FFFFFF"/>
                </a:solidFill>
                <a:latin typeface="Calibri"/>
                <a:cs typeface="Calibri"/>
              </a:rPr>
              <a:t> </a:t>
            </a:r>
            <a:r>
              <a:rPr dirty="0" sz="1200" spc="-10" b="1">
                <a:solidFill>
                  <a:srgbClr val="FFFFFF"/>
                </a:solidFill>
                <a:latin typeface="Calibri"/>
                <a:cs typeface="Calibri"/>
              </a:rPr>
              <a:t>Engines </a:t>
            </a:r>
            <a:r>
              <a:rPr dirty="0" sz="1200" b="1">
                <a:solidFill>
                  <a:srgbClr val="FFFFFF"/>
                </a:solidFill>
                <a:latin typeface="Calibri"/>
                <a:cs typeface="Calibri"/>
              </a:rPr>
              <a:t>(Risk,</a:t>
            </a:r>
            <a:r>
              <a:rPr dirty="0" sz="1200" spc="-25" b="1">
                <a:solidFill>
                  <a:srgbClr val="FFFFFF"/>
                </a:solidFill>
                <a:latin typeface="Calibri"/>
                <a:cs typeface="Calibri"/>
              </a:rPr>
              <a:t> </a:t>
            </a:r>
            <a:r>
              <a:rPr dirty="0" sz="1200" spc="-10" b="1">
                <a:solidFill>
                  <a:srgbClr val="FFFFFF"/>
                </a:solidFill>
                <a:latin typeface="Calibri"/>
                <a:cs typeface="Calibri"/>
              </a:rPr>
              <a:t>Route, </a:t>
            </a:r>
            <a:r>
              <a:rPr dirty="0" sz="1200" b="1">
                <a:solidFill>
                  <a:srgbClr val="FFFFFF"/>
                </a:solidFill>
                <a:latin typeface="Calibri"/>
                <a:cs typeface="Calibri"/>
              </a:rPr>
              <a:t>PFZ</a:t>
            </a:r>
            <a:r>
              <a:rPr dirty="0" sz="1200" spc="-20" b="1">
                <a:solidFill>
                  <a:srgbClr val="FFFFFF"/>
                </a:solidFill>
                <a:latin typeface="Calibri"/>
                <a:cs typeface="Calibri"/>
              </a:rPr>
              <a:t> </a:t>
            </a:r>
            <a:r>
              <a:rPr dirty="0" sz="1200" spc="-10" b="1">
                <a:solidFill>
                  <a:srgbClr val="FFFFFF"/>
                </a:solidFill>
                <a:latin typeface="Calibri"/>
                <a:cs typeface="Calibri"/>
              </a:rPr>
              <a:t>Calibrator)</a:t>
            </a:r>
            <a:endParaRPr sz="1200">
              <a:latin typeface="Calibri"/>
              <a:cs typeface="Calibri"/>
            </a:endParaRPr>
          </a:p>
        </p:txBody>
      </p:sp>
      <p:grpSp>
        <p:nvGrpSpPr>
          <p:cNvPr id="21" name="object 21"/>
          <p:cNvGrpSpPr/>
          <p:nvPr/>
        </p:nvGrpSpPr>
        <p:grpSpPr>
          <a:xfrm>
            <a:off x="8918257" y="1626057"/>
            <a:ext cx="2463165" cy="1731645"/>
            <a:chOff x="8918257" y="1626057"/>
            <a:chExt cx="2463165" cy="1731645"/>
          </a:xfrm>
        </p:grpSpPr>
        <p:pic>
          <p:nvPicPr>
            <p:cNvPr id="22" name="object 22"/>
            <p:cNvPicPr/>
            <p:nvPr/>
          </p:nvPicPr>
          <p:blipFill>
            <a:blip r:embed="rId2" cstate="print"/>
            <a:stretch>
              <a:fillRect/>
            </a:stretch>
          </p:blipFill>
          <p:spPr>
            <a:xfrm>
              <a:off x="8918257" y="1626057"/>
              <a:ext cx="2463164" cy="1731644"/>
            </a:xfrm>
            <a:prstGeom prst="rect">
              <a:avLst/>
            </a:prstGeom>
          </p:spPr>
        </p:pic>
        <p:sp>
          <p:nvSpPr>
            <p:cNvPr id="23" name="object 23"/>
            <p:cNvSpPr/>
            <p:nvPr/>
          </p:nvSpPr>
          <p:spPr>
            <a:xfrm>
              <a:off x="8961119" y="1645919"/>
              <a:ext cx="2377440" cy="1645920"/>
            </a:xfrm>
            <a:custGeom>
              <a:avLst/>
              <a:gdLst/>
              <a:ahLst/>
              <a:cxnLst/>
              <a:rect l="l" t="t" r="r" b="b"/>
              <a:pathLst>
                <a:path w="2377440" h="1645920">
                  <a:moveTo>
                    <a:pt x="2103113" y="0"/>
                  </a:moveTo>
                  <a:lnTo>
                    <a:pt x="274325" y="0"/>
                  </a:lnTo>
                  <a:lnTo>
                    <a:pt x="225014" y="4419"/>
                  </a:lnTo>
                  <a:lnTo>
                    <a:pt x="178604" y="17162"/>
                  </a:lnTo>
                  <a:lnTo>
                    <a:pt x="135867" y="37453"/>
                  </a:lnTo>
                  <a:lnTo>
                    <a:pt x="97580"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0" y="1581402"/>
                  </a:lnTo>
                  <a:lnTo>
                    <a:pt x="135867" y="1608466"/>
                  </a:lnTo>
                  <a:lnTo>
                    <a:pt x="178604" y="1628757"/>
                  </a:lnTo>
                  <a:lnTo>
                    <a:pt x="225014" y="1641500"/>
                  </a:lnTo>
                  <a:lnTo>
                    <a:pt x="274325" y="1645919"/>
                  </a:lnTo>
                  <a:lnTo>
                    <a:pt x="2103113" y="1645919"/>
                  </a:lnTo>
                  <a:lnTo>
                    <a:pt x="2152424" y="1641500"/>
                  </a:lnTo>
                  <a:lnTo>
                    <a:pt x="2198834" y="1628757"/>
                  </a:lnTo>
                  <a:lnTo>
                    <a:pt x="2241571" y="1608466"/>
                  </a:lnTo>
                  <a:lnTo>
                    <a:pt x="2279858" y="1581402"/>
                  </a:lnTo>
                  <a:lnTo>
                    <a:pt x="2312921" y="1548339"/>
                  </a:lnTo>
                  <a:lnTo>
                    <a:pt x="2339986" y="1510052"/>
                  </a:lnTo>
                  <a:lnTo>
                    <a:pt x="2360277" y="1467315"/>
                  </a:lnTo>
                  <a:lnTo>
                    <a:pt x="2373020" y="1420905"/>
                  </a:lnTo>
                  <a:lnTo>
                    <a:pt x="2377439" y="1371594"/>
                  </a:lnTo>
                  <a:lnTo>
                    <a:pt x="2377439" y="274325"/>
                  </a:lnTo>
                  <a:lnTo>
                    <a:pt x="2373020" y="225014"/>
                  </a:lnTo>
                  <a:lnTo>
                    <a:pt x="2360277" y="178604"/>
                  </a:lnTo>
                  <a:lnTo>
                    <a:pt x="2339986" y="135867"/>
                  </a:lnTo>
                  <a:lnTo>
                    <a:pt x="2312921" y="97580"/>
                  </a:lnTo>
                  <a:lnTo>
                    <a:pt x="2279858" y="64517"/>
                  </a:lnTo>
                  <a:lnTo>
                    <a:pt x="2241571" y="37453"/>
                  </a:lnTo>
                  <a:lnTo>
                    <a:pt x="2198834" y="17162"/>
                  </a:lnTo>
                  <a:lnTo>
                    <a:pt x="2152424" y="4419"/>
                  </a:lnTo>
                  <a:lnTo>
                    <a:pt x="2103113" y="0"/>
                  </a:lnTo>
                  <a:close/>
                </a:path>
              </a:pathLst>
            </a:custGeom>
            <a:solidFill>
              <a:srgbClr val="0284C7"/>
            </a:solidFill>
          </p:spPr>
          <p:txBody>
            <a:bodyPr wrap="square" lIns="0" tIns="0" rIns="0" bIns="0" rtlCol="0"/>
            <a:lstStyle/>
            <a:p/>
          </p:txBody>
        </p:sp>
        <p:sp>
          <p:nvSpPr>
            <p:cNvPr id="24" name="object 24"/>
            <p:cNvSpPr/>
            <p:nvPr/>
          </p:nvSpPr>
          <p:spPr>
            <a:xfrm>
              <a:off x="8961119" y="164591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0284C7"/>
              </a:solidFill>
            </a:ln>
          </p:spPr>
          <p:txBody>
            <a:bodyPr wrap="square" lIns="0" tIns="0" rIns="0" bIns="0" rtlCol="0"/>
            <a:lstStyle/>
            <a:p/>
          </p:txBody>
        </p:sp>
      </p:grpSp>
      <p:sp>
        <p:nvSpPr>
          <p:cNvPr id="25" name="object 25"/>
          <p:cNvSpPr txBox="1"/>
          <p:nvPr/>
        </p:nvSpPr>
        <p:spPr>
          <a:xfrm>
            <a:off x="9124969" y="1964601"/>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4</a:t>
            </a:r>
            <a:endParaRPr sz="1600">
              <a:latin typeface="Calibri"/>
              <a:cs typeface="Calibri"/>
            </a:endParaRPr>
          </a:p>
        </p:txBody>
      </p:sp>
      <p:sp>
        <p:nvSpPr>
          <p:cNvPr id="26" name="object 26"/>
          <p:cNvSpPr txBox="1"/>
          <p:nvPr/>
        </p:nvSpPr>
        <p:spPr>
          <a:xfrm>
            <a:off x="9616315" y="2331412"/>
            <a:ext cx="1067435" cy="589280"/>
          </a:xfrm>
          <a:prstGeom prst="rect">
            <a:avLst/>
          </a:prstGeom>
        </p:spPr>
        <p:txBody>
          <a:bodyPr wrap="square" lIns="0" tIns="5080" rIns="0" bIns="0" rtlCol="0" vert="horz">
            <a:spAutoFit/>
          </a:bodyPr>
          <a:lstStyle/>
          <a:p>
            <a:pPr algn="ctr" marL="12700" marR="5080">
              <a:lnSpc>
                <a:spcPct val="104200"/>
              </a:lnSpc>
              <a:spcBef>
                <a:spcPts val="40"/>
              </a:spcBef>
            </a:pPr>
            <a:r>
              <a:rPr dirty="0" sz="1200" spc="-10" b="1">
                <a:solidFill>
                  <a:srgbClr val="FFFFFF"/>
                </a:solidFill>
                <a:latin typeface="Calibri"/>
                <a:cs typeface="Calibri"/>
              </a:rPr>
              <a:t>8-</a:t>
            </a:r>
            <a:r>
              <a:rPr dirty="0" sz="1200" b="1">
                <a:solidFill>
                  <a:srgbClr val="FFFFFF"/>
                </a:solidFill>
                <a:latin typeface="Calibri"/>
                <a:cs typeface="Calibri"/>
              </a:rPr>
              <a:t>Agent</a:t>
            </a:r>
            <a:r>
              <a:rPr dirty="0" sz="1200" spc="-40" b="1">
                <a:solidFill>
                  <a:srgbClr val="FFFFFF"/>
                </a:solidFill>
                <a:latin typeface="Calibri"/>
                <a:cs typeface="Calibri"/>
              </a:rPr>
              <a:t> </a:t>
            </a:r>
            <a:r>
              <a:rPr dirty="0" sz="1200" spc="-10" b="1">
                <a:solidFill>
                  <a:srgbClr val="FFFFFF"/>
                </a:solidFill>
                <a:latin typeface="Calibri"/>
                <a:cs typeface="Calibri"/>
              </a:rPr>
              <a:t>Pipeline </a:t>
            </a:r>
            <a:r>
              <a:rPr dirty="0" sz="1200" b="1">
                <a:solidFill>
                  <a:srgbClr val="FFFFFF"/>
                </a:solidFill>
                <a:latin typeface="Calibri"/>
                <a:cs typeface="Calibri"/>
              </a:rPr>
              <a:t>&amp;</a:t>
            </a:r>
            <a:r>
              <a:rPr dirty="0" sz="1200" spc="-10" b="1">
                <a:solidFill>
                  <a:srgbClr val="FFFFFF"/>
                </a:solidFill>
                <a:latin typeface="Calibri"/>
                <a:cs typeface="Calibri"/>
              </a:rPr>
              <a:t> Orchestrator </a:t>
            </a:r>
            <a:r>
              <a:rPr dirty="0" sz="1200" b="1">
                <a:solidFill>
                  <a:srgbClr val="FFFFFF"/>
                </a:solidFill>
                <a:latin typeface="Calibri"/>
                <a:cs typeface="Calibri"/>
              </a:rPr>
              <a:t>(FastAPI</a:t>
            </a:r>
            <a:r>
              <a:rPr dirty="0" sz="1200" spc="-70" b="1">
                <a:solidFill>
                  <a:srgbClr val="FFFFFF"/>
                </a:solidFill>
                <a:latin typeface="Calibri"/>
                <a:cs typeface="Calibri"/>
              </a:rPr>
              <a:t> </a:t>
            </a:r>
            <a:r>
              <a:rPr dirty="0" sz="1200" spc="-10" b="1">
                <a:solidFill>
                  <a:srgbClr val="FFFFFF"/>
                </a:solidFill>
                <a:latin typeface="Calibri"/>
                <a:cs typeface="Calibri"/>
              </a:rPr>
              <a:t>Engine)</a:t>
            </a:r>
            <a:endParaRPr sz="1200">
              <a:latin typeface="Calibri"/>
              <a:cs typeface="Calibri"/>
            </a:endParaRPr>
          </a:p>
        </p:txBody>
      </p:sp>
      <p:grpSp>
        <p:nvGrpSpPr>
          <p:cNvPr id="27" name="object 27"/>
          <p:cNvGrpSpPr/>
          <p:nvPr/>
        </p:nvGrpSpPr>
        <p:grpSpPr>
          <a:xfrm>
            <a:off x="688657" y="3820617"/>
            <a:ext cx="2463165" cy="1731645"/>
            <a:chOff x="688657" y="3820617"/>
            <a:chExt cx="2463165" cy="1731645"/>
          </a:xfrm>
        </p:grpSpPr>
        <p:pic>
          <p:nvPicPr>
            <p:cNvPr id="28" name="object 28"/>
            <p:cNvPicPr/>
            <p:nvPr/>
          </p:nvPicPr>
          <p:blipFill>
            <a:blip r:embed="rId2" cstate="print"/>
            <a:stretch>
              <a:fillRect/>
            </a:stretch>
          </p:blipFill>
          <p:spPr>
            <a:xfrm>
              <a:off x="688657" y="3820617"/>
              <a:ext cx="2463165" cy="1731645"/>
            </a:xfrm>
            <a:prstGeom prst="rect">
              <a:avLst/>
            </a:prstGeom>
          </p:spPr>
        </p:pic>
        <p:sp>
          <p:nvSpPr>
            <p:cNvPr id="29" name="object 29"/>
            <p:cNvSpPr/>
            <p:nvPr/>
          </p:nvSpPr>
          <p:spPr>
            <a:xfrm>
              <a:off x="731519" y="3840479"/>
              <a:ext cx="2377440" cy="1645920"/>
            </a:xfrm>
            <a:custGeom>
              <a:avLst/>
              <a:gdLst/>
              <a:ahLst/>
              <a:cxnLst/>
              <a:rect l="l" t="t" r="r" b="b"/>
              <a:pathLst>
                <a:path w="2377440" h="1645920">
                  <a:moveTo>
                    <a:pt x="2103114" y="0"/>
                  </a:moveTo>
                  <a:lnTo>
                    <a:pt x="274325" y="0"/>
                  </a:lnTo>
                  <a:lnTo>
                    <a:pt x="225015" y="4419"/>
                  </a:lnTo>
                  <a:lnTo>
                    <a:pt x="178604" y="17162"/>
                  </a:lnTo>
                  <a:lnTo>
                    <a:pt x="135868" y="37453"/>
                  </a:lnTo>
                  <a:lnTo>
                    <a:pt x="97581"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1" y="1581402"/>
                  </a:lnTo>
                  <a:lnTo>
                    <a:pt x="135868" y="1608466"/>
                  </a:lnTo>
                  <a:lnTo>
                    <a:pt x="178604" y="1628757"/>
                  </a:lnTo>
                  <a:lnTo>
                    <a:pt x="225015" y="1641500"/>
                  </a:lnTo>
                  <a:lnTo>
                    <a:pt x="274325" y="1645920"/>
                  </a:lnTo>
                  <a:lnTo>
                    <a:pt x="2103114" y="1645920"/>
                  </a:lnTo>
                  <a:lnTo>
                    <a:pt x="2152425" y="1641500"/>
                  </a:lnTo>
                  <a:lnTo>
                    <a:pt x="2198835" y="1628757"/>
                  </a:lnTo>
                  <a:lnTo>
                    <a:pt x="2241572" y="1608466"/>
                  </a:lnTo>
                  <a:lnTo>
                    <a:pt x="2279859" y="1581402"/>
                  </a:lnTo>
                  <a:lnTo>
                    <a:pt x="2312922" y="1548339"/>
                  </a:lnTo>
                  <a:lnTo>
                    <a:pt x="2339986" y="1510052"/>
                  </a:lnTo>
                  <a:lnTo>
                    <a:pt x="2360277" y="1467315"/>
                  </a:lnTo>
                  <a:lnTo>
                    <a:pt x="2373020" y="1420905"/>
                  </a:lnTo>
                  <a:lnTo>
                    <a:pt x="2377440" y="1371594"/>
                  </a:lnTo>
                  <a:lnTo>
                    <a:pt x="2377440" y="274325"/>
                  </a:lnTo>
                  <a:lnTo>
                    <a:pt x="2373020" y="225014"/>
                  </a:lnTo>
                  <a:lnTo>
                    <a:pt x="2360277" y="178604"/>
                  </a:lnTo>
                  <a:lnTo>
                    <a:pt x="2339986" y="135867"/>
                  </a:lnTo>
                  <a:lnTo>
                    <a:pt x="2312922" y="97580"/>
                  </a:lnTo>
                  <a:lnTo>
                    <a:pt x="2279859" y="64517"/>
                  </a:lnTo>
                  <a:lnTo>
                    <a:pt x="2241572" y="37453"/>
                  </a:lnTo>
                  <a:lnTo>
                    <a:pt x="2198835" y="17162"/>
                  </a:lnTo>
                  <a:lnTo>
                    <a:pt x="2152425" y="4419"/>
                  </a:lnTo>
                  <a:lnTo>
                    <a:pt x="2103114" y="0"/>
                  </a:lnTo>
                  <a:close/>
                </a:path>
              </a:pathLst>
            </a:custGeom>
            <a:solidFill>
              <a:srgbClr val="0284C7"/>
            </a:solidFill>
          </p:spPr>
          <p:txBody>
            <a:bodyPr wrap="square" lIns="0" tIns="0" rIns="0" bIns="0" rtlCol="0"/>
            <a:lstStyle/>
            <a:p/>
          </p:txBody>
        </p:sp>
        <p:sp>
          <p:nvSpPr>
            <p:cNvPr id="30" name="object 30"/>
            <p:cNvSpPr/>
            <p:nvPr/>
          </p:nvSpPr>
          <p:spPr>
            <a:xfrm>
              <a:off x="731519" y="384047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0284C7"/>
              </a:solidFill>
            </a:ln>
          </p:spPr>
          <p:txBody>
            <a:bodyPr wrap="square" lIns="0" tIns="0" rIns="0" bIns="0" rtlCol="0"/>
            <a:lstStyle/>
            <a:p/>
          </p:txBody>
        </p:sp>
      </p:grpSp>
      <p:sp>
        <p:nvSpPr>
          <p:cNvPr id="31" name="object 31"/>
          <p:cNvSpPr txBox="1"/>
          <p:nvPr/>
        </p:nvSpPr>
        <p:spPr>
          <a:xfrm>
            <a:off x="895369" y="4159160"/>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5</a:t>
            </a:r>
            <a:endParaRPr sz="1600">
              <a:latin typeface="Calibri"/>
              <a:cs typeface="Calibri"/>
            </a:endParaRPr>
          </a:p>
        </p:txBody>
      </p:sp>
      <p:sp>
        <p:nvSpPr>
          <p:cNvPr id="32" name="object 32"/>
          <p:cNvSpPr txBox="1"/>
          <p:nvPr/>
        </p:nvSpPr>
        <p:spPr>
          <a:xfrm>
            <a:off x="1309734" y="4525972"/>
            <a:ext cx="1220470" cy="589280"/>
          </a:xfrm>
          <a:prstGeom prst="rect">
            <a:avLst/>
          </a:prstGeom>
        </p:spPr>
        <p:txBody>
          <a:bodyPr wrap="square" lIns="0" tIns="5080" rIns="0" bIns="0" rtlCol="0" vert="horz">
            <a:spAutoFit/>
          </a:bodyPr>
          <a:lstStyle/>
          <a:p>
            <a:pPr algn="ctr" marL="12065" marR="5080">
              <a:lnSpc>
                <a:spcPct val="104200"/>
              </a:lnSpc>
              <a:spcBef>
                <a:spcPts val="40"/>
              </a:spcBef>
            </a:pPr>
            <a:r>
              <a:rPr dirty="0" sz="1200" spc="-10" b="1">
                <a:solidFill>
                  <a:srgbClr val="FFFFFF"/>
                </a:solidFill>
                <a:latin typeface="Calibri"/>
                <a:cs typeface="Calibri"/>
              </a:rPr>
              <a:t>Interactive </a:t>
            </a:r>
            <a:r>
              <a:rPr dirty="0" sz="1200" b="1">
                <a:solidFill>
                  <a:srgbClr val="FFFFFF"/>
                </a:solidFill>
                <a:latin typeface="Calibri"/>
                <a:cs typeface="Calibri"/>
              </a:rPr>
              <a:t>UI</a:t>
            </a:r>
            <a:r>
              <a:rPr dirty="0" sz="1200" spc="-5" b="1">
                <a:solidFill>
                  <a:srgbClr val="FFFFFF"/>
                </a:solidFill>
                <a:latin typeface="Calibri"/>
                <a:cs typeface="Calibri"/>
              </a:rPr>
              <a:t> </a:t>
            </a:r>
            <a:r>
              <a:rPr dirty="0" sz="1200" spc="-50" b="1">
                <a:solidFill>
                  <a:srgbClr val="FFFFFF"/>
                </a:solidFill>
                <a:latin typeface="Calibri"/>
                <a:cs typeface="Calibri"/>
              </a:rPr>
              <a:t>&amp; </a:t>
            </a:r>
            <a:r>
              <a:rPr dirty="0" sz="1200" b="1">
                <a:solidFill>
                  <a:srgbClr val="FFFFFF"/>
                </a:solidFill>
                <a:latin typeface="Calibri"/>
                <a:cs typeface="Calibri"/>
              </a:rPr>
              <a:t>Leaflet</a:t>
            </a:r>
            <a:r>
              <a:rPr dirty="0" sz="1200" spc="-35" b="1">
                <a:solidFill>
                  <a:srgbClr val="FFFFFF"/>
                </a:solidFill>
                <a:latin typeface="Calibri"/>
                <a:cs typeface="Calibri"/>
              </a:rPr>
              <a:t> </a:t>
            </a:r>
            <a:r>
              <a:rPr dirty="0" sz="1200" b="1">
                <a:solidFill>
                  <a:srgbClr val="FFFFFF"/>
                </a:solidFill>
                <a:latin typeface="Calibri"/>
                <a:cs typeface="Calibri"/>
              </a:rPr>
              <a:t>Ocean</a:t>
            </a:r>
            <a:r>
              <a:rPr dirty="0" sz="1200" spc="-30" b="1">
                <a:solidFill>
                  <a:srgbClr val="FFFFFF"/>
                </a:solidFill>
                <a:latin typeface="Calibri"/>
                <a:cs typeface="Calibri"/>
              </a:rPr>
              <a:t> </a:t>
            </a:r>
            <a:r>
              <a:rPr dirty="0" sz="1200" spc="-25" b="1">
                <a:solidFill>
                  <a:srgbClr val="FFFFFF"/>
                </a:solidFill>
                <a:latin typeface="Calibri"/>
                <a:cs typeface="Calibri"/>
              </a:rPr>
              <a:t>GIS </a:t>
            </a:r>
            <a:r>
              <a:rPr dirty="0" sz="1200" b="1">
                <a:solidFill>
                  <a:srgbClr val="FFFFFF"/>
                </a:solidFill>
                <a:latin typeface="Calibri"/>
                <a:cs typeface="Calibri"/>
              </a:rPr>
              <a:t>(HUD</a:t>
            </a:r>
            <a:r>
              <a:rPr dirty="0" sz="1200" spc="-30" b="1">
                <a:solidFill>
                  <a:srgbClr val="FFFFFF"/>
                </a:solidFill>
                <a:latin typeface="Calibri"/>
                <a:cs typeface="Calibri"/>
              </a:rPr>
              <a:t> </a:t>
            </a:r>
            <a:r>
              <a:rPr dirty="0" sz="1200" b="1">
                <a:solidFill>
                  <a:srgbClr val="FFFFFF"/>
                </a:solidFill>
                <a:latin typeface="Calibri"/>
                <a:cs typeface="Calibri"/>
              </a:rPr>
              <a:t>&amp;</a:t>
            </a:r>
            <a:r>
              <a:rPr dirty="0" sz="1200" spc="-25" b="1">
                <a:solidFill>
                  <a:srgbClr val="FFFFFF"/>
                </a:solidFill>
                <a:latin typeface="Calibri"/>
                <a:cs typeface="Calibri"/>
              </a:rPr>
              <a:t> </a:t>
            </a:r>
            <a:r>
              <a:rPr dirty="0" sz="1200" spc="-20" b="1">
                <a:solidFill>
                  <a:srgbClr val="FFFFFF"/>
                </a:solidFill>
                <a:latin typeface="Calibri"/>
                <a:cs typeface="Calibri"/>
              </a:rPr>
              <a:t>Telemetry)</a:t>
            </a:r>
            <a:endParaRPr sz="1200">
              <a:latin typeface="Calibri"/>
              <a:cs typeface="Calibri"/>
            </a:endParaRPr>
          </a:p>
        </p:txBody>
      </p:sp>
      <p:grpSp>
        <p:nvGrpSpPr>
          <p:cNvPr id="33" name="object 33"/>
          <p:cNvGrpSpPr/>
          <p:nvPr/>
        </p:nvGrpSpPr>
        <p:grpSpPr>
          <a:xfrm>
            <a:off x="3431857" y="3820617"/>
            <a:ext cx="2463165" cy="1731645"/>
            <a:chOff x="3431857" y="3820617"/>
            <a:chExt cx="2463165" cy="1731645"/>
          </a:xfrm>
        </p:grpSpPr>
        <p:pic>
          <p:nvPicPr>
            <p:cNvPr id="34" name="object 34"/>
            <p:cNvPicPr/>
            <p:nvPr/>
          </p:nvPicPr>
          <p:blipFill>
            <a:blip r:embed="rId2" cstate="print"/>
            <a:stretch>
              <a:fillRect/>
            </a:stretch>
          </p:blipFill>
          <p:spPr>
            <a:xfrm>
              <a:off x="3431857" y="3820617"/>
              <a:ext cx="2463165" cy="1731645"/>
            </a:xfrm>
            <a:prstGeom prst="rect">
              <a:avLst/>
            </a:prstGeom>
          </p:spPr>
        </p:pic>
        <p:sp>
          <p:nvSpPr>
            <p:cNvPr id="35" name="object 35"/>
            <p:cNvSpPr/>
            <p:nvPr/>
          </p:nvSpPr>
          <p:spPr>
            <a:xfrm>
              <a:off x="3474720" y="3840479"/>
              <a:ext cx="2377440" cy="1645920"/>
            </a:xfrm>
            <a:custGeom>
              <a:avLst/>
              <a:gdLst/>
              <a:ahLst/>
              <a:cxnLst/>
              <a:rect l="l" t="t" r="r" b="b"/>
              <a:pathLst>
                <a:path w="2377440" h="1645920">
                  <a:moveTo>
                    <a:pt x="2103114" y="0"/>
                  </a:moveTo>
                  <a:lnTo>
                    <a:pt x="274325" y="0"/>
                  </a:lnTo>
                  <a:lnTo>
                    <a:pt x="225014" y="4419"/>
                  </a:lnTo>
                  <a:lnTo>
                    <a:pt x="178604" y="17162"/>
                  </a:lnTo>
                  <a:lnTo>
                    <a:pt x="135867" y="37453"/>
                  </a:lnTo>
                  <a:lnTo>
                    <a:pt x="97580"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0" y="1581402"/>
                  </a:lnTo>
                  <a:lnTo>
                    <a:pt x="135867" y="1608466"/>
                  </a:lnTo>
                  <a:lnTo>
                    <a:pt x="178604" y="1628757"/>
                  </a:lnTo>
                  <a:lnTo>
                    <a:pt x="225014" y="1641500"/>
                  </a:lnTo>
                  <a:lnTo>
                    <a:pt x="274325" y="1645920"/>
                  </a:lnTo>
                  <a:lnTo>
                    <a:pt x="2103114" y="1645920"/>
                  </a:lnTo>
                  <a:lnTo>
                    <a:pt x="2152425" y="1641500"/>
                  </a:lnTo>
                  <a:lnTo>
                    <a:pt x="2198835" y="1628757"/>
                  </a:lnTo>
                  <a:lnTo>
                    <a:pt x="2241572" y="1608466"/>
                  </a:lnTo>
                  <a:lnTo>
                    <a:pt x="2279859" y="1581402"/>
                  </a:lnTo>
                  <a:lnTo>
                    <a:pt x="2312922" y="1548339"/>
                  </a:lnTo>
                  <a:lnTo>
                    <a:pt x="2339986" y="1510052"/>
                  </a:lnTo>
                  <a:lnTo>
                    <a:pt x="2360277" y="1467315"/>
                  </a:lnTo>
                  <a:lnTo>
                    <a:pt x="2373020" y="1420905"/>
                  </a:lnTo>
                  <a:lnTo>
                    <a:pt x="2377440" y="1371594"/>
                  </a:lnTo>
                  <a:lnTo>
                    <a:pt x="2377440" y="274325"/>
                  </a:lnTo>
                  <a:lnTo>
                    <a:pt x="2373020" y="225014"/>
                  </a:lnTo>
                  <a:lnTo>
                    <a:pt x="2360277" y="178604"/>
                  </a:lnTo>
                  <a:lnTo>
                    <a:pt x="2339986" y="135867"/>
                  </a:lnTo>
                  <a:lnTo>
                    <a:pt x="2312922" y="97580"/>
                  </a:lnTo>
                  <a:lnTo>
                    <a:pt x="2279859" y="64517"/>
                  </a:lnTo>
                  <a:lnTo>
                    <a:pt x="2241572" y="37453"/>
                  </a:lnTo>
                  <a:lnTo>
                    <a:pt x="2198835" y="17162"/>
                  </a:lnTo>
                  <a:lnTo>
                    <a:pt x="2152425" y="4419"/>
                  </a:lnTo>
                  <a:lnTo>
                    <a:pt x="2103114" y="0"/>
                  </a:lnTo>
                  <a:close/>
                </a:path>
              </a:pathLst>
            </a:custGeom>
            <a:solidFill>
              <a:srgbClr val="0284C7"/>
            </a:solidFill>
          </p:spPr>
          <p:txBody>
            <a:bodyPr wrap="square" lIns="0" tIns="0" rIns="0" bIns="0" rtlCol="0"/>
            <a:lstStyle/>
            <a:p/>
          </p:txBody>
        </p:sp>
        <p:sp>
          <p:nvSpPr>
            <p:cNvPr id="36" name="object 36"/>
            <p:cNvSpPr/>
            <p:nvPr/>
          </p:nvSpPr>
          <p:spPr>
            <a:xfrm>
              <a:off x="3474720" y="384047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0284C7"/>
              </a:solidFill>
            </a:ln>
          </p:spPr>
          <p:txBody>
            <a:bodyPr wrap="square" lIns="0" tIns="0" rIns="0" bIns="0" rtlCol="0"/>
            <a:lstStyle/>
            <a:p/>
          </p:txBody>
        </p:sp>
      </p:grpSp>
      <p:sp>
        <p:nvSpPr>
          <p:cNvPr id="37" name="object 37"/>
          <p:cNvSpPr txBox="1"/>
          <p:nvPr/>
        </p:nvSpPr>
        <p:spPr>
          <a:xfrm>
            <a:off x="3638568" y="4159160"/>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6</a:t>
            </a:r>
            <a:endParaRPr sz="1600">
              <a:latin typeface="Calibri"/>
              <a:cs typeface="Calibri"/>
            </a:endParaRPr>
          </a:p>
        </p:txBody>
      </p:sp>
      <p:sp>
        <p:nvSpPr>
          <p:cNvPr id="38" name="object 38"/>
          <p:cNvSpPr txBox="1"/>
          <p:nvPr/>
        </p:nvSpPr>
        <p:spPr>
          <a:xfrm>
            <a:off x="4079054" y="4525972"/>
            <a:ext cx="1169035" cy="589280"/>
          </a:xfrm>
          <a:prstGeom prst="rect">
            <a:avLst/>
          </a:prstGeom>
        </p:spPr>
        <p:txBody>
          <a:bodyPr wrap="square" lIns="0" tIns="5080" rIns="0" bIns="0" rtlCol="0" vert="horz">
            <a:spAutoFit/>
          </a:bodyPr>
          <a:lstStyle/>
          <a:p>
            <a:pPr algn="just" marL="28575" marR="5080" indent="-16510">
              <a:lnSpc>
                <a:spcPct val="104200"/>
              </a:lnSpc>
              <a:spcBef>
                <a:spcPts val="40"/>
              </a:spcBef>
            </a:pPr>
            <a:r>
              <a:rPr dirty="0" sz="1200" spc="-10" b="1">
                <a:solidFill>
                  <a:srgbClr val="FFFFFF"/>
                </a:solidFill>
                <a:latin typeface="Calibri"/>
                <a:cs typeface="Calibri"/>
              </a:rPr>
              <a:t>Multilingual</a:t>
            </a:r>
            <a:r>
              <a:rPr dirty="0" sz="1200" spc="45" b="1">
                <a:solidFill>
                  <a:srgbClr val="FFFFFF"/>
                </a:solidFill>
                <a:latin typeface="Calibri"/>
                <a:cs typeface="Calibri"/>
              </a:rPr>
              <a:t> </a:t>
            </a:r>
            <a:r>
              <a:rPr dirty="0" sz="1200" spc="-20" b="1">
                <a:solidFill>
                  <a:srgbClr val="FFFFFF"/>
                </a:solidFill>
                <a:latin typeface="Calibri"/>
                <a:cs typeface="Calibri"/>
              </a:rPr>
              <a:t>Voice </a:t>
            </a:r>
            <a:r>
              <a:rPr dirty="0" sz="1200" b="1">
                <a:solidFill>
                  <a:srgbClr val="FFFFFF"/>
                </a:solidFill>
                <a:latin typeface="Calibri"/>
                <a:cs typeface="Calibri"/>
              </a:rPr>
              <a:t>&amp;</a:t>
            </a:r>
            <a:r>
              <a:rPr dirty="0" sz="1200" spc="-15" b="1">
                <a:solidFill>
                  <a:srgbClr val="FFFFFF"/>
                </a:solidFill>
                <a:latin typeface="Calibri"/>
                <a:cs typeface="Calibri"/>
              </a:rPr>
              <a:t> </a:t>
            </a:r>
            <a:r>
              <a:rPr dirty="0" sz="1200" b="1">
                <a:solidFill>
                  <a:srgbClr val="FFFFFF"/>
                </a:solidFill>
                <a:latin typeface="Calibri"/>
                <a:cs typeface="Calibri"/>
              </a:rPr>
              <a:t>Dialect</a:t>
            </a:r>
            <a:r>
              <a:rPr dirty="0" sz="1200" spc="-15" b="1">
                <a:solidFill>
                  <a:srgbClr val="FFFFFF"/>
                </a:solidFill>
                <a:latin typeface="Calibri"/>
                <a:cs typeface="Calibri"/>
              </a:rPr>
              <a:t> </a:t>
            </a:r>
            <a:r>
              <a:rPr dirty="0" sz="1200" spc="-10" b="1">
                <a:solidFill>
                  <a:srgbClr val="FFFFFF"/>
                </a:solidFill>
                <a:latin typeface="Calibri"/>
                <a:cs typeface="Calibri"/>
              </a:rPr>
              <a:t>Locking </a:t>
            </a:r>
            <a:r>
              <a:rPr dirty="0" sz="1200" b="1">
                <a:solidFill>
                  <a:srgbClr val="FFFFFF"/>
                </a:solidFill>
                <a:latin typeface="Calibri"/>
                <a:cs typeface="Calibri"/>
              </a:rPr>
              <a:t>(Marathi</a:t>
            </a:r>
            <a:r>
              <a:rPr dirty="0" sz="1200" spc="-35" b="1">
                <a:solidFill>
                  <a:srgbClr val="FFFFFF"/>
                </a:solidFill>
                <a:latin typeface="Calibri"/>
                <a:cs typeface="Calibri"/>
              </a:rPr>
              <a:t> </a:t>
            </a:r>
            <a:r>
              <a:rPr dirty="0" sz="1200" b="1">
                <a:solidFill>
                  <a:srgbClr val="FFFFFF"/>
                </a:solidFill>
                <a:latin typeface="Calibri"/>
                <a:cs typeface="Calibri"/>
              </a:rPr>
              <a:t>&amp;</a:t>
            </a:r>
            <a:r>
              <a:rPr dirty="0" sz="1200" spc="-35" b="1">
                <a:solidFill>
                  <a:srgbClr val="FFFFFF"/>
                </a:solidFill>
                <a:latin typeface="Calibri"/>
                <a:cs typeface="Calibri"/>
              </a:rPr>
              <a:t> </a:t>
            </a:r>
            <a:r>
              <a:rPr dirty="0" sz="1200" spc="-10" b="1">
                <a:solidFill>
                  <a:srgbClr val="FFFFFF"/>
                </a:solidFill>
                <a:latin typeface="Calibri"/>
                <a:cs typeface="Calibri"/>
              </a:rPr>
              <a:t>Hindi)</a:t>
            </a:r>
            <a:endParaRPr sz="1200">
              <a:latin typeface="Calibri"/>
              <a:cs typeface="Calibri"/>
            </a:endParaRPr>
          </a:p>
        </p:txBody>
      </p:sp>
      <p:grpSp>
        <p:nvGrpSpPr>
          <p:cNvPr id="39" name="object 39"/>
          <p:cNvGrpSpPr/>
          <p:nvPr/>
        </p:nvGrpSpPr>
        <p:grpSpPr>
          <a:xfrm>
            <a:off x="6175057" y="3820617"/>
            <a:ext cx="2463165" cy="1731645"/>
            <a:chOff x="6175057" y="3820617"/>
            <a:chExt cx="2463165" cy="1731645"/>
          </a:xfrm>
        </p:grpSpPr>
        <p:pic>
          <p:nvPicPr>
            <p:cNvPr id="40" name="object 40"/>
            <p:cNvPicPr/>
            <p:nvPr/>
          </p:nvPicPr>
          <p:blipFill>
            <a:blip r:embed="rId2" cstate="print"/>
            <a:stretch>
              <a:fillRect/>
            </a:stretch>
          </p:blipFill>
          <p:spPr>
            <a:xfrm>
              <a:off x="6175057" y="3820617"/>
              <a:ext cx="2463164" cy="1731645"/>
            </a:xfrm>
            <a:prstGeom prst="rect">
              <a:avLst/>
            </a:prstGeom>
          </p:spPr>
        </p:pic>
        <p:sp>
          <p:nvSpPr>
            <p:cNvPr id="41" name="object 41"/>
            <p:cNvSpPr/>
            <p:nvPr/>
          </p:nvSpPr>
          <p:spPr>
            <a:xfrm>
              <a:off x="6217920" y="3840479"/>
              <a:ext cx="2377440" cy="1645920"/>
            </a:xfrm>
            <a:custGeom>
              <a:avLst/>
              <a:gdLst/>
              <a:ahLst/>
              <a:cxnLst/>
              <a:rect l="l" t="t" r="r" b="b"/>
              <a:pathLst>
                <a:path w="2377440" h="1645920">
                  <a:moveTo>
                    <a:pt x="2103114" y="0"/>
                  </a:moveTo>
                  <a:lnTo>
                    <a:pt x="274325" y="0"/>
                  </a:lnTo>
                  <a:lnTo>
                    <a:pt x="225014" y="4419"/>
                  </a:lnTo>
                  <a:lnTo>
                    <a:pt x="178604" y="17162"/>
                  </a:lnTo>
                  <a:lnTo>
                    <a:pt x="135867" y="37453"/>
                  </a:lnTo>
                  <a:lnTo>
                    <a:pt x="97580"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0" y="1581402"/>
                  </a:lnTo>
                  <a:lnTo>
                    <a:pt x="135867" y="1608466"/>
                  </a:lnTo>
                  <a:lnTo>
                    <a:pt x="178604" y="1628757"/>
                  </a:lnTo>
                  <a:lnTo>
                    <a:pt x="225014" y="1641500"/>
                  </a:lnTo>
                  <a:lnTo>
                    <a:pt x="274325" y="1645920"/>
                  </a:lnTo>
                  <a:lnTo>
                    <a:pt x="2103114" y="1645920"/>
                  </a:lnTo>
                  <a:lnTo>
                    <a:pt x="2152425" y="1641500"/>
                  </a:lnTo>
                  <a:lnTo>
                    <a:pt x="2198835" y="1628757"/>
                  </a:lnTo>
                  <a:lnTo>
                    <a:pt x="2241572" y="1608466"/>
                  </a:lnTo>
                  <a:lnTo>
                    <a:pt x="2279859" y="1581402"/>
                  </a:lnTo>
                  <a:lnTo>
                    <a:pt x="2312922" y="1548339"/>
                  </a:lnTo>
                  <a:lnTo>
                    <a:pt x="2339986" y="1510052"/>
                  </a:lnTo>
                  <a:lnTo>
                    <a:pt x="2360277" y="1467315"/>
                  </a:lnTo>
                  <a:lnTo>
                    <a:pt x="2373020" y="1420905"/>
                  </a:lnTo>
                  <a:lnTo>
                    <a:pt x="2377439" y="1371594"/>
                  </a:lnTo>
                  <a:lnTo>
                    <a:pt x="2377439" y="274325"/>
                  </a:lnTo>
                  <a:lnTo>
                    <a:pt x="2373020" y="225014"/>
                  </a:lnTo>
                  <a:lnTo>
                    <a:pt x="2360277" y="178604"/>
                  </a:lnTo>
                  <a:lnTo>
                    <a:pt x="2339986" y="135867"/>
                  </a:lnTo>
                  <a:lnTo>
                    <a:pt x="2312922" y="97580"/>
                  </a:lnTo>
                  <a:lnTo>
                    <a:pt x="2279859" y="64517"/>
                  </a:lnTo>
                  <a:lnTo>
                    <a:pt x="2241572" y="37453"/>
                  </a:lnTo>
                  <a:lnTo>
                    <a:pt x="2198835" y="17162"/>
                  </a:lnTo>
                  <a:lnTo>
                    <a:pt x="2152425" y="4419"/>
                  </a:lnTo>
                  <a:lnTo>
                    <a:pt x="2103114" y="0"/>
                  </a:lnTo>
                  <a:close/>
                </a:path>
              </a:pathLst>
            </a:custGeom>
            <a:solidFill>
              <a:srgbClr val="0284C7"/>
            </a:solidFill>
          </p:spPr>
          <p:txBody>
            <a:bodyPr wrap="square" lIns="0" tIns="0" rIns="0" bIns="0" rtlCol="0"/>
            <a:lstStyle/>
            <a:p/>
          </p:txBody>
        </p:sp>
        <p:sp>
          <p:nvSpPr>
            <p:cNvPr id="42" name="object 42"/>
            <p:cNvSpPr/>
            <p:nvPr/>
          </p:nvSpPr>
          <p:spPr>
            <a:xfrm>
              <a:off x="6217920" y="384047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0284C7"/>
              </a:solidFill>
            </a:ln>
          </p:spPr>
          <p:txBody>
            <a:bodyPr wrap="square" lIns="0" tIns="0" rIns="0" bIns="0" rtlCol="0"/>
            <a:lstStyle/>
            <a:p/>
          </p:txBody>
        </p:sp>
      </p:grpSp>
      <p:sp>
        <p:nvSpPr>
          <p:cNvPr id="43" name="object 43"/>
          <p:cNvSpPr txBox="1"/>
          <p:nvPr/>
        </p:nvSpPr>
        <p:spPr>
          <a:xfrm>
            <a:off x="6381768" y="4159160"/>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7</a:t>
            </a:r>
            <a:endParaRPr sz="1600">
              <a:latin typeface="Calibri"/>
              <a:cs typeface="Calibri"/>
            </a:endParaRPr>
          </a:p>
        </p:txBody>
      </p:sp>
      <p:sp>
        <p:nvSpPr>
          <p:cNvPr id="44" name="object 44"/>
          <p:cNvSpPr txBox="1"/>
          <p:nvPr/>
        </p:nvSpPr>
        <p:spPr>
          <a:xfrm>
            <a:off x="6773140" y="4525972"/>
            <a:ext cx="1267460" cy="589280"/>
          </a:xfrm>
          <a:prstGeom prst="rect">
            <a:avLst/>
          </a:prstGeom>
        </p:spPr>
        <p:txBody>
          <a:bodyPr wrap="square" lIns="0" tIns="5080" rIns="0" bIns="0" rtlCol="0" vert="horz">
            <a:spAutoFit/>
          </a:bodyPr>
          <a:lstStyle/>
          <a:p>
            <a:pPr algn="ctr" marL="12065" marR="5080" indent="-635">
              <a:lnSpc>
                <a:spcPct val="104200"/>
              </a:lnSpc>
              <a:spcBef>
                <a:spcPts val="40"/>
              </a:spcBef>
            </a:pPr>
            <a:r>
              <a:rPr dirty="0" sz="1200" b="1">
                <a:solidFill>
                  <a:srgbClr val="FFFFFF"/>
                </a:solidFill>
                <a:latin typeface="Calibri"/>
                <a:cs typeface="Calibri"/>
              </a:rPr>
              <a:t>Offshore</a:t>
            </a:r>
            <a:r>
              <a:rPr dirty="0" sz="1200" spc="-55" b="1">
                <a:solidFill>
                  <a:srgbClr val="FFFFFF"/>
                </a:solidFill>
                <a:latin typeface="Calibri"/>
                <a:cs typeface="Calibri"/>
              </a:rPr>
              <a:t> </a:t>
            </a:r>
            <a:r>
              <a:rPr dirty="0" sz="1200" b="1">
                <a:solidFill>
                  <a:srgbClr val="FFFFFF"/>
                </a:solidFill>
                <a:latin typeface="Calibri"/>
                <a:cs typeface="Calibri"/>
              </a:rPr>
              <a:t>PWA</a:t>
            </a:r>
            <a:r>
              <a:rPr dirty="0" sz="1200" spc="-50" b="1">
                <a:solidFill>
                  <a:srgbClr val="FFFFFF"/>
                </a:solidFill>
                <a:latin typeface="Calibri"/>
                <a:cs typeface="Calibri"/>
              </a:rPr>
              <a:t> &amp; </a:t>
            </a:r>
            <a:r>
              <a:rPr dirty="0" sz="1200" b="1">
                <a:solidFill>
                  <a:srgbClr val="FFFFFF"/>
                </a:solidFill>
                <a:latin typeface="Calibri"/>
                <a:cs typeface="Calibri"/>
              </a:rPr>
              <a:t>Direct</a:t>
            </a:r>
            <a:r>
              <a:rPr dirty="0" sz="1200" spc="-20" b="1">
                <a:solidFill>
                  <a:srgbClr val="FFFFFF"/>
                </a:solidFill>
                <a:latin typeface="Calibri"/>
                <a:cs typeface="Calibri"/>
              </a:rPr>
              <a:t> </a:t>
            </a:r>
            <a:r>
              <a:rPr dirty="0" sz="1200" b="1">
                <a:solidFill>
                  <a:srgbClr val="FFFFFF"/>
                </a:solidFill>
                <a:latin typeface="Calibri"/>
                <a:cs typeface="Calibri"/>
              </a:rPr>
              <a:t>PDF</a:t>
            </a:r>
            <a:r>
              <a:rPr dirty="0" sz="1200" spc="-20" b="1">
                <a:solidFill>
                  <a:srgbClr val="FFFFFF"/>
                </a:solidFill>
                <a:latin typeface="Calibri"/>
                <a:cs typeface="Calibri"/>
              </a:rPr>
              <a:t> </a:t>
            </a:r>
            <a:r>
              <a:rPr dirty="0" sz="1200" spc="-10" b="1">
                <a:solidFill>
                  <a:srgbClr val="FFFFFF"/>
                </a:solidFill>
                <a:latin typeface="Calibri"/>
                <a:cs typeface="Calibri"/>
              </a:rPr>
              <a:t>Dispatch </a:t>
            </a:r>
            <a:r>
              <a:rPr dirty="0" sz="1200" b="1">
                <a:solidFill>
                  <a:srgbClr val="FFFFFF"/>
                </a:solidFill>
                <a:latin typeface="Calibri"/>
                <a:cs typeface="Calibri"/>
              </a:rPr>
              <a:t>(Zero</a:t>
            </a:r>
            <a:r>
              <a:rPr dirty="0" sz="1200" spc="-50" b="1">
                <a:solidFill>
                  <a:srgbClr val="FFFFFF"/>
                </a:solidFill>
                <a:latin typeface="Calibri"/>
                <a:cs typeface="Calibri"/>
              </a:rPr>
              <a:t> </a:t>
            </a:r>
            <a:r>
              <a:rPr dirty="0" sz="1200" b="1">
                <a:solidFill>
                  <a:srgbClr val="FFFFFF"/>
                </a:solidFill>
                <a:latin typeface="Calibri"/>
                <a:cs typeface="Calibri"/>
              </a:rPr>
              <a:t>Print</a:t>
            </a:r>
            <a:r>
              <a:rPr dirty="0" sz="1200" spc="-45" b="1">
                <a:solidFill>
                  <a:srgbClr val="FFFFFF"/>
                </a:solidFill>
                <a:latin typeface="Calibri"/>
                <a:cs typeface="Calibri"/>
              </a:rPr>
              <a:t> </a:t>
            </a:r>
            <a:r>
              <a:rPr dirty="0" sz="1200" spc="-10" b="1">
                <a:solidFill>
                  <a:srgbClr val="FFFFFF"/>
                </a:solidFill>
                <a:latin typeface="Calibri"/>
                <a:cs typeface="Calibri"/>
              </a:rPr>
              <a:t>Dialog)</a:t>
            </a:r>
            <a:endParaRPr sz="1200">
              <a:latin typeface="Calibri"/>
              <a:cs typeface="Calibri"/>
            </a:endParaRPr>
          </a:p>
        </p:txBody>
      </p:sp>
      <p:grpSp>
        <p:nvGrpSpPr>
          <p:cNvPr id="45" name="object 45"/>
          <p:cNvGrpSpPr/>
          <p:nvPr/>
        </p:nvGrpSpPr>
        <p:grpSpPr>
          <a:xfrm>
            <a:off x="8918257" y="3820617"/>
            <a:ext cx="2463165" cy="1731645"/>
            <a:chOff x="8918257" y="3820617"/>
            <a:chExt cx="2463165" cy="1731645"/>
          </a:xfrm>
        </p:grpSpPr>
        <p:pic>
          <p:nvPicPr>
            <p:cNvPr id="46" name="object 46"/>
            <p:cNvPicPr/>
            <p:nvPr/>
          </p:nvPicPr>
          <p:blipFill>
            <a:blip r:embed="rId2" cstate="print"/>
            <a:stretch>
              <a:fillRect/>
            </a:stretch>
          </p:blipFill>
          <p:spPr>
            <a:xfrm>
              <a:off x="8918257" y="3820617"/>
              <a:ext cx="2463164" cy="1731645"/>
            </a:xfrm>
            <a:prstGeom prst="rect">
              <a:avLst/>
            </a:prstGeom>
          </p:spPr>
        </p:pic>
        <p:sp>
          <p:nvSpPr>
            <p:cNvPr id="47" name="object 47"/>
            <p:cNvSpPr/>
            <p:nvPr/>
          </p:nvSpPr>
          <p:spPr>
            <a:xfrm>
              <a:off x="8961119" y="3840479"/>
              <a:ext cx="2377440" cy="1645920"/>
            </a:xfrm>
            <a:custGeom>
              <a:avLst/>
              <a:gdLst/>
              <a:ahLst/>
              <a:cxnLst/>
              <a:rect l="l" t="t" r="r" b="b"/>
              <a:pathLst>
                <a:path w="2377440" h="1645920">
                  <a:moveTo>
                    <a:pt x="2103113" y="0"/>
                  </a:moveTo>
                  <a:lnTo>
                    <a:pt x="274325" y="0"/>
                  </a:lnTo>
                  <a:lnTo>
                    <a:pt x="225014" y="4419"/>
                  </a:lnTo>
                  <a:lnTo>
                    <a:pt x="178604" y="17162"/>
                  </a:lnTo>
                  <a:lnTo>
                    <a:pt x="135867" y="37453"/>
                  </a:lnTo>
                  <a:lnTo>
                    <a:pt x="97580" y="64517"/>
                  </a:lnTo>
                  <a:lnTo>
                    <a:pt x="64517" y="97580"/>
                  </a:lnTo>
                  <a:lnTo>
                    <a:pt x="37453" y="135867"/>
                  </a:lnTo>
                  <a:lnTo>
                    <a:pt x="17162" y="178604"/>
                  </a:lnTo>
                  <a:lnTo>
                    <a:pt x="4419" y="225014"/>
                  </a:lnTo>
                  <a:lnTo>
                    <a:pt x="0" y="274325"/>
                  </a:lnTo>
                  <a:lnTo>
                    <a:pt x="0" y="1371594"/>
                  </a:lnTo>
                  <a:lnTo>
                    <a:pt x="4419" y="1420905"/>
                  </a:lnTo>
                  <a:lnTo>
                    <a:pt x="17162" y="1467315"/>
                  </a:lnTo>
                  <a:lnTo>
                    <a:pt x="37453" y="1510052"/>
                  </a:lnTo>
                  <a:lnTo>
                    <a:pt x="64517" y="1548339"/>
                  </a:lnTo>
                  <a:lnTo>
                    <a:pt x="97580" y="1581402"/>
                  </a:lnTo>
                  <a:lnTo>
                    <a:pt x="135867" y="1608466"/>
                  </a:lnTo>
                  <a:lnTo>
                    <a:pt x="178604" y="1628757"/>
                  </a:lnTo>
                  <a:lnTo>
                    <a:pt x="225014" y="1641500"/>
                  </a:lnTo>
                  <a:lnTo>
                    <a:pt x="274325" y="1645920"/>
                  </a:lnTo>
                  <a:lnTo>
                    <a:pt x="2103113" y="1645920"/>
                  </a:lnTo>
                  <a:lnTo>
                    <a:pt x="2152424" y="1641500"/>
                  </a:lnTo>
                  <a:lnTo>
                    <a:pt x="2198834" y="1628757"/>
                  </a:lnTo>
                  <a:lnTo>
                    <a:pt x="2241571" y="1608466"/>
                  </a:lnTo>
                  <a:lnTo>
                    <a:pt x="2279858" y="1581402"/>
                  </a:lnTo>
                  <a:lnTo>
                    <a:pt x="2312921" y="1548339"/>
                  </a:lnTo>
                  <a:lnTo>
                    <a:pt x="2339986" y="1510052"/>
                  </a:lnTo>
                  <a:lnTo>
                    <a:pt x="2360277" y="1467315"/>
                  </a:lnTo>
                  <a:lnTo>
                    <a:pt x="2373020" y="1420905"/>
                  </a:lnTo>
                  <a:lnTo>
                    <a:pt x="2377439" y="1371594"/>
                  </a:lnTo>
                  <a:lnTo>
                    <a:pt x="2377439" y="274325"/>
                  </a:lnTo>
                  <a:lnTo>
                    <a:pt x="2373020" y="225014"/>
                  </a:lnTo>
                  <a:lnTo>
                    <a:pt x="2360277" y="178604"/>
                  </a:lnTo>
                  <a:lnTo>
                    <a:pt x="2339986" y="135867"/>
                  </a:lnTo>
                  <a:lnTo>
                    <a:pt x="2312921" y="97580"/>
                  </a:lnTo>
                  <a:lnTo>
                    <a:pt x="2279858" y="64517"/>
                  </a:lnTo>
                  <a:lnTo>
                    <a:pt x="2241571" y="37453"/>
                  </a:lnTo>
                  <a:lnTo>
                    <a:pt x="2198834" y="17162"/>
                  </a:lnTo>
                  <a:lnTo>
                    <a:pt x="2152424" y="4419"/>
                  </a:lnTo>
                  <a:lnTo>
                    <a:pt x="2103113" y="0"/>
                  </a:lnTo>
                  <a:close/>
                </a:path>
              </a:pathLst>
            </a:custGeom>
            <a:solidFill>
              <a:srgbClr val="EF4444"/>
            </a:solidFill>
          </p:spPr>
          <p:txBody>
            <a:bodyPr wrap="square" lIns="0" tIns="0" rIns="0" bIns="0" rtlCol="0"/>
            <a:lstStyle/>
            <a:p/>
          </p:txBody>
        </p:sp>
        <p:sp>
          <p:nvSpPr>
            <p:cNvPr id="48" name="object 48"/>
            <p:cNvSpPr/>
            <p:nvPr/>
          </p:nvSpPr>
          <p:spPr>
            <a:xfrm>
              <a:off x="8961119" y="3840479"/>
              <a:ext cx="2377440" cy="1645920"/>
            </a:xfrm>
            <a:custGeom>
              <a:avLst/>
              <a:gdLst/>
              <a:ahLst/>
              <a:cxnLst/>
              <a:rect l="l" t="t" r="r" b="b"/>
              <a:pathLst>
                <a:path w="2377440" h="1645920">
                  <a:moveTo>
                    <a:pt x="274325" y="0"/>
                  </a:moveTo>
                  <a:lnTo>
                    <a:pt x="2103114" y="0"/>
                  </a:lnTo>
                  <a:lnTo>
                    <a:pt x="2152425" y="4419"/>
                  </a:lnTo>
                  <a:lnTo>
                    <a:pt x="2198835" y="17162"/>
                  </a:lnTo>
                  <a:lnTo>
                    <a:pt x="2241572" y="37453"/>
                  </a:lnTo>
                  <a:lnTo>
                    <a:pt x="2279859" y="64517"/>
                  </a:lnTo>
                  <a:lnTo>
                    <a:pt x="2312922" y="97581"/>
                  </a:lnTo>
                  <a:lnTo>
                    <a:pt x="2339986" y="135868"/>
                  </a:lnTo>
                  <a:lnTo>
                    <a:pt x="2360277" y="178604"/>
                  </a:lnTo>
                  <a:lnTo>
                    <a:pt x="2373020" y="225015"/>
                  </a:lnTo>
                  <a:lnTo>
                    <a:pt x="2377440" y="274325"/>
                  </a:lnTo>
                  <a:lnTo>
                    <a:pt x="2377440" y="1371594"/>
                  </a:lnTo>
                  <a:lnTo>
                    <a:pt x="2373020" y="1420905"/>
                  </a:lnTo>
                  <a:lnTo>
                    <a:pt x="2360277" y="1467315"/>
                  </a:lnTo>
                  <a:lnTo>
                    <a:pt x="2339986" y="1510052"/>
                  </a:lnTo>
                  <a:lnTo>
                    <a:pt x="2312922" y="1548339"/>
                  </a:lnTo>
                  <a:lnTo>
                    <a:pt x="2279859" y="1581402"/>
                  </a:lnTo>
                  <a:lnTo>
                    <a:pt x="2241572" y="1608466"/>
                  </a:lnTo>
                  <a:lnTo>
                    <a:pt x="2198835" y="1628757"/>
                  </a:lnTo>
                  <a:lnTo>
                    <a:pt x="2152425" y="1641500"/>
                  </a:lnTo>
                  <a:lnTo>
                    <a:pt x="2103114" y="1645920"/>
                  </a:lnTo>
                  <a:lnTo>
                    <a:pt x="274325" y="1645920"/>
                  </a:lnTo>
                  <a:lnTo>
                    <a:pt x="225015" y="1641500"/>
                  </a:lnTo>
                  <a:lnTo>
                    <a:pt x="178604" y="1628757"/>
                  </a:lnTo>
                  <a:lnTo>
                    <a:pt x="135868" y="1608466"/>
                  </a:lnTo>
                  <a:lnTo>
                    <a:pt x="97581" y="1581402"/>
                  </a:lnTo>
                  <a:lnTo>
                    <a:pt x="64517" y="1548339"/>
                  </a:lnTo>
                  <a:lnTo>
                    <a:pt x="37453" y="1510052"/>
                  </a:lnTo>
                  <a:lnTo>
                    <a:pt x="17162" y="1467315"/>
                  </a:lnTo>
                  <a:lnTo>
                    <a:pt x="4419" y="1420905"/>
                  </a:lnTo>
                  <a:lnTo>
                    <a:pt x="0" y="1371594"/>
                  </a:lnTo>
                  <a:lnTo>
                    <a:pt x="0" y="274325"/>
                  </a:lnTo>
                  <a:lnTo>
                    <a:pt x="4419" y="225015"/>
                  </a:lnTo>
                  <a:lnTo>
                    <a:pt x="17162" y="178604"/>
                  </a:lnTo>
                  <a:lnTo>
                    <a:pt x="37453" y="135868"/>
                  </a:lnTo>
                  <a:lnTo>
                    <a:pt x="64517" y="97581"/>
                  </a:lnTo>
                  <a:lnTo>
                    <a:pt x="97581" y="64517"/>
                  </a:lnTo>
                  <a:lnTo>
                    <a:pt x="135868" y="37453"/>
                  </a:lnTo>
                  <a:lnTo>
                    <a:pt x="178604" y="17162"/>
                  </a:lnTo>
                  <a:lnTo>
                    <a:pt x="225015" y="4419"/>
                  </a:lnTo>
                  <a:lnTo>
                    <a:pt x="274325" y="0"/>
                  </a:lnTo>
                  <a:close/>
                </a:path>
              </a:pathLst>
            </a:custGeom>
            <a:ln w="9525">
              <a:solidFill>
                <a:srgbClr val="EF4444"/>
              </a:solidFill>
            </a:ln>
          </p:spPr>
          <p:txBody>
            <a:bodyPr wrap="square" lIns="0" tIns="0" rIns="0" bIns="0" rtlCol="0"/>
            <a:lstStyle/>
            <a:p/>
          </p:txBody>
        </p:sp>
      </p:grpSp>
      <p:sp>
        <p:nvSpPr>
          <p:cNvPr id="49" name="object 49"/>
          <p:cNvSpPr txBox="1"/>
          <p:nvPr/>
        </p:nvSpPr>
        <p:spPr>
          <a:xfrm>
            <a:off x="9124969" y="4159160"/>
            <a:ext cx="128905" cy="269240"/>
          </a:xfrm>
          <a:prstGeom prst="rect">
            <a:avLst/>
          </a:prstGeom>
        </p:spPr>
        <p:txBody>
          <a:bodyPr wrap="square" lIns="0" tIns="12700" rIns="0" bIns="0" rtlCol="0" vert="horz">
            <a:spAutoFit/>
          </a:bodyPr>
          <a:lstStyle/>
          <a:p>
            <a:pPr marL="12700">
              <a:lnSpc>
                <a:spcPct val="100000"/>
              </a:lnSpc>
              <a:spcBef>
                <a:spcPts val="100"/>
              </a:spcBef>
            </a:pPr>
            <a:r>
              <a:rPr dirty="0" sz="1600" spc="-50" b="1">
                <a:solidFill>
                  <a:srgbClr val="FFFFFF"/>
                </a:solidFill>
                <a:latin typeface="Calibri"/>
                <a:cs typeface="Calibri"/>
              </a:rPr>
              <a:t>8</a:t>
            </a:r>
            <a:endParaRPr sz="1600">
              <a:latin typeface="Calibri"/>
              <a:cs typeface="Calibri"/>
            </a:endParaRPr>
          </a:p>
        </p:txBody>
      </p:sp>
      <p:sp>
        <p:nvSpPr>
          <p:cNvPr id="50" name="object 50"/>
          <p:cNvSpPr txBox="1"/>
          <p:nvPr/>
        </p:nvSpPr>
        <p:spPr>
          <a:xfrm>
            <a:off x="9540711" y="4525972"/>
            <a:ext cx="1218565" cy="589280"/>
          </a:xfrm>
          <a:prstGeom prst="rect">
            <a:avLst/>
          </a:prstGeom>
        </p:spPr>
        <p:txBody>
          <a:bodyPr wrap="square" lIns="0" tIns="5080" rIns="0" bIns="0" rtlCol="0" vert="horz">
            <a:spAutoFit/>
          </a:bodyPr>
          <a:lstStyle/>
          <a:p>
            <a:pPr algn="ctr" marL="12700" marR="5080">
              <a:lnSpc>
                <a:spcPct val="104200"/>
              </a:lnSpc>
              <a:spcBef>
                <a:spcPts val="40"/>
              </a:spcBef>
            </a:pPr>
            <a:r>
              <a:rPr dirty="0" sz="1200" spc="-10" b="1">
                <a:solidFill>
                  <a:srgbClr val="FFFFFF"/>
                </a:solidFill>
                <a:latin typeface="Calibri"/>
                <a:cs typeface="Calibri"/>
              </a:rPr>
              <a:t>Vessel</a:t>
            </a:r>
            <a:r>
              <a:rPr dirty="0" sz="1200" spc="-5" b="1">
                <a:solidFill>
                  <a:srgbClr val="FFFFFF"/>
                </a:solidFill>
                <a:latin typeface="Calibri"/>
                <a:cs typeface="Calibri"/>
              </a:rPr>
              <a:t> </a:t>
            </a:r>
            <a:r>
              <a:rPr dirty="0" sz="1200" spc="-10" b="1">
                <a:solidFill>
                  <a:srgbClr val="FFFFFF"/>
                </a:solidFill>
                <a:latin typeface="Calibri"/>
                <a:cs typeface="Calibri"/>
              </a:rPr>
              <a:t>Hardware </a:t>
            </a:r>
            <a:r>
              <a:rPr dirty="0" sz="1200" spc="-50" b="1">
                <a:solidFill>
                  <a:srgbClr val="FFFFFF"/>
                </a:solidFill>
                <a:latin typeface="Calibri"/>
                <a:cs typeface="Calibri"/>
              </a:rPr>
              <a:t>&amp; </a:t>
            </a:r>
            <a:r>
              <a:rPr dirty="0" sz="1200" spc="-10" b="1">
                <a:solidFill>
                  <a:srgbClr val="FFFFFF"/>
                </a:solidFill>
                <a:latin typeface="Calibri"/>
                <a:cs typeface="Calibri"/>
              </a:rPr>
              <a:t>In-</a:t>
            </a:r>
            <a:r>
              <a:rPr dirty="0" sz="1200" b="1">
                <a:solidFill>
                  <a:srgbClr val="FFFFFF"/>
                </a:solidFill>
                <a:latin typeface="Calibri"/>
                <a:cs typeface="Calibri"/>
              </a:rPr>
              <a:t>Situ</a:t>
            </a:r>
            <a:r>
              <a:rPr dirty="0" sz="1200" spc="-10" b="1">
                <a:solidFill>
                  <a:srgbClr val="FFFFFF"/>
                </a:solidFill>
                <a:latin typeface="Calibri"/>
                <a:cs typeface="Calibri"/>
              </a:rPr>
              <a:t> </a:t>
            </a:r>
            <a:r>
              <a:rPr dirty="0" sz="1200" b="1">
                <a:solidFill>
                  <a:srgbClr val="FFFFFF"/>
                </a:solidFill>
                <a:latin typeface="Calibri"/>
                <a:cs typeface="Calibri"/>
              </a:rPr>
              <a:t>Sea</a:t>
            </a:r>
            <a:r>
              <a:rPr dirty="0" sz="1200" spc="-10" b="1">
                <a:solidFill>
                  <a:srgbClr val="FFFFFF"/>
                </a:solidFill>
                <a:latin typeface="Calibri"/>
                <a:cs typeface="Calibri"/>
              </a:rPr>
              <a:t> Trials </a:t>
            </a:r>
            <a:r>
              <a:rPr dirty="0" sz="1200" b="1">
                <a:solidFill>
                  <a:srgbClr val="FFFFFF"/>
                </a:solidFill>
                <a:latin typeface="Calibri"/>
                <a:cs typeface="Calibri"/>
              </a:rPr>
              <a:t>(ESP32</a:t>
            </a:r>
            <a:r>
              <a:rPr dirty="0" sz="1200" spc="-20" b="1">
                <a:solidFill>
                  <a:srgbClr val="FFFFFF"/>
                </a:solidFill>
                <a:latin typeface="Calibri"/>
                <a:cs typeface="Calibri"/>
              </a:rPr>
              <a:t> </a:t>
            </a:r>
            <a:r>
              <a:rPr dirty="0" sz="1200" b="1">
                <a:solidFill>
                  <a:srgbClr val="FFFFFF"/>
                </a:solidFill>
                <a:latin typeface="Calibri"/>
                <a:cs typeface="Calibri"/>
              </a:rPr>
              <a:t>/</a:t>
            </a:r>
            <a:r>
              <a:rPr dirty="0" sz="1200" spc="-20" b="1">
                <a:solidFill>
                  <a:srgbClr val="FFFFFF"/>
                </a:solidFill>
                <a:latin typeface="Calibri"/>
                <a:cs typeface="Calibri"/>
              </a:rPr>
              <a:t> </a:t>
            </a:r>
            <a:r>
              <a:rPr dirty="0" sz="1200" spc="-10" b="1">
                <a:solidFill>
                  <a:srgbClr val="FFFFFF"/>
                </a:solidFill>
                <a:latin typeface="Calibri"/>
                <a:cs typeface="Calibri"/>
              </a:rPr>
              <a:t>NMEA)</a:t>
            </a:r>
            <a:endParaRPr sz="1200">
              <a:latin typeface="Calibri"/>
              <a:cs typeface="Calibri"/>
            </a:endParaRPr>
          </a:p>
        </p:txBody>
      </p:sp>
      <p:sp>
        <p:nvSpPr>
          <p:cNvPr id="51" name="object 51"/>
          <p:cNvSpPr txBox="1"/>
          <p:nvPr/>
        </p:nvSpPr>
        <p:spPr>
          <a:xfrm>
            <a:off x="510055" y="5845566"/>
            <a:ext cx="11172190" cy="223520"/>
          </a:xfrm>
          <a:prstGeom prst="rect">
            <a:avLst/>
          </a:prstGeom>
        </p:spPr>
        <p:txBody>
          <a:bodyPr wrap="square" lIns="0" tIns="12700" rIns="0" bIns="0" rtlCol="0" vert="horz">
            <a:spAutoFit/>
          </a:bodyPr>
          <a:lstStyle/>
          <a:p>
            <a:pPr marL="12700">
              <a:lnSpc>
                <a:spcPct val="100000"/>
              </a:lnSpc>
              <a:spcBef>
                <a:spcPts val="100"/>
              </a:spcBef>
            </a:pPr>
            <a:r>
              <a:rPr dirty="0" sz="1300" b="1">
                <a:solidFill>
                  <a:srgbClr val="64748B"/>
                </a:solidFill>
                <a:latin typeface="Calibri"/>
                <a:cs typeface="Calibri"/>
              </a:rPr>
              <a:t>Phases</a:t>
            </a:r>
            <a:r>
              <a:rPr dirty="0" sz="1300" spc="-15" b="1">
                <a:solidFill>
                  <a:srgbClr val="64748B"/>
                </a:solidFill>
                <a:latin typeface="Calibri"/>
                <a:cs typeface="Calibri"/>
              </a:rPr>
              <a:t> </a:t>
            </a:r>
            <a:r>
              <a:rPr dirty="0" sz="1300" spc="-10" b="1">
                <a:solidFill>
                  <a:srgbClr val="64748B"/>
                </a:solidFill>
                <a:latin typeface="Calibri"/>
                <a:cs typeface="Calibri"/>
              </a:rPr>
              <a:t>1–</a:t>
            </a:r>
            <a:r>
              <a:rPr dirty="0" sz="1300" b="1">
                <a:solidFill>
                  <a:srgbClr val="64748B"/>
                </a:solidFill>
                <a:latin typeface="Calibri"/>
                <a:cs typeface="Calibri"/>
              </a:rPr>
              <a:t>7</a:t>
            </a:r>
            <a:r>
              <a:rPr dirty="0" sz="1300" spc="-15" b="1">
                <a:solidFill>
                  <a:srgbClr val="64748B"/>
                </a:solidFill>
                <a:latin typeface="Calibri"/>
                <a:cs typeface="Calibri"/>
              </a:rPr>
              <a:t> </a:t>
            </a:r>
            <a:r>
              <a:rPr dirty="0" sz="1300" spc="-10" b="1">
                <a:solidFill>
                  <a:srgbClr val="64748B"/>
                </a:solidFill>
                <a:latin typeface="Calibri"/>
                <a:cs typeface="Calibri"/>
              </a:rPr>
              <a:t>complete </a:t>
            </a:r>
            <a:r>
              <a:rPr dirty="0" sz="1300" b="1">
                <a:solidFill>
                  <a:srgbClr val="64748B"/>
                </a:solidFill>
                <a:latin typeface="Calibri"/>
                <a:cs typeface="Calibri"/>
              </a:rPr>
              <a:t>and</a:t>
            </a:r>
            <a:r>
              <a:rPr dirty="0" sz="1300" spc="-15" b="1">
                <a:solidFill>
                  <a:srgbClr val="64748B"/>
                </a:solidFill>
                <a:latin typeface="Calibri"/>
                <a:cs typeface="Calibri"/>
              </a:rPr>
              <a:t> </a:t>
            </a:r>
            <a:r>
              <a:rPr dirty="0" sz="1300" spc="-10" b="1">
                <a:solidFill>
                  <a:srgbClr val="64748B"/>
                </a:solidFill>
                <a:latin typeface="Calibri"/>
                <a:cs typeface="Calibri"/>
              </a:rPr>
              <a:t>validated</a:t>
            </a:r>
            <a:r>
              <a:rPr dirty="0" sz="1300" spc="-15" b="1">
                <a:solidFill>
                  <a:srgbClr val="64748B"/>
                </a:solidFill>
                <a:latin typeface="Calibri"/>
                <a:cs typeface="Calibri"/>
              </a:rPr>
              <a:t> </a:t>
            </a:r>
            <a:r>
              <a:rPr dirty="0" sz="1300" spc="-10" b="1">
                <a:solidFill>
                  <a:srgbClr val="64748B"/>
                </a:solidFill>
                <a:latin typeface="Calibri"/>
                <a:cs typeface="Calibri"/>
              </a:rPr>
              <a:t>(automated </a:t>
            </a:r>
            <a:r>
              <a:rPr dirty="0" sz="1300" b="1">
                <a:solidFill>
                  <a:srgbClr val="64748B"/>
                </a:solidFill>
                <a:latin typeface="Calibri"/>
                <a:cs typeface="Calibri"/>
              </a:rPr>
              <a:t>SIH</a:t>
            </a:r>
            <a:r>
              <a:rPr dirty="0" sz="1300" spc="-15" b="1">
                <a:solidFill>
                  <a:srgbClr val="64748B"/>
                </a:solidFill>
                <a:latin typeface="Calibri"/>
                <a:cs typeface="Calibri"/>
              </a:rPr>
              <a:t> </a:t>
            </a:r>
            <a:r>
              <a:rPr dirty="0" sz="1300" b="1">
                <a:solidFill>
                  <a:srgbClr val="64748B"/>
                </a:solidFill>
                <a:latin typeface="Calibri"/>
                <a:cs typeface="Calibri"/>
              </a:rPr>
              <a:t>test</a:t>
            </a:r>
            <a:r>
              <a:rPr dirty="0" sz="1300" spc="-15" b="1">
                <a:solidFill>
                  <a:srgbClr val="64748B"/>
                </a:solidFill>
                <a:latin typeface="Calibri"/>
                <a:cs typeface="Calibri"/>
              </a:rPr>
              <a:t> </a:t>
            </a:r>
            <a:r>
              <a:rPr dirty="0" sz="1300" b="1">
                <a:solidFill>
                  <a:srgbClr val="64748B"/>
                </a:solidFill>
                <a:latin typeface="Calibri"/>
                <a:cs typeface="Calibri"/>
              </a:rPr>
              <a:t>suites</a:t>
            </a:r>
            <a:r>
              <a:rPr dirty="0" sz="1300" spc="-10" b="1">
                <a:solidFill>
                  <a:srgbClr val="64748B"/>
                </a:solidFill>
                <a:latin typeface="Calibri"/>
                <a:cs typeface="Calibri"/>
              </a:rPr>
              <a:t> </a:t>
            </a:r>
            <a:r>
              <a:rPr dirty="0" sz="1300" b="1">
                <a:solidFill>
                  <a:srgbClr val="64748B"/>
                </a:solidFill>
                <a:latin typeface="Calibri"/>
                <a:cs typeface="Calibri"/>
              </a:rPr>
              <a:t>passed).</a:t>
            </a:r>
            <a:r>
              <a:rPr dirty="0" sz="1300" spc="-15" b="1">
                <a:solidFill>
                  <a:srgbClr val="64748B"/>
                </a:solidFill>
                <a:latin typeface="Calibri"/>
                <a:cs typeface="Calibri"/>
              </a:rPr>
              <a:t> </a:t>
            </a:r>
            <a:r>
              <a:rPr dirty="0" sz="1300" b="1">
                <a:solidFill>
                  <a:srgbClr val="64748B"/>
                </a:solidFill>
                <a:latin typeface="Calibri"/>
                <a:cs typeface="Calibri"/>
              </a:rPr>
              <a:t>Phase</a:t>
            </a:r>
            <a:r>
              <a:rPr dirty="0" sz="1300" spc="-15" b="1">
                <a:solidFill>
                  <a:srgbClr val="64748B"/>
                </a:solidFill>
                <a:latin typeface="Calibri"/>
                <a:cs typeface="Calibri"/>
              </a:rPr>
              <a:t> </a:t>
            </a:r>
            <a:r>
              <a:rPr dirty="0" sz="1300" b="1">
                <a:solidFill>
                  <a:srgbClr val="64748B"/>
                </a:solidFill>
                <a:latin typeface="Calibri"/>
                <a:cs typeface="Calibri"/>
              </a:rPr>
              <a:t>8</a:t>
            </a:r>
            <a:r>
              <a:rPr dirty="0" sz="1300" spc="-10" b="1">
                <a:solidFill>
                  <a:srgbClr val="64748B"/>
                </a:solidFill>
                <a:latin typeface="Calibri"/>
                <a:cs typeface="Calibri"/>
              </a:rPr>
              <a:t> </a:t>
            </a:r>
            <a:r>
              <a:rPr dirty="0" sz="1300" b="1">
                <a:solidFill>
                  <a:srgbClr val="64748B"/>
                </a:solidFill>
                <a:latin typeface="Calibri"/>
                <a:cs typeface="Calibri"/>
              </a:rPr>
              <a:t>(vessel</a:t>
            </a:r>
            <a:r>
              <a:rPr dirty="0" sz="1300" spc="-15" b="1">
                <a:solidFill>
                  <a:srgbClr val="64748B"/>
                </a:solidFill>
                <a:latin typeface="Calibri"/>
                <a:cs typeface="Calibri"/>
              </a:rPr>
              <a:t> </a:t>
            </a:r>
            <a:r>
              <a:rPr dirty="0" sz="1300" b="1">
                <a:solidFill>
                  <a:srgbClr val="64748B"/>
                </a:solidFill>
                <a:latin typeface="Calibri"/>
                <a:cs typeface="Calibri"/>
              </a:rPr>
              <a:t>hardware</a:t>
            </a:r>
            <a:r>
              <a:rPr dirty="0" sz="1300" spc="-10" b="1">
                <a:solidFill>
                  <a:srgbClr val="64748B"/>
                </a:solidFill>
                <a:latin typeface="Calibri"/>
                <a:cs typeface="Calibri"/>
              </a:rPr>
              <a:t> integration</a:t>
            </a:r>
            <a:r>
              <a:rPr dirty="0" sz="1300" spc="-15" b="1">
                <a:solidFill>
                  <a:srgbClr val="64748B"/>
                </a:solidFill>
                <a:latin typeface="Calibri"/>
                <a:cs typeface="Calibri"/>
              </a:rPr>
              <a:t> </a:t>
            </a:r>
            <a:r>
              <a:rPr dirty="0" sz="1300" b="1">
                <a:solidFill>
                  <a:srgbClr val="64748B"/>
                </a:solidFill>
                <a:latin typeface="Calibri"/>
                <a:cs typeface="Calibri"/>
              </a:rPr>
              <a:t>and</a:t>
            </a:r>
            <a:r>
              <a:rPr dirty="0" sz="1300" spc="-15" b="1">
                <a:solidFill>
                  <a:srgbClr val="64748B"/>
                </a:solidFill>
                <a:latin typeface="Calibri"/>
                <a:cs typeface="Calibri"/>
              </a:rPr>
              <a:t> </a:t>
            </a:r>
            <a:r>
              <a:rPr dirty="0" sz="1300" b="1">
                <a:solidFill>
                  <a:srgbClr val="64748B"/>
                </a:solidFill>
                <a:latin typeface="Calibri"/>
                <a:cs typeface="Calibri"/>
              </a:rPr>
              <a:t>harbor</a:t>
            </a:r>
            <a:r>
              <a:rPr dirty="0" sz="1300" spc="-10" b="1">
                <a:solidFill>
                  <a:srgbClr val="64748B"/>
                </a:solidFill>
                <a:latin typeface="Calibri"/>
                <a:cs typeface="Calibri"/>
              </a:rPr>
              <a:t> </a:t>
            </a:r>
            <a:r>
              <a:rPr dirty="0" sz="1300" b="1">
                <a:solidFill>
                  <a:srgbClr val="64748B"/>
                </a:solidFill>
                <a:latin typeface="Calibri"/>
                <a:cs typeface="Calibri"/>
              </a:rPr>
              <a:t>sea</a:t>
            </a:r>
            <a:r>
              <a:rPr dirty="0" sz="1300" spc="-15" b="1">
                <a:solidFill>
                  <a:srgbClr val="64748B"/>
                </a:solidFill>
                <a:latin typeface="Calibri"/>
                <a:cs typeface="Calibri"/>
              </a:rPr>
              <a:t> </a:t>
            </a:r>
            <a:r>
              <a:rPr dirty="0" sz="1300" b="1">
                <a:solidFill>
                  <a:srgbClr val="64748B"/>
                </a:solidFill>
                <a:latin typeface="Calibri"/>
                <a:cs typeface="Calibri"/>
              </a:rPr>
              <a:t>trials)</a:t>
            </a:r>
            <a:r>
              <a:rPr dirty="0" sz="1300" spc="-15" b="1">
                <a:solidFill>
                  <a:srgbClr val="64748B"/>
                </a:solidFill>
                <a:latin typeface="Calibri"/>
                <a:cs typeface="Calibri"/>
              </a:rPr>
              <a:t> </a:t>
            </a:r>
            <a:r>
              <a:rPr dirty="0" sz="1300" b="1">
                <a:solidFill>
                  <a:srgbClr val="64748B"/>
                </a:solidFill>
                <a:latin typeface="Calibri"/>
                <a:cs typeface="Calibri"/>
              </a:rPr>
              <a:t>is</a:t>
            </a:r>
            <a:r>
              <a:rPr dirty="0" sz="1300" spc="-10" b="1">
                <a:solidFill>
                  <a:srgbClr val="64748B"/>
                </a:solidFill>
                <a:latin typeface="Calibri"/>
                <a:cs typeface="Calibri"/>
              </a:rPr>
              <a:t> </a:t>
            </a:r>
            <a:r>
              <a:rPr dirty="0" sz="1300" b="1">
                <a:solidFill>
                  <a:srgbClr val="64748B"/>
                </a:solidFill>
                <a:latin typeface="Calibri"/>
                <a:cs typeface="Calibri"/>
              </a:rPr>
              <a:t>the</a:t>
            </a:r>
            <a:r>
              <a:rPr dirty="0" sz="1300" spc="-15" b="1">
                <a:solidFill>
                  <a:srgbClr val="64748B"/>
                </a:solidFill>
                <a:latin typeface="Calibri"/>
                <a:cs typeface="Calibri"/>
              </a:rPr>
              <a:t> </a:t>
            </a:r>
            <a:r>
              <a:rPr dirty="0" sz="1300" b="1">
                <a:solidFill>
                  <a:srgbClr val="64748B"/>
                </a:solidFill>
                <a:latin typeface="Calibri"/>
                <a:cs typeface="Calibri"/>
              </a:rPr>
              <a:t>current</a:t>
            </a:r>
            <a:r>
              <a:rPr dirty="0" sz="1300" spc="-15" b="1">
                <a:solidFill>
                  <a:srgbClr val="64748B"/>
                </a:solidFill>
                <a:latin typeface="Calibri"/>
                <a:cs typeface="Calibri"/>
              </a:rPr>
              <a:t> </a:t>
            </a:r>
            <a:r>
              <a:rPr dirty="0" sz="1300" spc="-10" b="1">
                <a:solidFill>
                  <a:srgbClr val="64748B"/>
                </a:solidFill>
                <a:latin typeface="Calibri"/>
                <a:cs typeface="Calibri"/>
              </a:rPr>
              <a:t>in-</a:t>
            </a:r>
            <a:r>
              <a:rPr dirty="0" sz="1300" b="1">
                <a:solidFill>
                  <a:srgbClr val="64748B"/>
                </a:solidFill>
                <a:latin typeface="Calibri"/>
                <a:cs typeface="Calibri"/>
              </a:rPr>
              <a:t>progress</a:t>
            </a:r>
            <a:r>
              <a:rPr dirty="0" sz="1300" spc="-10" b="1">
                <a:solidFill>
                  <a:srgbClr val="64748B"/>
                </a:solidFill>
                <a:latin typeface="Calibri"/>
                <a:cs typeface="Calibri"/>
              </a:rPr>
              <a:t> phase.</a:t>
            </a:r>
            <a:endParaRPr sz="1300">
              <a:latin typeface="Calibri"/>
              <a:cs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681355">
              <a:lnSpc>
                <a:spcPct val="100000"/>
              </a:lnSpc>
              <a:spcBef>
                <a:spcPts val="100"/>
              </a:spcBef>
            </a:pPr>
            <a:r>
              <a:rPr dirty="0" spc="-40"/>
              <a:t>Tool</a:t>
            </a:r>
            <a:r>
              <a:rPr dirty="0" spc="-55"/>
              <a:t> </a:t>
            </a:r>
            <a:r>
              <a:rPr dirty="0"/>
              <a:t>and</a:t>
            </a:r>
            <a:r>
              <a:rPr dirty="0" spc="-55"/>
              <a:t> </a:t>
            </a:r>
            <a:r>
              <a:rPr dirty="0" spc="-10"/>
              <a:t>technology</a:t>
            </a:r>
          </a:p>
        </p:txBody>
      </p:sp>
      <p:grpSp>
        <p:nvGrpSpPr>
          <p:cNvPr id="3" name="object 3"/>
          <p:cNvGrpSpPr/>
          <p:nvPr/>
        </p:nvGrpSpPr>
        <p:grpSpPr>
          <a:xfrm>
            <a:off x="685800" y="1348879"/>
            <a:ext cx="2606040" cy="4846320"/>
            <a:chOff x="685800" y="1348879"/>
            <a:chExt cx="2606040" cy="4846320"/>
          </a:xfrm>
        </p:grpSpPr>
        <p:pic>
          <p:nvPicPr>
            <p:cNvPr id="4" name="object 4"/>
            <p:cNvPicPr/>
            <p:nvPr/>
          </p:nvPicPr>
          <p:blipFill>
            <a:blip r:embed="rId2" cstate="print"/>
            <a:stretch>
              <a:fillRect/>
            </a:stretch>
          </p:blipFill>
          <p:spPr>
            <a:xfrm>
              <a:off x="685800" y="1348879"/>
              <a:ext cx="2606040" cy="4846320"/>
            </a:xfrm>
            <a:prstGeom prst="rect">
              <a:avLst/>
            </a:prstGeom>
          </p:spPr>
        </p:pic>
        <p:sp>
          <p:nvSpPr>
            <p:cNvPr id="5" name="object 5"/>
            <p:cNvSpPr/>
            <p:nvPr/>
          </p:nvSpPr>
          <p:spPr>
            <a:xfrm>
              <a:off x="731519" y="1371600"/>
              <a:ext cx="2514600" cy="4754880"/>
            </a:xfrm>
            <a:custGeom>
              <a:avLst/>
              <a:gdLst/>
              <a:ahLst/>
              <a:cxnLst/>
              <a:rect l="l" t="t" r="r" b="b"/>
              <a:pathLst>
                <a:path w="2514600" h="4754880">
                  <a:moveTo>
                    <a:pt x="2095491" y="0"/>
                  </a:moveTo>
                  <a:lnTo>
                    <a:pt x="419108" y="0"/>
                  </a:lnTo>
                  <a:lnTo>
                    <a:pt x="370231" y="2819"/>
                  </a:lnTo>
                  <a:lnTo>
                    <a:pt x="323010"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4335771"/>
                  </a:lnTo>
                  <a:lnTo>
                    <a:pt x="2819" y="4384648"/>
                  </a:lnTo>
                  <a:lnTo>
                    <a:pt x="11068" y="4431869"/>
                  </a:lnTo>
                  <a:lnTo>
                    <a:pt x="24433" y="4477119"/>
                  </a:lnTo>
                  <a:lnTo>
                    <a:pt x="42598" y="4520084"/>
                  </a:lnTo>
                  <a:lnTo>
                    <a:pt x="65250" y="4560450"/>
                  </a:lnTo>
                  <a:lnTo>
                    <a:pt x="92073" y="4597902"/>
                  </a:lnTo>
                  <a:lnTo>
                    <a:pt x="122754" y="4632125"/>
                  </a:lnTo>
                  <a:lnTo>
                    <a:pt x="156977" y="4662806"/>
                  </a:lnTo>
                  <a:lnTo>
                    <a:pt x="194429" y="4689629"/>
                  </a:lnTo>
                  <a:lnTo>
                    <a:pt x="234795" y="4712281"/>
                  </a:lnTo>
                  <a:lnTo>
                    <a:pt x="277760" y="4730446"/>
                  </a:lnTo>
                  <a:lnTo>
                    <a:pt x="323010" y="4743810"/>
                  </a:lnTo>
                  <a:lnTo>
                    <a:pt x="370231" y="4752060"/>
                  </a:lnTo>
                  <a:lnTo>
                    <a:pt x="419108" y="4754879"/>
                  </a:lnTo>
                  <a:lnTo>
                    <a:pt x="2095491" y="4754879"/>
                  </a:lnTo>
                  <a:lnTo>
                    <a:pt x="2144368" y="4752060"/>
                  </a:lnTo>
                  <a:lnTo>
                    <a:pt x="2191588" y="4743810"/>
                  </a:lnTo>
                  <a:lnTo>
                    <a:pt x="2236839" y="4730446"/>
                  </a:lnTo>
                  <a:lnTo>
                    <a:pt x="2279804" y="4712281"/>
                  </a:lnTo>
                  <a:lnTo>
                    <a:pt x="2320170" y="4689629"/>
                  </a:lnTo>
                  <a:lnTo>
                    <a:pt x="2357622" y="4662806"/>
                  </a:lnTo>
                  <a:lnTo>
                    <a:pt x="2391845" y="4632125"/>
                  </a:lnTo>
                  <a:lnTo>
                    <a:pt x="2422526" y="4597902"/>
                  </a:lnTo>
                  <a:lnTo>
                    <a:pt x="2449349" y="4560450"/>
                  </a:lnTo>
                  <a:lnTo>
                    <a:pt x="2472001" y="4520084"/>
                  </a:lnTo>
                  <a:lnTo>
                    <a:pt x="2490166" y="4477119"/>
                  </a:lnTo>
                  <a:lnTo>
                    <a:pt x="2503531" y="4431869"/>
                  </a:lnTo>
                  <a:lnTo>
                    <a:pt x="2511780" y="4384648"/>
                  </a:lnTo>
                  <a:lnTo>
                    <a:pt x="2514600" y="4335771"/>
                  </a:lnTo>
                  <a:lnTo>
                    <a:pt x="2514600"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E0F2FE"/>
            </a:solidFill>
          </p:spPr>
          <p:txBody>
            <a:bodyPr wrap="square" lIns="0" tIns="0" rIns="0" bIns="0" rtlCol="0"/>
            <a:lstStyle/>
            <a:p/>
          </p:txBody>
        </p:sp>
        <p:sp>
          <p:nvSpPr>
            <p:cNvPr id="6" name="object 6"/>
            <p:cNvSpPr/>
            <p:nvPr/>
          </p:nvSpPr>
          <p:spPr>
            <a:xfrm>
              <a:off x="731519" y="1371600"/>
              <a:ext cx="2514600" cy="4754880"/>
            </a:xfrm>
            <a:custGeom>
              <a:avLst/>
              <a:gdLst/>
              <a:ahLst/>
              <a:cxnLst/>
              <a:rect l="l" t="t" r="r" b="b"/>
              <a:pathLst>
                <a:path w="2514600" h="47548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4335771"/>
                  </a:lnTo>
                  <a:lnTo>
                    <a:pt x="2511780" y="4384648"/>
                  </a:lnTo>
                  <a:lnTo>
                    <a:pt x="2503531" y="4431868"/>
                  </a:lnTo>
                  <a:lnTo>
                    <a:pt x="2490166" y="4477119"/>
                  </a:lnTo>
                  <a:lnTo>
                    <a:pt x="2472001" y="4520084"/>
                  </a:lnTo>
                  <a:lnTo>
                    <a:pt x="2449349" y="4560450"/>
                  </a:lnTo>
                  <a:lnTo>
                    <a:pt x="2422526" y="4597902"/>
                  </a:lnTo>
                  <a:lnTo>
                    <a:pt x="2391845" y="4632125"/>
                  </a:lnTo>
                  <a:lnTo>
                    <a:pt x="2357622" y="4662806"/>
                  </a:lnTo>
                  <a:lnTo>
                    <a:pt x="2320170" y="4689629"/>
                  </a:lnTo>
                  <a:lnTo>
                    <a:pt x="2279804" y="4712281"/>
                  </a:lnTo>
                  <a:lnTo>
                    <a:pt x="2236839" y="4730446"/>
                  </a:lnTo>
                  <a:lnTo>
                    <a:pt x="2191588" y="4743811"/>
                  </a:lnTo>
                  <a:lnTo>
                    <a:pt x="2144368" y="4752060"/>
                  </a:lnTo>
                  <a:lnTo>
                    <a:pt x="2095491" y="4754880"/>
                  </a:lnTo>
                  <a:lnTo>
                    <a:pt x="419108" y="4754880"/>
                  </a:lnTo>
                  <a:lnTo>
                    <a:pt x="370231" y="4752060"/>
                  </a:lnTo>
                  <a:lnTo>
                    <a:pt x="323010" y="4743811"/>
                  </a:lnTo>
                  <a:lnTo>
                    <a:pt x="277760" y="4730446"/>
                  </a:lnTo>
                  <a:lnTo>
                    <a:pt x="234795" y="4712281"/>
                  </a:lnTo>
                  <a:lnTo>
                    <a:pt x="194429" y="4689629"/>
                  </a:lnTo>
                  <a:lnTo>
                    <a:pt x="156977" y="4662806"/>
                  </a:lnTo>
                  <a:lnTo>
                    <a:pt x="122754" y="4632125"/>
                  </a:lnTo>
                  <a:lnTo>
                    <a:pt x="92073" y="4597902"/>
                  </a:lnTo>
                  <a:lnTo>
                    <a:pt x="65250" y="4560450"/>
                  </a:lnTo>
                  <a:lnTo>
                    <a:pt x="42598" y="4520084"/>
                  </a:lnTo>
                  <a:lnTo>
                    <a:pt x="24433" y="4477119"/>
                  </a:lnTo>
                  <a:lnTo>
                    <a:pt x="11068" y="4431868"/>
                  </a:lnTo>
                  <a:lnTo>
                    <a:pt x="2819" y="4384648"/>
                  </a:lnTo>
                  <a:lnTo>
                    <a:pt x="0" y="43357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40">
              <a:solidFill>
                <a:srgbClr val="BAE6FD"/>
              </a:solidFill>
            </a:ln>
          </p:spPr>
          <p:txBody>
            <a:bodyPr wrap="square" lIns="0" tIns="0" rIns="0" bIns="0" rtlCol="0"/>
            <a:lstStyle/>
            <a:p/>
          </p:txBody>
        </p:sp>
        <p:pic>
          <p:nvPicPr>
            <p:cNvPr id="7" name="object 7"/>
            <p:cNvPicPr/>
            <p:nvPr/>
          </p:nvPicPr>
          <p:blipFill>
            <a:blip r:embed="rId3" cstate="print"/>
            <a:stretch>
              <a:fillRect/>
            </a:stretch>
          </p:blipFill>
          <p:spPr>
            <a:xfrm>
              <a:off x="1722119" y="1539379"/>
              <a:ext cx="533400" cy="533400"/>
            </a:xfrm>
            <a:prstGeom prst="rect">
              <a:avLst/>
            </a:prstGeom>
          </p:spPr>
        </p:pic>
        <p:sp>
          <p:nvSpPr>
            <p:cNvPr id="8" name="object 8"/>
            <p:cNvSpPr/>
            <p:nvPr/>
          </p:nvSpPr>
          <p:spPr>
            <a:xfrm>
              <a:off x="1760219" y="1554479"/>
              <a:ext cx="457200" cy="457200"/>
            </a:xfrm>
            <a:custGeom>
              <a:avLst/>
              <a:gdLst/>
              <a:ahLst/>
              <a:cxnLst/>
              <a:rect l="l" t="t" r="r" b="b"/>
              <a:pathLst>
                <a:path w="457200" h="457200">
                  <a:moveTo>
                    <a:pt x="228600" y="0"/>
                  </a:moveTo>
                  <a:lnTo>
                    <a:pt x="184939" y="4184"/>
                  </a:lnTo>
                  <a:lnTo>
                    <a:pt x="142577" y="16738"/>
                  </a:lnTo>
                  <a:lnTo>
                    <a:pt x="102816" y="37662"/>
                  </a:lnTo>
                  <a:lnTo>
                    <a:pt x="66955" y="66955"/>
                  </a:lnTo>
                  <a:lnTo>
                    <a:pt x="37662" y="102816"/>
                  </a:lnTo>
                  <a:lnTo>
                    <a:pt x="16738" y="142577"/>
                  </a:lnTo>
                  <a:lnTo>
                    <a:pt x="4184" y="184939"/>
                  </a:lnTo>
                  <a:lnTo>
                    <a:pt x="0" y="228600"/>
                  </a:lnTo>
                  <a:lnTo>
                    <a:pt x="4184" y="272261"/>
                  </a:lnTo>
                  <a:lnTo>
                    <a:pt x="16738" y="314622"/>
                  </a:lnTo>
                  <a:lnTo>
                    <a:pt x="37662" y="354383"/>
                  </a:lnTo>
                  <a:lnTo>
                    <a:pt x="66955" y="390244"/>
                  </a:lnTo>
                  <a:lnTo>
                    <a:pt x="102816" y="419537"/>
                  </a:lnTo>
                  <a:lnTo>
                    <a:pt x="142577" y="440461"/>
                  </a:lnTo>
                  <a:lnTo>
                    <a:pt x="184939" y="453015"/>
                  </a:lnTo>
                  <a:lnTo>
                    <a:pt x="228600" y="457200"/>
                  </a:lnTo>
                  <a:lnTo>
                    <a:pt x="272261" y="453015"/>
                  </a:lnTo>
                  <a:lnTo>
                    <a:pt x="314622" y="440461"/>
                  </a:lnTo>
                  <a:lnTo>
                    <a:pt x="354383" y="419537"/>
                  </a:lnTo>
                  <a:lnTo>
                    <a:pt x="390244" y="390244"/>
                  </a:lnTo>
                  <a:lnTo>
                    <a:pt x="419537" y="354383"/>
                  </a:lnTo>
                  <a:lnTo>
                    <a:pt x="440461" y="314622"/>
                  </a:lnTo>
                  <a:lnTo>
                    <a:pt x="453015" y="272261"/>
                  </a:lnTo>
                  <a:lnTo>
                    <a:pt x="457200" y="228600"/>
                  </a:lnTo>
                  <a:lnTo>
                    <a:pt x="453015" y="184939"/>
                  </a:lnTo>
                  <a:lnTo>
                    <a:pt x="440461" y="142577"/>
                  </a:lnTo>
                  <a:lnTo>
                    <a:pt x="419537" y="102816"/>
                  </a:lnTo>
                  <a:lnTo>
                    <a:pt x="390244" y="66955"/>
                  </a:lnTo>
                  <a:lnTo>
                    <a:pt x="354383" y="37662"/>
                  </a:lnTo>
                  <a:lnTo>
                    <a:pt x="314622" y="16738"/>
                  </a:lnTo>
                  <a:lnTo>
                    <a:pt x="272261" y="4184"/>
                  </a:lnTo>
                  <a:lnTo>
                    <a:pt x="228600" y="0"/>
                  </a:lnTo>
                  <a:close/>
                </a:path>
              </a:pathLst>
            </a:custGeom>
            <a:solidFill>
              <a:srgbClr val="D97706"/>
            </a:solidFill>
          </p:spPr>
          <p:txBody>
            <a:bodyPr wrap="square" lIns="0" tIns="0" rIns="0" bIns="0" rtlCol="0"/>
            <a:lstStyle/>
            <a:p/>
          </p:txBody>
        </p:sp>
      </p:grpSp>
      <p:sp>
        <p:nvSpPr>
          <p:cNvPr id="9" name="object 9"/>
          <p:cNvSpPr txBox="1"/>
          <p:nvPr/>
        </p:nvSpPr>
        <p:spPr>
          <a:xfrm>
            <a:off x="1931062" y="1642809"/>
            <a:ext cx="115570" cy="238760"/>
          </a:xfrm>
          <a:prstGeom prst="rect">
            <a:avLst/>
          </a:prstGeom>
        </p:spPr>
        <p:txBody>
          <a:bodyPr wrap="square" lIns="0" tIns="12700" rIns="0" bIns="0" rtlCol="0" vert="horz">
            <a:spAutoFit/>
          </a:bodyPr>
          <a:lstStyle/>
          <a:p>
            <a:pPr marL="12700">
              <a:lnSpc>
                <a:spcPct val="100000"/>
              </a:lnSpc>
              <a:spcBef>
                <a:spcPts val="100"/>
              </a:spcBef>
            </a:pPr>
            <a:r>
              <a:rPr dirty="0" sz="1400" spc="-50" b="1">
                <a:solidFill>
                  <a:srgbClr val="FFFFFF"/>
                </a:solidFill>
                <a:latin typeface="Calibri"/>
                <a:cs typeface="Calibri"/>
              </a:rPr>
              <a:t>1</a:t>
            </a:r>
            <a:endParaRPr sz="1400">
              <a:latin typeface="Calibri"/>
              <a:cs typeface="Calibri"/>
            </a:endParaRPr>
          </a:p>
        </p:txBody>
      </p:sp>
      <p:sp>
        <p:nvSpPr>
          <p:cNvPr id="10" name="object 10"/>
          <p:cNvSpPr txBox="1"/>
          <p:nvPr/>
        </p:nvSpPr>
        <p:spPr>
          <a:xfrm>
            <a:off x="1306722" y="2103249"/>
            <a:ext cx="1364615" cy="238760"/>
          </a:xfrm>
          <a:prstGeom prst="rect">
            <a:avLst/>
          </a:prstGeom>
        </p:spPr>
        <p:txBody>
          <a:bodyPr wrap="square" lIns="0" tIns="12700" rIns="0" bIns="0" rtlCol="0" vert="horz">
            <a:spAutoFit/>
          </a:bodyPr>
          <a:lstStyle/>
          <a:p>
            <a:pPr marL="12700">
              <a:lnSpc>
                <a:spcPct val="100000"/>
              </a:lnSpc>
              <a:spcBef>
                <a:spcPts val="100"/>
              </a:spcBef>
            </a:pPr>
            <a:r>
              <a:rPr dirty="0" sz="1400" b="1">
                <a:solidFill>
                  <a:srgbClr val="0F172A"/>
                </a:solidFill>
                <a:latin typeface="Calibri"/>
                <a:cs typeface="Calibri"/>
              </a:rPr>
              <a:t>Data</a:t>
            </a:r>
            <a:r>
              <a:rPr dirty="0" sz="1400" spc="-45" b="1">
                <a:solidFill>
                  <a:srgbClr val="0F172A"/>
                </a:solidFill>
                <a:latin typeface="Calibri"/>
                <a:cs typeface="Calibri"/>
              </a:rPr>
              <a:t> </a:t>
            </a:r>
            <a:r>
              <a:rPr dirty="0" sz="1400" b="1">
                <a:solidFill>
                  <a:srgbClr val="0F172A"/>
                </a:solidFill>
                <a:latin typeface="Calibri"/>
                <a:cs typeface="Calibri"/>
              </a:rPr>
              <a:t>&amp;</a:t>
            </a:r>
            <a:r>
              <a:rPr dirty="0" sz="1400" spc="-40" b="1">
                <a:solidFill>
                  <a:srgbClr val="0F172A"/>
                </a:solidFill>
                <a:latin typeface="Calibri"/>
                <a:cs typeface="Calibri"/>
              </a:rPr>
              <a:t> </a:t>
            </a:r>
            <a:r>
              <a:rPr dirty="0" sz="1400" b="1">
                <a:solidFill>
                  <a:srgbClr val="0F172A"/>
                </a:solidFill>
                <a:latin typeface="Calibri"/>
                <a:cs typeface="Calibri"/>
              </a:rPr>
              <a:t>Spatial</a:t>
            </a:r>
            <a:r>
              <a:rPr dirty="0" sz="1400" spc="-45" b="1">
                <a:solidFill>
                  <a:srgbClr val="0F172A"/>
                </a:solidFill>
                <a:latin typeface="Calibri"/>
                <a:cs typeface="Calibri"/>
              </a:rPr>
              <a:t> </a:t>
            </a:r>
            <a:r>
              <a:rPr dirty="0" sz="1400" spc="-25" b="1">
                <a:solidFill>
                  <a:srgbClr val="0F172A"/>
                </a:solidFill>
                <a:latin typeface="Calibri"/>
                <a:cs typeface="Calibri"/>
              </a:rPr>
              <a:t>GIS</a:t>
            </a:r>
            <a:endParaRPr sz="1400">
              <a:latin typeface="Calibri"/>
              <a:cs typeface="Calibri"/>
            </a:endParaRPr>
          </a:p>
        </p:txBody>
      </p:sp>
      <p:sp>
        <p:nvSpPr>
          <p:cNvPr id="11" name="object 11"/>
          <p:cNvSpPr txBox="1"/>
          <p:nvPr/>
        </p:nvSpPr>
        <p:spPr>
          <a:xfrm>
            <a:off x="947419" y="2644423"/>
            <a:ext cx="1983105" cy="1729739"/>
          </a:xfrm>
          <a:prstGeom prst="rect">
            <a:avLst/>
          </a:prstGeom>
        </p:spPr>
        <p:txBody>
          <a:bodyPr wrap="square" lIns="0" tIns="20320" rIns="0" bIns="0" rtlCol="0" vert="horz">
            <a:spAutoFit/>
          </a:bodyPr>
          <a:lstStyle/>
          <a:p>
            <a:pPr marL="12700" marR="83820" indent="100965">
              <a:lnSpc>
                <a:spcPts val="1300"/>
              </a:lnSpc>
              <a:spcBef>
                <a:spcPts val="160"/>
              </a:spcBef>
              <a:buChar char="•"/>
              <a:tabLst>
                <a:tab pos="113664" algn="l"/>
              </a:tabLst>
            </a:pPr>
            <a:r>
              <a:rPr dirty="0" sz="1100" spc="-10">
                <a:solidFill>
                  <a:srgbClr val="1E293B"/>
                </a:solidFill>
                <a:latin typeface="Calibri"/>
                <a:cs typeface="Calibri"/>
              </a:rPr>
              <a:t>Open-</a:t>
            </a:r>
            <a:r>
              <a:rPr dirty="0" sz="1100">
                <a:solidFill>
                  <a:srgbClr val="1E293B"/>
                </a:solidFill>
                <a:latin typeface="Calibri"/>
                <a:cs typeface="Calibri"/>
              </a:rPr>
              <a:t>Meteo Marine</a:t>
            </a:r>
            <a:r>
              <a:rPr dirty="0" sz="1100" spc="5">
                <a:solidFill>
                  <a:srgbClr val="1E293B"/>
                </a:solidFill>
                <a:latin typeface="Calibri"/>
                <a:cs typeface="Calibri"/>
              </a:rPr>
              <a:t> </a:t>
            </a:r>
            <a:r>
              <a:rPr dirty="0" sz="1100">
                <a:solidFill>
                  <a:srgbClr val="1E293B"/>
                </a:solidFill>
                <a:latin typeface="Calibri"/>
                <a:cs typeface="Calibri"/>
              </a:rPr>
              <a:t>&amp; </a:t>
            </a:r>
            <a:r>
              <a:rPr dirty="0" sz="1100" spc="-20">
                <a:solidFill>
                  <a:srgbClr val="1E293B"/>
                </a:solidFill>
                <a:latin typeface="Calibri"/>
                <a:cs typeface="Calibri"/>
              </a:rPr>
              <a:t>ECMWF </a:t>
            </a:r>
            <a:r>
              <a:rPr dirty="0" sz="1100" spc="-25">
                <a:solidFill>
                  <a:srgbClr val="1E293B"/>
                </a:solidFill>
                <a:latin typeface="Calibri"/>
                <a:cs typeface="Calibri"/>
              </a:rPr>
              <a:t>API</a:t>
            </a:r>
            <a:endParaRPr sz="1100">
              <a:latin typeface="Calibri"/>
              <a:cs typeface="Calibri"/>
            </a:endParaRPr>
          </a:p>
          <a:p>
            <a:pPr marL="113664" indent="-100965">
              <a:lnSpc>
                <a:spcPct val="100000"/>
              </a:lnSpc>
              <a:spcBef>
                <a:spcPts val="439"/>
              </a:spcBef>
              <a:buChar char="•"/>
              <a:tabLst>
                <a:tab pos="113664" algn="l"/>
              </a:tabLst>
            </a:pPr>
            <a:r>
              <a:rPr dirty="0" sz="1100">
                <a:solidFill>
                  <a:srgbClr val="1E293B"/>
                </a:solidFill>
                <a:latin typeface="Calibri"/>
                <a:cs typeface="Calibri"/>
              </a:rPr>
              <a:t>NOAA</a:t>
            </a:r>
            <a:r>
              <a:rPr dirty="0" sz="1100" spc="-25">
                <a:solidFill>
                  <a:srgbClr val="1E293B"/>
                </a:solidFill>
                <a:latin typeface="Calibri"/>
                <a:cs typeface="Calibri"/>
              </a:rPr>
              <a:t> </a:t>
            </a:r>
            <a:r>
              <a:rPr dirty="0" sz="1100" spc="-10">
                <a:solidFill>
                  <a:srgbClr val="1E293B"/>
                </a:solidFill>
                <a:latin typeface="Calibri"/>
                <a:cs typeface="Calibri"/>
              </a:rPr>
              <a:t>CoastWatch</a:t>
            </a:r>
            <a:r>
              <a:rPr dirty="0" sz="1100" spc="-20">
                <a:solidFill>
                  <a:srgbClr val="1E293B"/>
                </a:solidFill>
                <a:latin typeface="Calibri"/>
                <a:cs typeface="Calibri"/>
              </a:rPr>
              <a:t> </a:t>
            </a:r>
            <a:r>
              <a:rPr dirty="0" sz="1100">
                <a:solidFill>
                  <a:srgbClr val="1E293B"/>
                </a:solidFill>
                <a:latin typeface="Calibri"/>
                <a:cs typeface="Calibri"/>
              </a:rPr>
              <a:t>GHRSST</a:t>
            </a:r>
            <a:r>
              <a:rPr dirty="0" sz="1100" spc="-25">
                <a:solidFill>
                  <a:srgbClr val="1E293B"/>
                </a:solidFill>
                <a:latin typeface="Calibri"/>
                <a:cs typeface="Calibri"/>
              </a:rPr>
              <a:t> </a:t>
            </a:r>
            <a:r>
              <a:rPr dirty="0" sz="1100" spc="-20">
                <a:solidFill>
                  <a:srgbClr val="1E293B"/>
                </a:solidFill>
                <a:latin typeface="Calibri"/>
                <a:cs typeface="Calibri"/>
              </a:rPr>
              <a:t>(L4)</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ISRO</a:t>
            </a:r>
            <a:r>
              <a:rPr dirty="0" sz="1100" spc="-15">
                <a:solidFill>
                  <a:srgbClr val="1E293B"/>
                </a:solidFill>
                <a:latin typeface="Calibri"/>
                <a:cs typeface="Calibri"/>
              </a:rPr>
              <a:t> </a:t>
            </a:r>
            <a:r>
              <a:rPr dirty="0" sz="1100" spc="-10">
                <a:solidFill>
                  <a:srgbClr val="1E293B"/>
                </a:solidFill>
                <a:latin typeface="Calibri"/>
                <a:cs typeface="Calibri"/>
              </a:rPr>
              <a:t>OCM-</a:t>
            </a:r>
            <a:r>
              <a:rPr dirty="0" sz="1100">
                <a:solidFill>
                  <a:srgbClr val="1E293B"/>
                </a:solidFill>
                <a:latin typeface="Calibri"/>
                <a:cs typeface="Calibri"/>
              </a:rPr>
              <a:t>3</a:t>
            </a:r>
            <a:r>
              <a:rPr dirty="0" sz="1100" spc="-10">
                <a:solidFill>
                  <a:srgbClr val="1E293B"/>
                </a:solidFill>
                <a:latin typeface="Calibri"/>
                <a:cs typeface="Calibri"/>
              </a:rPr>
              <a:t> </a:t>
            </a:r>
            <a:r>
              <a:rPr dirty="0" sz="1100">
                <a:solidFill>
                  <a:srgbClr val="1E293B"/>
                </a:solidFill>
                <a:latin typeface="Calibri"/>
                <a:cs typeface="Calibri"/>
              </a:rPr>
              <a:t>/</a:t>
            </a:r>
            <a:r>
              <a:rPr dirty="0" sz="1100" spc="-15">
                <a:solidFill>
                  <a:srgbClr val="1E293B"/>
                </a:solidFill>
                <a:latin typeface="Calibri"/>
                <a:cs typeface="Calibri"/>
              </a:rPr>
              <a:t> </a:t>
            </a:r>
            <a:r>
              <a:rPr dirty="0" sz="1100">
                <a:solidFill>
                  <a:srgbClr val="1E293B"/>
                </a:solidFill>
                <a:latin typeface="Calibri"/>
                <a:cs typeface="Calibri"/>
              </a:rPr>
              <a:t>MOSDAC</a:t>
            </a:r>
            <a:r>
              <a:rPr dirty="0" sz="1100" spc="-10">
                <a:solidFill>
                  <a:srgbClr val="1E293B"/>
                </a:solidFill>
                <a:latin typeface="Calibri"/>
                <a:cs typeface="Calibri"/>
              </a:rPr>
              <a:t> Feeds</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INCOIS</a:t>
            </a:r>
            <a:r>
              <a:rPr dirty="0" sz="1100" spc="-40">
                <a:solidFill>
                  <a:srgbClr val="1E293B"/>
                </a:solidFill>
                <a:latin typeface="Calibri"/>
                <a:cs typeface="Calibri"/>
              </a:rPr>
              <a:t> </a:t>
            </a:r>
            <a:r>
              <a:rPr dirty="0" sz="1100">
                <a:solidFill>
                  <a:srgbClr val="1E293B"/>
                </a:solidFill>
                <a:latin typeface="Calibri"/>
                <a:cs typeface="Calibri"/>
              </a:rPr>
              <a:t>Buoy</a:t>
            </a:r>
            <a:r>
              <a:rPr dirty="0" sz="1100" spc="-35">
                <a:solidFill>
                  <a:srgbClr val="1E293B"/>
                </a:solidFill>
                <a:latin typeface="Calibri"/>
                <a:cs typeface="Calibri"/>
              </a:rPr>
              <a:t> </a:t>
            </a:r>
            <a:r>
              <a:rPr dirty="0" sz="1100">
                <a:solidFill>
                  <a:srgbClr val="1E293B"/>
                </a:solidFill>
                <a:latin typeface="Calibri"/>
                <a:cs typeface="Calibri"/>
              </a:rPr>
              <a:t>Programme</a:t>
            </a:r>
            <a:r>
              <a:rPr dirty="0" sz="1100" spc="-35">
                <a:solidFill>
                  <a:srgbClr val="1E293B"/>
                </a:solidFill>
                <a:latin typeface="Calibri"/>
                <a:cs typeface="Calibri"/>
              </a:rPr>
              <a:t> </a:t>
            </a:r>
            <a:r>
              <a:rPr dirty="0" sz="1100" spc="-10">
                <a:solidFill>
                  <a:srgbClr val="1E293B"/>
                </a:solidFill>
                <a:latin typeface="Calibri"/>
                <a:cs typeface="Calibri"/>
              </a:rPr>
              <a:t>(OMNI)</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PostGIS</a:t>
            </a:r>
            <a:r>
              <a:rPr dirty="0" sz="1100" spc="-35">
                <a:solidFill>
                  <a:srgbClr val="1E293B"/>
                </a:solidFill>
                <a:latin typeface="Calibri"/>
                <a:cs typeface="Calibri"/>
              </a:rPr>
              <a:t> </a:t>
            </a:r>
            <a:r>
              <a:rPr dirty="0" sz="1100">
                <a:solidFill>
                  <a:srgbClr val="1E293B"/>
                </a:solidFill>
                <a:latin typeface="Calibri"/>
                <a:cs typeface="Calibri"/>
              </a:rPr>
              <a:t>&amp;</a:t>
            </a:r>
            <a:r>
              <a:rPr dirty="0" sz="1100" spc="-30">
                <a:solidFill>
                  <a:srgbClr val="1E293B"/>
                </a:solidFill>
                <a:latin typeface="Calibri"/>
                <a:cs typeface="Calibri"/>
              </a:rPr>
              <a:t> </a:t>
            </a:r>
            <a:r>
              <a:rPr dirty="0" sz="1100">
                <a:solidFill>
                  <a:srgbClr val="1E293B"/>
                </a:solidFill>
                <a:latin typeface="Calibri"/>
                <a:cs typeface="Calibri"/>
              </a:rPr>
              <a:t>PostgreSQL</a:t>
            </a:r>
            <a:r>
              <a:rPr dirty="0" sz="1100" spc="-30">
                <a:solidFill>
                  <a:srgbClr val="1E293B"/>
                </a:solidFill>
                <a:latin typeface="Calibri"/>
                <a:cs typeface="Calibri"/>
              </a:rPr>
              <a:t> </a:t>
            </a:r>
            <a:r>
              <a:rPr dirty="0" sz="1100" spc="-10">
                <a:solidFill>
                  <a:srgbClr val="1E293B"/>
                </a:solidFill>
                <a:latin typeface="Calibri"/>
                <a:cs typeface="Calibri"/>
              </a:rPr>
              <a:t>Database</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GeoJSON</a:t>
            </a:r>
            <a:r>
              <a:rPr dirty="0" sz="1100" spc="-20">
                <a:solidFill>
                  <a:srgbClr val="1E293B"/>
                </a:solidFill>
                <a:latin typeface="Calibri"/>
                <a:cs typeface="Calibri"/>
              </a:rPr>
              <a:t> </a:t>
            </a:r>
            <a:r>
              <a:rPr dirty="0" sz="1100">
                <a:solidFill>
                  <a:srgbClr val="1E293B"/>
                </a:solidFill>
                <a:latin typeface="Calibri"/>
                <a:cs typeface="Calibri"/>
              </a:rPr>
              <a:t>Boundary</a:t>
            </a:r>
            <a:r>
              <a:rPr dirty="0" sz="1100" spc="-15">
                <a:solidFill>
                  <a:srgbClr val="1E293B"/>
                </a:solidFill>
                <a:latin typeface="Calibri"/>
                <a:cs typeface="Calibri"/>
              </a:rPr>
              <a:t> </a:t>
            </a:r>
            <a:r>
              <a:rPr dirty="0" sz="1100" spc="-10">
                <a:solidFill>
                  <a:srgbClr val="1E293B"/>
                </a:solidFill>
                <a:latin typeface="Calibri"/>
                <a:cs typeface="Calibri"/>
              </a:rPr>
              <a:t>Polygons</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GEBCO</a:t>
            </a:r>
            <a:r>
              <a:rPr dirty="0" sz="1100" spc="-25">
                <a:solidFill>
                  <a:srgbClr val="1E293B"/>
                </a:solidFill>
                <a:latin typeface="Calibri"/>
                <a:cs typeface="Calibri"/>
              </a:rPr>
              <a:t> </a:t>
            </a:r>
            <a:r>
              <a:rPr dirty="0" sz="1100">
                <a:solidFill>
                  <a:srgbClr val="1E293B"/>
                </a:solidFill>
                <a:latin typeface="Calibri"/>
                <a:cs typeface="Calibri"/>
              </a:rPr>
              <a:t>Ocean</a:t>
            </a:r>
            <a:r>
              <a:rPr dirty="0" sz="1100" spc="-20">
                <a:solidFill>
                  <a:srgbClr val="1E293B"/>
                </a:solidFill>
                <a:latin typeface="Calibri"/>
                <a:cs typeface="Calibri"/>
              </a:rPr>
              <a:t> </a:t>
            </a:r>
            <a:r>
              <a:rPr dirty="0" sz="1100" spc="-10">
                <a:solidFill>
                  <a:srgbClr val="1E293B"/>
                </a:solidFill>
                <a:latin typeface="Calibri"/>
                <a:cs typeface="Calibri"/>
              </a:rPr>
              <a:t>Bathymetry</a:t>
            </a:r>
            <a:endParaRPr sz="1100">
              <a:latin typeface="Calibri"/>
              <a:cs typeface="Calibri"/>
            </a:endParaRPr>
          </a:p>
        </p:txBody>
      </p:sp>
      <p:grpSp>
        <p:nvGrpSpPr>
          <p:cNvPr id="12" name="object 12"/>
          <p:cNvGrpSpPr/>
          <p:nvPr/>
        </p:nvGrpSpPr>
        <p:grpSpPr>
          <a:xfrm>
            <a:off x="3419855" y="1348879"/>
            <a:ext cx="2606040" cy="4846320"/>
            <a:chOff x="3419855" y="1348879"/>
            <a:chExt cx="2606040" cy="4846320"/>
          </a:xfrm>
        </p:grpSpPr>
        <p:pic>
          <p:nvPicPr>
            <p:cNvPr id="13" name="object 13"/>
            <p:cNvPicPr/>
            <p:nvPr/>
          </p:nvPicPr>
          <p:blipFill>
            <a:blip r:embed="rId2" cstate="print"/>
            <a:stretch>
              <a:fillRect/>
            </a:stretch>
          </p:blipFill>
          <p:spPr>
            <a:xfrm>
              <a:off x="3419855" y="1348879"/>
              <a:ext cx="2606040" cy="4846320"/>
            </a:xfrm>
            <a:prstGeom prst="rect">
              <a:avLst/>
            </a:prstGeom>
          </p:spPr>
        </p:pic>
        <p:sp>
          <p:nvSpPr>
            <p:cNvPr id="14" name="object 14"/>
            <p:cNvSpPr/>
            <p:nvPr/>
          </p:nvSpPr>
          <p:spPr>
            <a:xfrm>
              <a:off x="3465575" y="1371600"/>
              <a:ext cx="2514600" cy="4754880"/>
            </a:xfrm>
            <a:custGeom>
              <a:avLst/>
              <a:gdLst/>
              <a:ahLst/>
              <a:cxnLst/>
              <a:rect l="l" t="t" r="r" b="b"/>
              <a:pathLst>
                <a:path w="2514600" h="4754880">
                  <a:moveTo>
                    <a:pt x="2095491" y="0"/>
                  </a:moveTo>
                  <a:lnTo>
                    <a:pt x="419108" y="0"/>
                  </a:lnTo>
                  <a:lnTo>
                    <a:pt x="370231" y="2819"/>
                  </a:lnTo>
                  <a:lnTo>
                    <a:pt x="323011"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4335771"/>
                  </a:lnTo>
                  <a:lnTo>
                    <a:pt x="2819" y="4384648"/>
                  </a:lnTo>
                  <a:lnTo>
                    <a:pt x="11068" y="4431869"/>
                  </a:lnTo>
                  <a:lnTo>
                    <a:pt x="24433" y="4477119"/>
                  </a:lnTo>
                  <a:lnTo>
                    <a:pt x="42598" y="4520084"/>
                  </a:lnTo>
                  <a:lnTo>
                    <a:pt x="65250" y="4560450"/>
                  </a:lnTo>
                  <a:lnTo>
                    <a:pt x="92073" y="4597902"/>
                  </a:lnTo>
                  <a:lnTo>
                    <a:pt x="122754" y="4632125"/>
                  </a:lnTo>
                  <a:lnTo>
                    <a:pt x="156977" y="4662806"/>
                  </a:lnTo>
                  <a:lnTo>
                    <a:pt x="194429" y="4689629"/>
                  </a:lnTo>
                  <a:lnTo>
                    <a:pt x="234795" y="4712281"/>
                  </a:lnTo>
                  <a:lnTo>
                    <a:pt x="277760" y="4730446"/>
                  </a:lnTo>
                  <a:lnTo>
                    <a:pt x="323011" y="4743810"/>
                  </a:lnTo>
                  <a:lnTo>
                    <a:pt x="370231" y="4752060"/>
                  </a:lnTo>
                  <a:lnTo>
                    <a:pt x="419108" y="4754879"/>
                  </a:lnTo>
                  <a:lnTo>
                    <a:pt x="2095491" y="4754879"/>
                  </a:lnTo>
                  <a:lnTo>
                    <a:pt x="2144368" y="4752060"/>
                  </a:lnTo>
                  <a:lnTo>
                    <a:pt x="2191588" y="4743810"/>
                  </a:lnTo>
                  <a:lnTo>
                    <a:pt x="2236839" y="4730446"/>
                  </a:lnTo>
                  <a:lnTo>
                    <a:pt x="2279804" y="4712281"/>
                  </a:lnTo>
                  <a:lnTo>
                    <a:pt x="2320170" y="4689629"/>
                  </a:lnTo>
                  <a:lnTo>
                    <a:pt x="2357622" y="4662806"/>
                  </a:lnTo>
                  <a:lnTo>
                    <a:pt x="2391845" y="4632125"/>
                  </a:lnTo>
                  <a:lnTo>
                    <a:pt x="2422526" y="4597902"/>
                  </a:lnTo>
                  <a:lnTo>
                    <a:pt x="2449349" y="4560450"/>
                  </a:lnTo>
                  <a:lnTo>
                    <a:pt x="2472001" y="4520084"/>
                  </a:lnTo>
                  <a:lnTo>
                    <a:pt x="2490166" y="4477119"/>
                  </a:lnTo>
                  <a:lnTo>
                    <a:pt x="2503531" y="4431869"/>
                  </a:lnTo>
                  <a:lnTo>
                    <a:pt x="2511780" y="4384648"/>
                  </a:lnTo>
                  <a:lnTo>
                    <a:pt x="2514600" y="4335771"/>
                  </a:lnTo>
                  <a:lnTo>
                    <a:pt x="2514600"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E0F2FE"/>
            </a:solidFill>
          </p:spPr>
          <p:txBody>
            <a:bodyPr wrap="square" lIns="0" tIns="0" rIns="0" bIns="0" rtlCol="0"/>
            <a:lstStyle/>
            <a:p/>
          </p:txBody>
        </p:sp>
        <p:sp>
          <p:nvSpPr>
            <p:cNvPr id="15" name="object 15"/>
            <p:cNvSpPr/>
            <p:nvPr/>
          </p:nvSpPr>
          <p:spPr>
            <a:xfrm>
              <a:off x="3465575" y="1371600"/>
              <a:ext cx="2514600" cy="4754880"/>
            </a:xfrm>
            <a:custGeom>
              <a:avLst/>
              <a:gdLst/>
              <a:ahLst/>
              <a:cxnLst/>
              <a:rect l="l" t="t" r="r" b="b"/>
              <a:pathLst>
                <a:path w="2514600" h="47548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4335771"/>
                  </a:lnTo>
                  <a:lnTo>
                    <a:pt x="2511780" y="4384648"/>
                  </a:lnTo>
                  <a:lnTo>
                    <a:pt x="2503531" y="4431868"/>
                  </a:lnTo>
                  <a:lnTo>
                    <a:pt x="2490166" y="4477119"/>
                  </a:lnTo>
                  <a:lnTo>
                    <a:pt x="2472001" y="4520084"/>
                  </a:lnTo>
                  <a:lnTo>
                    <a:pt x="2449349" y="4560450"/>
                  </a:lnTo>
                  <a:lnTo>
                    <a:pt x="2422526" y="4597902"/>
                  </a:lnTo>
                  <a:lnTo>
                    <a:pt x="2391845" y="4632125"/>
                  </a:lnTo>
                  <a:lnTo>
                    <a:pt x="2357622" y="4662806"/>
                  </a:lnTo>
                  <a:lnTo>
                    <a:pt x="2320170" y="4689629"/>
                  </a:lnTo>
                  <a:lnTo>
                    <a:pt x="2279804" y="4712281"/>
                  </a:lnTo>
                  <a:lnTo>
                    <a:pt x="2236839" y="4730446"/>
                  </a:lnTo>
                  <a:lnTo>
                    <a:pt x="2191588" y="4743811"/>
                  </a:lnTo>
                  <a:lnTo>
                    <a:pt x="2144368" y="4752060"/>
                  </a:lnTo>
                  <a:lnTo>
                    <a:pt x="2095491" y="4754880"/>
                  </a:lnTo>
                  <a:lnTo>
                    <a:pt x="419108" y="4754880"/>
                  </a:lnTo>
                  <a:lnTo>
                    <a:pt x="370231" y="4752060"/>
                  </a:lnTo>
                  <a:lnTo>
                    <a:pt x="323010" y="4743811"/>
                  </a:lnTo>
                  <a:lnTo>
                    <a:pt x="277760" y="4730446"/>
                  </a:lnTo>
                  <a:lnTo>
                    <a:pt x="234795" y="4712281"/>
                  </a:lnTo>
                  <a:lnTo>
                    <a:pt x="194429" y="4689629"/>
                  </a:lnTo>
                  <a:lnTo>
                    <a:pt x="156977" y="4662806"/>
                  </a:lnTo>
                  <a:lnTo>
                    <a:pt x="122754" y="4632125"/>
                  </a:lnTo>
                  <a:lnTo>
                    <a:pt x="92073" y="4597902"/>
                  </a:lnTo>
                  <a:lnTo>
                    <a:pt x="65250" y="4560450"/>
                  </a:lnTo>
                  <a:lnTo>
                    <a:pt x="42598" y="4520084"/>
                  </a:lnTo>
                  <a:lnTo>
                    <a:pt x="24433" y="4477119"/>
                  </a:lnTo>
                  <a:lnTo>
                    <a:pt x="11068" y="4431868"/>
                  </a:lnTo>
                  <a:lnTo>
                    <a:pt x="2819" y="4384648"/>
                  </a:lnTo>
                  <a:lnTo>
                    <a:pt x="0" y="43357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40">
              <a:solidFill>
                <a:srgbClr val="BAE6FD"/>
              </a:solidFill>
            </a:ln>
          </p:spPr>
          <p:txBody>
            <a:bodyPr wrap="square" lIns="0" tIns="0" rIns="0" bIns="0" rtlCol="0"/>
            <a:lstStyle/>
            <a:p/>
          </p:txBody>
        </p:sp>
        <p:pic>
          <p:nvPicPr>
            <p:cNvPr id="16" name="object 16"/>
            <p:cNvPicPr/>
            <p:nvPr/>
          </p:nvPicPr>
          <p:blipFill>
            <a:blip r:embed="rId3" cstate="print"/>
            <a:stretch>
              <a:fillRect/>
            </a:stretch>
          </p:blipFill>
          <p:spPr>
            <a:xfrm>
              <a:off x="4456175" y="1539379"/>
              <a:ext cx="533400" cy="533400"/>
            </a:xfrm>
            <a:prstGeom prst="rect">
              <a:avLst/>
            </a:prstGeom>
          </p:spPr>
        </p:pic>
        <p:sp>
          <p:nvSpPr>
            <p:cNvPr id="17" name="object 17"/>
            <p:cNvSpPr/>
            <p:nvPr/>
          </p:nvSpPr>
          <p:spPr>
            <a:xfrm>
              <a:off x="4494275" y="1554479"/>
              <a:ext cx="457200" cy="457200"/>
            </a:xfrm>
            <a:custGeom>
              <a:avLst/>
              <a:gdLst/>
              <a:ahLst/>
              <a:cxnLst/>
              <a:rect l="l" t="t" r="r" b="b"/>
              <a:pathLst>
                <a:path w="457200" h="457200">
                  <a:moveTo>
                    <a:pt x="228600" y="0"/>
                  </a:moveTo>
                  <a:lnTo>
                    <a:pt x="184939" y="4184"/>
                  </a:lnTo>
                  <a:lnTo>
                    <a:pt x="142577" y="16738"/>
                  </a:lnTo>
                  <a:lnTo>
                    <a:pt x="102816" y="37662"/>
                  </a:lnTo>
                  <a:lnTo>
                    <a:pt x="66955" y="66955"/>
                  </a:lnTo>
                  <a:lnTo>
                    <a:pt x="37662" y="102816"/>
                  </a:lnTo>
                  <a:lnTo>
                    <a:pt x="16738" y="142577"/>
                  </a:lnTo>
                  <a:lnTo>
                    <a:pt x="4184" y="184939"/>
                  </a:lnTo>
                  <a:lnTo>
                    <a:pt x="0" y="228600"/>
                  </a:lnTo>
                  <a:lnTo>
                    <a:pt x="4184" y="272261"/>
                  </a:lnTo>
                  <a:lnTo>
                    <a:pt x="16738" y="314622"/>
                  </a:lnTo>
                  <a:lnTo>
                    <a:pt x="37662" y="354383"/>
                  </a:lnTo>
                  <a:lnTo>
                    <a:pt x="66955" y="390244"/>
                  </a:lnTo>
                  <a:lnTo>
                    <a:pt x="102816" y="419537"/>
                  </a:lnTo>
                  <a:lnTo>
                    <a:pt x="142577" y="440461"/>
                  </a:lnTo>
                  <a:lnTo>
                    <a:pt x="184939" y="453015"/>
                  </a:lnTo>
                  <a:lnTo>
                    <a:pt x="228600" y="457200"/>
                  </a:lnTo>
                  <a:lnTo>
                    <a:pt x="272261" y="453015"/>
                  </a:lnTo>
                  <a:lnTo>
                    <a:pt x="314622" y="440461"/>
                  </a:lnTo>
                  <a:lnTo>
                    <a:pt x="354383" y="419537"/>
                  </a:lnTo>
                  <a:lnTo>
                    <a:pt x="390244" y="390244"/>
                  </a:lnTo>
                  <a:lnTo>
                    <a:pt x="419537" y="354383"/>
                  </a:lnTo>
                  <a:lnTo>
                    <a:pt x="440461" y="314622"/>
                  </a:lnTo>
                  <a:lnTo>
                    <a:pt x="453015" y="272261"/>
                  </a:lnTo>
                  <a:lnTo>
                    <a:pt x="457200" y="228600"/>
                  </a:lnTo>
                  <a:lnTo>
                    <a:pt x="453015" y="184939"/>
                  </a:lnTo>
                  <a:lnTo>
                    <a:pt x="440461" y="142577"/>
                  </a:lnTo>
                  <a:lnTo>
                    <a:pt x="419537" y="102816"/>
                  </a:lnTo>
                  <a:lnTo>
                    <a:pt x="390244" y="66955"/>
                  </a:lnTo>
                  <a:lnTo>
                    <a:pt x="354383" y="37662"/>
                  </a:lnTo>
                  <a:lnTo>
                    <a:pt x="314622" y="16738"/>
                  </a:lnTo>
                  <a:lnTo>
                    <a:pt x="272261" y="4184"/>
                  </a:lnTo>
                  <a:lnTo>
                    <a:pt x="228600" y="0"/>
                  </a:lnTo>
                  <a:close/>
                </a:path>
              </a:pathLst>
            </a:custGeom>
            <a:solidFill>
              <a:srgbClr val="D97706"/>
            </a:solidFill>
          </p:spPr>
          <p:txBody>
            <a:bodyPr wrap="square" lIns="0" tIns="0" rIns="0" bIns="0" rtlCol="0"/>
            <a:lstStyle/>
            <a:p/>
          </p:txBody>
        </p:sp>
      </p:grpSp>
      <p:sp>
        <p:nvSpPr>
          <p:cNvPr id="18" name="object 18"/>
          <p:cNvSpPr txBox="1"/>
          <p:nvPr/>
        </p:nvSpPr>
        <p:spPr>
          <a:xfrm>
            <a:off x="4665119" y="1642809"/>
            <a:ext cx="115570" cy="238760"/>
          </a:xfrm>
          <a:prstGeom prst="rect">
            <a:avLst/>
          </a:prstGeom>
        </p:spPr>
        <p:txBody>
          <a:bodyPr wrap="square" lIns="0" tIns="12700" rIns="0" bIns="0" rtlCol="0" vert="horz">
            <a:spAutoFit/>
          </a:bodyPr>
          <a:lstStyle/>
          <a:p>
            <a:pPr marL="12700">
              <a:lnSpc>
                <a:spcPct val="100000"/>
              </a:lnSpc>
              <a:spcBef>
                <a:spcPts val="100"/>
              </a:spcBef>
            </a:pPr>
            <a:r>
              <a:rPr dirty="0" sz="1400" spc="-50" b="1">
                <a:solidFill>
                  <a:srgbClr val="FFFFFF"/>
                </a:solidFill>
                <a:latin typeface="Calibri"/>
                <a:cs typeface="Calibri"/>
              </a:rPr>
              <a:t>2</a:t>
            </a:r>
            <a:endParaRPr sz="1400">
              <a:latin typeface="Calibri"/>
              <a:cs typeface="Calibri"/>
            </a:endParaRPr>
          </a:p>
        </p:txBody>
      </p:sp>
      <p:sp>
        <p:nvSpPr>
          <p:cNvPr id="19" name="object 19"/>
          <p:cNvSpPr txBox="1"/>
          <p:nvPr/>
        </p:nvSpPr>
        <p:spPr>
          <a:xfrm>
            <a:off x="3851388" y="2103249"/>
            <a:ext cx="1743075" cy="238760"/>
          </a:xfrm>
          <a:prstGeom prst="rect">
            <a:avLst/>
          </a:prstGeom>
        </p:spPr>
        <p:txBody>
          <a:bodyPr wrap="square" lIns="0" tIns="12700" rIns="0" bIns="0" rtlCol="0" vert="horz">
            <a:spAutoFit/>
          </a:bodyPr>
          <a:lstStyle/>
          <a:p>
            <a:pPr marL="12700">
              <a:lnSpc>
                <a:spcPct val="100000"/>
              </a:lnSpc>
              <a:spcBef>
                <a:spcPts val="100"/>
              </a:spcBef>
            </a:pPr>
            <a:r>
              <a:rPr dirty="0" sz="1400" b="1">
                <a:solidFill>
                  <a:srgbClr val="0F172A"/>
                </a:solidFill>
                <a:latin typeface="Calibri"/>
                <a:cs typeface="Calibri"/>
              </a:rPr>
              <a:t>Backend</a:t>
            </a:r>
            <a:r>
              <a:rPr dirty="0" sz="1400" spc="-20" b="1">
                <a:solidFill>
                  <a:srgbClr val="0F172A"/>
                </a:solidFill>
                <a:latin typeface="Calibri"/>
                <a:cs typeface="Calibri"/>
              </a:rPr>
              <a:t> </a:t>
            </a:r>
            <a:r>
              <a:rPr dirty="0" sz="1400" b="1">
                <a:solidFill>
                  <a:srgbClr val="0F172A"/>
                </a:solidFill>
                <a:latin typeface="Calibri"/>
                <a:cs typeface="Calibri"/>
              </a:rPr>
              <a:t>&amp;</a:t>
            </a:r>
            <a:r>
              <a:rPr dirty="0" sz="1400" spc="-15" b="1">
                <a:solidFill>
                  <a:srgbClr val="0F172A"/>
                </a:solidFill>
                <a:latin typeface="Calibri"/>
                <a:cs typeface="Calibri"/>
              </a:rPr>
              <a:t> </a:t>
            </a:r>
            <a:r>
              <a:rPr dirty="0" sz="1400" spc="-10" b="1">
                <a:solidFill>
                  <a:srgbClr val="0F172A"/>
                </a:solidFill>
                <a:latin typeface="Calibri"/>
                <a:cs typeface="Calibri"/>
              </a:rPr>
              <a:t>Multi-</a:t>
            </a:r>
            <a:r>
              <a:rPr dirty="0" sz="1400" spc="-20" b="1">
                <a:solidFill>
                  <a:srgbClr val="0F172A"/>
                </a:solidFill>
                <a:latin typeface="Calibri"/>
                <a:cs typeface="Calibri"/>
              </a:rPr>
              <a:t>Agent</a:t>
            </a:r>
            <a:endParaRPr sz="1400">
              <a:latin typeface="Calibri"/>
              <a:cs typeface="Calibri"/>
            </a:endParaRPr>
          </a:p>
        </p:txBody>
      </p:sp>
      <p:sp>
        <p:nvSpPr>
          <p:cNvPr id="20" name="object 20"/>
          <p:cNvSpPr txBox="1"/>
          <p:nvPr/>
        </p:nvSpPr>
        <p:spPr>
          <a:xfrm>
            <a:off x="3681476" y="2583463"/>
            <a:ext cx="1898014" cy="1625600"/>
          </a:xfrm>
          <a:prstGeom prst="rect">
            <a:avLst/>
          </a:prstGeom>
        </p:spPr>
        <p:txBody>
          <a:bodyPr wrap="square" lIns="0" tIns="73660" rIns="0" bIns="0" rtlCol="0" vert="horz">
            <a:spAutoFit/>
          </a:bodyPr>
          <a:lstStyle/>
          <a:p>
            <a:pPr marL="113664" indent="-100965">
              <a:lnSpc>
                <a:spcPct val="100000"/>
              </a:lnSpc>
              <a:spcBef>
                <a:spcPts val="580"/>
              </a:spcBef>
              <a:buChar char="•"/>
              <a:tabLst>
                <a:tab pos="113664" algn="l"/>
              </a:tabLst>
            </a:pPr>
            <a:r>
              <a:rPr dirty="0" sz="1100">
                <a:solidFill>
                  <a:srgbClr val="1E293B"/>
                </a:solidFill>
                <a:latin typeface="Calibri"/>
                <a:cs typeface="Calibri"/>
              </a:rPr>
              <a:t>Python</a:t>
            </a:r>
            <a:r>
              <a:rPr dirty="0" sz="1100" spc="-10">
                <a:solidFill>
                  <a:srgbClr val="1E293B"/>
                </a:solidFill>
                <a:latin typeface="Calibri"/>
                <a:cs typeface="Calibri"/>
              </a:rPr>
              <a:t> </a:t>
            </a:r>
            <a:r>
              <a:rPr dirty="0" sz="1100">
                <a:solidFill>
                  <a:srgbClr val="1E293B"/>
                </a:solidFill>
                <a:latin typeface="Calibri"/>
                <a:cs typeface="Calibri"/>
              </a:rPr>
              <a:t>3.14</a:t>
            </a:r>
            <a:r>
              <a:rPr dirty="0" sz="1100" spc="-10">
                <a:solidFill>
                  <a:srgbClr val="1E293B"/>
                </a:solidFill>
                <a:latin typeface="Calibri"/>
                <a:cs typeface="Calibri"/>
              </a:rPr>
              <a:t> </a:t>
            </a:r>
            <a:r>
              <a:rPr dirty="0" sz="1100">
                <a:solidFill>
                  <a:srgbClr val="1E293B"/>
                </a:solidFill>
                <a:latin typeface="Calibri"/>
                <a:cs typeface="Calibri"/>
              </a:rPr>
              <a:t>/</a:t>
            </a:r>
            <a:r>
              <a:rPr dirty="0" sz="1100" spc="-5">
                <a:solidFill>
                  <a:srgbClr val="1E293B"/>
                </a:solidFill>
                <a:latin typeface="Calibri"/>
                <a:cs typeface="Calibri"/>
              </a:rPr>
              <a:t> </a:t>
            </a:r>
            <a:r>
              <a:rPr dirty="0" sz="1100">
                <a:solidFill>
                  <a:srgbClr val="1E293B"/>
                </a:solidFill>
                <a:latin typeface="Calibri"/>
                <a:cs typeface="Calibri"/>
              </a:rPr>
              <a:t>3.13</a:t>
            </a:r>
            <a:r>
              <a:rPr dirty="0" sz="1100" spc="-10">
                <a:solidFill>
                  <a:srgbClr val="1E293B"/>
                </a:solidFill>
                <a:latin typeface="Calibri"/>
                <a:cs typeface="Calibri"/>
              </a:rPr>
              <a:t> Runtime</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FastAPI </a:t>
            </a:r>
            <a:r>
              <a:rPr dirty="0" sz="1100" spc="-10">
                <a:solidFill>
                  <a:srgbClr val="1E293B"/>
                </a:solidFill>
                <a:latin typeface="Calibri"/>
                <a:cs typeface="Calibri"/>
              </a:rPr>
              <a:t>High-</a:t>
            </a:r>
            <a:r>
              <a:rPr dirty="0" sz="1100">
                <a:solidFill>
                  <a:srgbClr val="1E293B"/>
                </a:solidFill>
                <a:latin typeface="Calibri"/>
                <a:cs typeface="Calibri"/>
              </a:rPr>
              <a:t>Speed </a:t>
            </a:r>
            <a:r>
              <a:rPr dirty="0" sz="1100" spc="-10">
                <a:solidFill>
                  <a:srgbClr val="1E293B"/>
                </a:solidFill>
                <a:latin typeface="Calibri"/>
                <a:cs typeface="Calibri"/>
              </a:rPr>
              <a:t>Framework</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Uvicorn</a:t>
            </a:r>
            <a:r>
              <a:rPr dirty="0" sz="1100" spc="-20">
                <a:solidFill>
                  <a:srgbClr val="1E293B"/>
                </a:solidFill>
                <a:latin typeface="Calibri"/>
                <a:cs typeface="Calibri"/>
              </a:rPr>
              <a:t> </a:t>
            </a:r>
            <a:r>
              <a:rPr dirty="0" sz="1100">
                <a:solidFill>
                  <a:srgbClr val="1E293B"/>
                </a:solidFill>
                <a:latin typeface="Calibri"/>
                <a:cs typeface="Calibri"/>
              </a:rPr>
              <a:t>ASGI</a:t>
            </a:r>
            <a:r>
              <a:rPr dirty="0" sz="1100" spc="-15">
                <a:solidFill>
                  <a:srgbClr val="1E293B"/>
                </a:solidFill>
                <a:latin typeface="Calibri"/>
                <a:cs typeface="Calibri"/>
              </a:rPr>
              <a:t> </a:t>
            </a:r>
            <a:r>
              <a:rPr dirty="0" sz="1100" spc="-10">
                <a:solidFill>
                  <a:srgbClr val="1E293B"/>
                </a:solidFill>
                <a:latin typeface="Calibri"/>
                <a:cs typeface="Calibri"/>
              </a:rPr>
              <a:t>Server</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Pydantic</a:t>
            </a:r>
            <a:r>
              <a:rPr dirty="0" sz="1100" spc="-20">
                <a:solidFill>
                  <a:srgbClr val="1E293B"/>
                </a:solidFill>
                <a:latin typeface="Calibri"/>
                <a:cs typeface="Calibri"/>
              </a:rPr>
              <a:t> </a:t>
            </a:r>
            <a:r>
              <a:rPr dirty="0" sz="1100">
                <a:solidFill>
                  <a:srgbClr val="1E293B"/>
                </a:solidFill>
                <a:latin typeface="Calibri"/>
                <a:cs typeface="Calibri"/>
              </a:rPr>
              <a:t>v2</a:t>
            </a:r>
            <a:r>
              <a:rPr dirty="0" sz="1100" spc="-15">
                <a:solidFill>
                  <a:srgbClr val="1E293B"/>
                </a:solidFill>
                <a:latin typeface="Calibri"/>
                <a:cs typeface="Calibri"/>
              </a:rPr>
              <a:t> </a:t>
            </a:r>
            <a:r>
              <a:rPr dirty="0" sz="1100" spc="-20">
                <a:solidFill>
                  <a:srgbClr val="1E293B"/>
                </a:solidFill>
                <a:latin typeface="Calibri"/>
                <a:cs typeface="Calibri"/>
              </a:rPr>
              <a:t>Type-</a:t>
            </a:r>
            <a:r>
              <a:rPr dirty="0" sz="1100">
                <a:solidFill>
                  <a:srgbClr val="1E293B"/>
                </a:solidFill>
                <a:latin typeface="Calibri"/>
                <a:cs typeface="Calibri"/>
              </a:rPr>
              <a:t>Safe</a:t>
            </a:r>
            <a:r>
              <a:rPr dirty="0" sz="1100" spc="-20">
                <a:solidFill>
                  <a:srgbClr val="1E293B"/>
                </a:solidFill>
                <a:latin typeface="Calibri"/>
                <a:cs typeface="Calibri"/>
              </a:rPr>
              <a:t> </a:t>
            </a:r>
            <a:r>
              <a:rPr dirty="0" sz="1100" spc="-10">
                <a:solidFill>
                  <a:srgbClr val="1E293B"/>
                </a:solidFill>
                <a:latin typeface="Calibri"/>
                <a:cs typeface="Calibri"/>
              </a:rPr>
              <a:t>Schemas</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Anthropic</a:t>
            </a:r>
            <a:r>
              <a:rPr dirty="0" sz="1100" spc="-30">
                <a:solidFill>
                  <a:srgbClr val="1E293B"/>
                </a:solidFill>
                <a:latin typeface="Calibri"/>
                <a:cs typeface="Calibri"/>
              </a:rPr>
              <a:t> </a:t>
            </a:r>
            <a:r>
              <a:rPr dirty="0" sz="1100">
                <a:solidFill>
                  <a:srgbClr val="1E293B"/>
                </a:solidFill>
                <a:latin typeface="Calibri"/>
                <a:cs typeface="Calibri"/>
              </a:rPr>
              <a:t>Claude</a:t>
            </a:r>
            <a:r>
              <a:rPr dirty="0" sz="1100" spc="-25">
                <a:solidFill>
                  <a:srgbClr val="1E293B"/>
                </a:solidFill>
                <a:latin typeface="Calibri"/>
                <a:cs typeface="Calibri"/>
              </a:rPr>
              <a:t> </a:t>
            </a:r>
            <a:r>
              <a:rPr dirty="0" sz="1100">
                <a:solidFill>
                  <a:srgbClr val="1E293B"/>
                </a:solidFill>
                <a:latin typeface="Calibri"/>
                <a:cs typeface="Calibri"/>
              </a:rPr>
              <a:t>3.5</a:t>
            </a:r>
            <a:r>
              <a:rPr dirty="0" sz="1100" spc="-30">
                <a:solidFill>
                  <a:srgbClr val="1E293B"/>
                </a:solidFill>
                <a:latin typeface="Calibri"/>
                <a:cs typeface="Calibri"/>
              </a:rPr>
              <a:t> </a:t>
            </a:r>
            <a:r>
              <a:rPr dirty="0" sz="1100" spc="-10">
                <a:solidFill>
                  <a:srgbClr val="1E293B"/>
                </a:solidFill>
                <a:latin typeface="Calibri"/>
                <a:cs typeface="Calibri"/>
              </a:rPr>
              <a:t>Sonnet</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Deterministic</a:t>
            </a:r>
            <a:r>
              <a:rPr dirty="0" sz="1100" spc="-40">
                <a:solidFill>
                  <a:srgbClr val="1E293B"/>
                </a:solidFill>
                <a:latin typeface="Calibri"/>
                <a:cs typeface="Calibri"/>
              </a:rPr>
              <a:t> </a:t>
            </a:r>
            <a:r>
              <a:rPr dirty="0" sz="1100">
                <a:solidFill>
                  <a:srgbClr val="1E293B"/>
                </a:solidFill>
                <a:latin typeface="Calibri"/>
                <a:cs typeface="Calibri"/>
              </a:rPr>
              <a:t>Heuristic</a:t>
            </a:r>
            <a:r>
              <a:rPr dirty="0" sz="1100" spc="-40">
                <a:solidFill>
                  <a:srgbClr val="1E293B"/>
                </a:solidFill>
                <a:latin typeface="Calibri"/>
                <a:cs typeface="Calibri"/>
              </a:rPr>
              <a:t> </a:t>
            </a:r>
            <a:r>
              <a:rPr dirty="0" sz="1100" spc="-10">
                <a:solidFill>
                  <a:srgbClr val="1E293B"/>
                </a:solidFill>
                <a:latin typeface="Calibri"/>
                <a:cs typeface="Calibri"/>
              </a:rPr>
              <a:t>Engine</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Asynchronous</a:t>
            </a:r>
            <a:r>
              <a:rPr dirty="0" sz="1100" spc="-60">
                <a:solidFill>
                  <a:srgbClr val="1E293B"/>
                </a:solidFill>
                <a:latin typeface="Calibri"/>
                <a:cs typeface="Calibri"/>
              </a:rPr>
              <a:t> </a:t>
            </a:r>
            <a:r>
              <a:rPr dirty="0" sz="1100">
                <a:solidFill>
                  <a:srgbClr val="1E293B"/>
                </a:solidFill>
                <a:latin typeface="Calibri"/>
                <a:cs typeface="Calibri"/>
              </a:rPr>
              <a:t>httpx</a:t>
            </a:r>
            <a:r>
              <a:rPr dirty="0" sz="1100" spc="-55">
                <a:solidFill>
                  <a:srgbClr val="1E293B"/>
                </a:solidFill>
                <a:latin typeface="Calibri"/>
                <a:cs typeface="Calibri"/>
              </a:rPr>
              <a:t> </a:t>
            </a:r>
            <a:r>
              <a:rPr dirty="0" sz="1100" spc="-10">
                <a:solidFill>
                  <a:srgbClr val="1E293B"/>
                </a:solidFill>
                <a:latin typeface="Calibri"/>
                <a:cs typeface="Calibri"/>
              </a:rPr>
              <a:t>Client</a:t>
            </a:r>
            <a:endParaRPr sz="1100">
              <a:latin typeface="Calibri"/>
              <a:cs typeface="Calibri"/>
            </a:endParaRPr>
          </a:p>
        </p:txBody>
      </p:sp>
      <p:grpSp>
        <p:nvGrpSpPr>
          <p:cNvPr id="21" name="object 21"/>
          <p:cNvGrpSpPr/>
          <p:nvPr/>
        </p:nvGrpSpPr>
        <p:grpSpPr>
          <a:xfrm>
            <a:off x="6153911" y="1348879"/>
            <a:ext cx="2606040" cy="4846320"/>
            <a:chOff x="6153911" y="1348879"/>
            <a:chExt cx="2606040" cy="4846320"/>
          </a:xfrm>
        </p:grpSpPr>
        <p:pic>
          <p:nvPicPr>
            <p:cNvPr id="22" name="object 22"/>
            <p:cNvPicPr/>
            <p:nvPr/>
          </p:nvPicPr>
          <p:blipFill>
            <a:blip r:embed="rId2" cstate="print"/>
            <a:stretch>
              <a:fillRect/>
            </a:stretch>
          </p:blipFill>
          <p:spPr>
            <a:xfrm>
              <a:off x="6153911" y="1348879"/>
              <a:ext cx="2606040" cy="4846320"/>
            </a:xfrm>
            <a:prstGeom prst="rect">
              <a:avLst/>
            </a:prstGeom>
          </p:spPr>
        </p:pic>
        <p:sp>
          <p:nvSpPr>
            <p:cNvPr id="23" name="object 23"/>
            <p:cNvSpPr/>
            <p:nvPr/>
          </p:nvSpPr>
          <p:spPr>
            <a:xfrm>
              <a:off x="6199631" y="1371600"/>
              <a:ext cx="2514600" cy="4754880"/>
            </a:xfrm>
            <a:custGeom>
              <a:avLst/>
              <a:gdLst/>
              <a:ahLst/>
              <a:cxnLst/>
              <a:rect l="l" t="t" r="r" b="b"/>
              <a:pathLst>
                <a:path w="2514600" h="4754880">
                  <a:moveTo>
                    <a:pt x="2095491" y="0"/>
                  </a:moveTo>
                  <a:lnTo>
                    <a:pt x="419108" y="0"/>
                  </a:lnTo>
                  <a:lnTo>
                    <a:pt x="370231" y="2819"/>
                  </a:lnTo>
                  <a:lnTo>
                    <a:pt x="323011"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4335771"/>
                  </a:lnTo>
                  <a:lnTo>
                    <a:pt x="2819" y="4384648"/>
                  </a:lnTo>
                  <a:lnTo>
                    <a:pt x="11068" y="4431869"/>
                  </a:lnTo>
                  <a:lnTo>
                    <a:pt x="24433" y="4477119"/>
                  </a:lnTo>
                  <a:lnTo>
                    <a:pt x="42598" y="4520084"/>
                  </a:lnTo>
                  <a:lnTo>
                    <a:pt x="65250" y="4560450"/>
                  </a:lnTo>
                  <a:lnTo>
                    <a:pt x="92073" y="4597902"/>
                  </a:lnTo>
                  <a:lnTo>
                    <a:pt x="122754" y="4632125"/>
                  </a:lnTo>
                  <a:lnTo>
                    <a:pt x="156977" y="4662806"/>
                  </a:lnTo>
                  <a:lnTo>
                    <a:pt x="194429" y="4689629"/>
                  </a:lnTo>
                  <a:lnTo>
                    <a:pt x="234795" y="4712281"/>
                  </a:lnTo>
                  <a:lnTo>
                    <a:pt x="277760" y="4730446"/>
                  </a:lnTo>
                  <a:lnTo>
                    <a:pt x="323011" y="4743810"/>
                  </a:lnTo>
                  <a:lnTo>
                    <a:pt x="370231" y="4752060"/>
                  </a:lnTo>
                  <a:lnTo>
                    <a:pt x="419108" y="4754879"/>
                  </a:lnTo>
                  <a:lnTo>
                    <a:pt x="2095491" y="4754879"/>
                  </a:lnTo>
                  <a:lnTo>
                    <a:pt x="2144368" y="4752060"/>
                  </a:lnTo>
                  <a:lnTo>
                    <a:pt x="2191588" y="4743810"/>
                  </a:lnTo>
                  <a:lnTo>
                    <a:pt x="2236839" y="4730446"/>
                  </a:lnTo>
                  <a:lnTo>
                    <a:pt x="2279804" y="4712281"/>
                  </a:lnTo>
                  <a:lnTo>
                    <a:pt x="2320170" y="4689629"/>
                  </a:lnTo>
                  <a:lnTo>
                    <a:pt x="2357622" y="4662806"/>
                  </a:lnTo>
                  <a:lnTo>
                    <a:pt x="2391845" y="4632125"/>
                  </a:lnTo>
                  <a:lnTo>
                    <a:pt x="2422526" y="4597902"/>
                  </a:lnTo>
                  <a:lnTo>
                    <a:pt x="2449349" y="4560450"/>
                  </a:lnTo>
                  <a:lnTo>
                    <a:pt x="2472001" y="4520084"/>
                  </a:lnTo>
                  <a:lnTo>
                    <a:pt x="2490166" y="4477119"/>
                  </a:lnTo>
                  <a:lnTo>
                    <a:pt x="2503531" y="4431869"/>
                  </a:lnTo>
                  <a:lnTo>
                    <a:pt x="2511780" y="4384648"/>
                  </a:lnTo>
                  <a:lnTo>
                    <a:pt x="2514599" y="4335771"/>
                  </a:lnTo>
                  <a:lnTo>
                    <a:pt x="2514599"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E0F2FE"/>
            </a:solidFill>
          </p:spPr>
          <p:txBody>
            <a:bodyPr wrap="square" lIns="0" tIns="0" rIns="0" bIns="0" rtlCol="0"/>
            <a:lstStyle/>
            <a:p/>
          </p:txBody>
        </p:sp>
        <p:sp>
          <p:nvSpPr>
            <p:cNvPr id="24" name="object 24"/>
            <p:cNvSpPr/>
            <p:nvPr/>
          </p:nvSpPr>
          <p:spPr>
            <a:xfrm>
              <a:off x="6199631" y="1371600"/>
              <a:ext cx="2514600" cy="4754880"/>
            </a:xfrm>
            <a:custGeom>
              <a:avLst/>
              <a:gdLst/>
              <a:ahLst/>
              <a:cxnLst/>
              <a:rect l="l" t="t" r="r" b="b"/>
              <a:pathLst>
                <a:path w="2514600" h="47548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4335771"/>
                  </a:lnTo>
                  <a:lnTo>
                    <a:pt x="2511780" y="4384648"/>
                  </a:lnTo>
                  <a:lnTo>
                    <a:pt x="2503531" y="4431868"/>
                  </a:lnTo>
                  <a:lnTo>
                    <a:pt x="2490166" y="4477119"/>
                  </a:lnTo>
                  <a:lnTo>
                    <a:pt x="2472001" y="4520084"/>
                  </a:lnTo>
                  <a:lnTo>
                    <a:pt x="2449349" y="4560450"/>
                  </a:lnTo>
                  <a:lnTo>
                    <a:pt x="2422526" y="4597902"/>
                  </a:lnTo>
                  <a:lnTo>
                    <a:pt x="2391845" y="4632125"/>
                  </a:lnTo>
                  <a:lnTo>
                    <a:pt x="2357622" y="4662806"/>
                  </a:lnTo>
                  <a:lnTo>
                    <a:pt x="2320170" y="4689629"/>
                  </a:lnTo>
                  <a:lnTo>
                    <a:pt x="2279804" y="4712281"/>
                  </a:lnTo>
                  <a:lnTo>
                    <a:pt x="2236839" y="4730446"/>
                  </a:lnTo>
                  <a:lnTo>
                    <a:pt x="2191588" y="4743811"/>
                  </a:lnTo>
                  <a:lnTo>
                    <a:pt x="2144368" y="4752060"/>
                  </a:lnTo>
                  <a:lnTo>
                    <a:pt x="2095491" y="4754880"/>
                  </a:lnTo>
                  <a:lnTo>
                    <a:pt x="419108" y="4754880"/>
                  </a:lnTo>
                  <a:lnTo>
                    <a:pt x="370231" y="4752060"/>
                  </a:lnTo>
                  <a:lnTo>
                    <a:pt x="323010" y="4743811"/>
                  </a:lnTo>
                  <a:lnTo>
                    <a:pt x="277760" y="4730446"/>
                  </a:lnTo>
                  <a:lnTo>
                    <a:pt x="234795" y="4712281"/>
                  </a:lnTo>
                  <a:lnTo>
                    <a:pt x="194429" y="4689629"/>
                  </a:lnTo>
                  <a:lnTo>
                    <a:pt x="156977" y="4662806"/>
                  </a:lnTo>
                  <a:lnTo>
                    <a:pt x="122754" y="4632125"/>
                  </a:lnTo>
                  <a:lnTo>
                    <a:pt x="92073" y="4597902"/>
                  </a:lnTo>
                  <a:lnTo>
                    <a:pt x="65250" y="4560450"/>
                  </a:lnTo>
                  <a:lnTo>
                    <a:pt x="42598" y="4520084"/>
                  </a:lnTo>
                  <a:lnTo>
                    <a:pt x="24433" y="4477119"/>
                  </a:lnTo>
                  <a:lnTo>
                    <a:pt x="11068" y="4431868"/>
                  </a:lnTo>
                  <a:lnTo>
                    <a:pt x="2819" y="4384648"/>
                  </a:lnTo>
                  <a:lnTo>
                    <a:pt x="0" y="43357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40">
              <a:solidFill>
                <a:srgbClr val="BAE6FD"/>
              </a:solidFill>
            </a:ln>
          </p:spPr>
          <p:txBody>
            <a:bodyPr wrap="square" lIns="0" tIns="0" rIns="0" bIns="0" rtlCol="0"/>
            <a:lstStyle/>
            <a:p/>
          </p:txBody>
        </p:sp>
        <p:pic>
          <p:nvPicPr>
            <p:cNvPr id="25" name="object 25"/>
            <p:cNvPicPr/>
            <p:nvPr/>
          </p:nvPicPr>
          <p:blipFill>
            <a:blip r:embed="rId3" cstate="print"/>
            <a:stretch>
              <a:fillRect/>
            </a:stretch>
          </p:blipFill>
          <p:spPr>
            <a:xfrm>
              <a:off x="7190231" y="1539379"/>
              <a:ext cx="533400" cy="533400"/>
            </a:xfrm>
            <a:prstGeom prst="rect">
              <a:avLst/>
            </a:prstGeom>
          </p:spPr>
        </p:pic>
        <p:sp>
          <p:nvSpPr>
            <p:cNvPr id="26" name="object 26"/>
            <p:cNvSpPr/>
            <p:nvPr/>
          </p:nvSpPr>
          <p:spPr>
            <a:xfrm>
              <a:off x="7228331" y="1554479"/>
              <a:ext cx="457200" cy="457200"/>
            </a:xfrm>
            <a:custGeom>
              <a:avLst/>
              <a:gdLst/>
              <a:ahLst/>
              <a:cxnLst/>
              <a:rect l="l" t="t" r="r" b="b"/>
              <a:pathLst>
                <a:path w="457200" h="457200">
                  <a:moveTo>
                    <a:pt x="228600" y="0"/>
                  </a:moveTo>
                  <a:lnTo>
                    <a:pt x="184939" y="4184"/>
                  </a:lnTo>
                  <a:lnTo>
                    <a:pt x="142577" y="16738"/>
                  </a:lnTo>
                  <a:lnTo>
                    <a:pt x="102816" y="37662"/>
                  </a:lnTo>
                  <a:lnTo>
                    <a:pt x="66955" y="66955"/>
                  </a:lnTo>
                  <a:lnTo>
                    <a:pt x="37662" y="102816"/>
                  </a:lnTo>
                  <a:lnTo>
                    <a:pt x="16738" y="142577"/>
                  </a:lnTo>
                  <a:lnTo>
                    <a:pt x="4184" y="184939"/>
                  </a:lnTo>
                  <a:lnTo>
                    <a:pt x="0" y="228600"/>
                  </a:lnTo>
                  <a:lnTo>
                    <a:pt x="4184" y="272261"/>
                  </a:lnTo>
                  <a:lnTo>
                    <a:pt x="16738" y="314622"/>
                  </a:lnTo>
                  <a:lnTo>
                    <a:pt x="37662" y="354383"/>
                  </a:lnTo>
                  <a:lnTo>
                    <a:pt x="66955" y="390244"/>
                  </a:lnTo>
                  <a:lnTo>
                    <a:pt x="102816" y="419537"/>
                  </a:lnTo>
                  <a:lnTo>
                    <a:pt x="142577" y="440461"/>
                  </a:lnTo>
                  <a:lnTo>
                    <a:pt x="184939" y="453015"/>
                  </a:lnTo>
                  <a:lnTo>
                    <a:pt x="228600" y="457200"/>
                  </a:lnTo>
                  <a:lnTo>
                    <a:pt x="272261" y="453015"/>
                  </a:lnTo>
                  <a:lnTo>
                    <a:pt x="314622" y="440461"/>
                  </a:lnTo>
                  <a:lnTo>
                    <a:pt x="354383" y="419537"/>
                  </a:lnTo>
                  <a:lnTo>
                    <a:pt x="390244" y="390244"/>
                  </a:lnTo>
                  <a:lnTo>
                    <a:pt x="419537" y="354383"/>
                  </a:lnTo>
                  <a:lnTo>
                    <a:pt x="440460" y="314622"/>
                  </a:lnTo>
                  <a:lnTo>
                    <a:pt x="453014" y="272261"/>
                  </a:lnTo>
                  <a:lnTo>
                    <a:pt x="457199" y="228600"/>
                  </a:lnTo>
                  <a:lnTo>
                    <a:pt x="453014" y="184939"/>
                  </a:lnTo>
                  <a:lnTo>
                    <a:pt x="440460" y="142577"/>
                  </a:lnTo>
                  <a:lnTo>
                    <a:pt x="419537" y="102816"/>
                  </a:lnTo>
                  <a:lnTo>
                    <a:pt x="390244" y="66955"/>
                  </a:lnTo>
                  <a:lnTo>
                    <a:pt x="354383" y="37662"/>
                  </a:lnTo>
                  <a:lnTo>
                    <a:pt x="314622" y="16738"/>
                  </a:lnTo>
                  <a:lnTo>
                    <a:pt x="272261" y="4184"/>
                  </a:lnTo>
                  <a:lnTo>
                    <a:pt x="228600" y="0"/>
                  </a:lnTo>
                  <a:close/>
                </a:path>
              </a:pathLst>
            </a:custGeom>
            <a:solidFill>
              <a:srgbClr val="D97706"/>
            </a:solidFill>
          </p:spPr>
          <p:txBody>
            <a:bodyPr wrap="square" lIns="0" tIns="0" rIns="0" bIns="0" rtlCol="0"/>
            <a:lstStyle/>
            <a:p/>
          </p:txBody>
        </p:sp>
      </p:grpSp>
      <p:sp>
        <p:nvSpPr>
          <p:cNvPr id="27" name="object 27"/>
          <p:cNvSpPr txBox="1"/>
          <p:nvPr/>
        </p:nvSpPr>
        <p:spPr>
          <a:xfrm>
            <a:off x="7399173" y="1642809"/>
            <a:ext cx="115570" cy="238760"/>
          </a:xfrm>
          <a:prstGeom prst="rect">
            <a:avLst/>
          </a:prstGeom>
        </p:spPr>
        <p:txBody>
          <a:bodyPr wrap="square" lIns="0" tIns="12700" rIns="0" bIns="0" rtlCol="0" vert="horz">
            <a:spAutoFit/>
          </a:bodyPr>
          <a:lstStyle/>
          <a:p>
            <a:pPr marL="12700">
              <a:lnSpc>
                <a:spcPct val="100000"/>
              </a:lnSpc>
              <a:spcBef>
                <a:spcPts val="100"/>
              </a:spcBef>
            </a:pPr>
            <a:r>
              <a:rPr dirty="0" sz="1400" spc="-50" b="1">
                <a:solidFill>
                  <a:srgbClr val="FFFFFF"/>
                </a:solidFill>
                <a:latin typeface="Calibri"/>
                <a:cs typeface="Calibri"/>
              </a:rPr>
              <a:t>3</a:t>
            </a:r>
            <a:endParaRPr sz="1400">
              <a:latin typeface="Calibri"/>
              <a:cs typeface="Calibri"/>
            </a:endParaRPr>
          </a:p>
        </p:txBody>
      </p:sp>
      <p:sp>
        <p:nvSpPr>
          <p:cNvPr id="28" name="object 28"/>
          <p:cNvSpPr txBox="1"/>
          <p:nvPr/>
        </p:nvSpPr>
        <p:spPr>
          <a:xfrm>
            <a:off x="6722396" y="2103249"/>
            <a:ext cx="1468755" cy="238760"/>
          </a:xfrm>
          <a:prstGeom prst="rect">
            <a:avLst/>
          </a:prstGeom>
        </p:spPr>
        <p:txBody>
          <a:bodyPr wrap="square" lIns="0" tIns="12700" rIns="0" bIns="0" rtlCol="0" vert="horz">
            <a:spAutoFit/>
          </a:bodyPr>
          <a:lstStyle/>
          <a:p>
            <a:pPr marL="12700">
              <a:lnSpc>
                <a:spcPct val="100000"/>
              </a:lnSpc>
              <a:spcBef>
                <a:spcPts val="100"/>
              </a:spcBef>
            </a:pPr>
            <a:r>
              <a:rPr dirty="0" sz="1400" spc="-10" b="1">
                <a:solidFill>
                  <a:srgbClr val="0F172A"/>
                </a:solidFill>
                <a:latin typeface="Calibri"/>
                <a:cs typeface="Calibri"/>
              </a:rPr>
              <a:t>Scientific</a:t>
            </a:r>
            <a:r>
              <a:rPr dirty="0" sz="1400" spc="-5" b="1">
                <a:solidFill>
                  <a:srgbClr val="0F172A"/>
                </a:solidFill>
                <a:latin typeface="Calibri"/>
                <a:cs typeface="Calibri"/>
              </a:rPr>
              <a:t> </a:t>
            </a:r>
            <a:r>
              <a:rPr dirty="0" sz="1400" b="1">
                <a:solidFill>
                  <a:srgbClr val="0F172A"/>
                </a:solidFill>
                <a:latin typeface="Calibri"/>
                <a:cs typeface="Calibri"/>
              </a:rPr>
              <a:t>&amp; </a:t>
            </a:r>
            <a:r>
              <a:rPr dirty="0" sz="1400" spc="-10" b="1">
                <a:solidFill>
                  <a:srgbClr val="0F172A"/>
                </a:solidFill>
                <a:latin typeface="Calibri"/>
                <a:cs typeface="Calibri"/>
              </a:rPr>
              <a:t>Routing</a:t>
            </a:r>
            <a:endParaRPr sz="1400">
              <a:latin typeface="Calibri"/>
              <a:cs typeface="Calibri"/>
            </a:endParaRPr>
          </a:p>
        </p:txBody>
      </p:sp>
      <p:sp>
        <p:nvSpPr>
          <p:cNvPr id="29" name="object 29"/>
          <p:cNvSpPr txBox="1"/>
          <p:nvPr/>
        </p:nvSpPr>
        <p:spPr>
          <a:xfrm>
            <a:off x="6415532" y="2583463"/>
            <a:ext cx="1992630" cy="1625600"/>
          </a:xfrm>
          <a:prstGeom prst="rect">
            <a:avLst/>
          </a:prstGeom>
        </p:spPr>
        <p:txBody>
          <a:bodyPr wrap="square" lIns="0" tIns="73660" rIns="0" bIns="0" rtlCol="0" vert="horz">
            <a:spAutoFit/>
          </a:bodyPr>
          <a:lstStyle/>
          <a:p>
            <a:pPr marL="113664" indent="-100965">
              <a:lnSpc>
                <a:spcPct val="100000"/>
              </a:lnSpc>
              <a:spcBef>
                <a:spcPts val="580"/>
              </a:spcBef>
              <a:buChar char="•"/>
              <a:tabLst>
                <a:tab pos="113664" algn="l"/>
              </a:tabLst>
            </a:pPr>
            <a:r>
              <a:rPr dirty="0" sz="1100" spc="-25">
                <a:solidFill>
                  <a:srgbClr val="1E293B"/>
                </a:solidFill>
                <a:latin typeface="Calibri"/>
                <a:cs typeface="Calibri"/>
              </a:rPr>
              <a:t>Ray-</a:t>
            </a:r>
            <a:r>
              <a:rPr dirty="0" sz="1100">
                <a:solidFill>
                  <a:srgbClr val="1E293B"/>
                </a:solidFill>
                <a:latin typeface="Calibri"/>
                <a:cs typeface="Calibri"/>
              </a:rPr>
              <a:t>Casting</a:t>
            </a:r>
            <a:r>
              <a:rPr dirty="0" sz="1100" spc="-5">
                <a:solidFill>
                  <a:srgbClr val="1E293B"/>
                </a:solidFill>
                <a:latin typeface="Calibri"/>
                <a:cs typeface="Calibri"/>
              </a:rPr>
              <a:t> </a:t>
            </a:r>
            <a:r>
              <a:rPr dirty="0" sz="1100">
                <a:solidFill>
                  <a:srgbClr val="1E293B"/>
                </a:solidFill>
                <a:latin typeface="Calibri"/>
                <a:cs typeface="Calibri"/>
              </a:rPr>
              <a:t>Spatial </a:t>
            </a:r>
            <a:r>
              <a:rPr dirty="0" sz="1100" spc="-10">
                <a:solidFill>
                  <a:srgbClr val="1E293B"/>
                </a:solidFill>
                <a:latin typeface="Calibri"/>
                <a:cs typeface="Calibri"/>
              </a:rPr>
              <a:t>Indexing</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Geodesic</a:t>
            </a:r>
            <a:r>
              <a:rPr dirty="0" sz="1100" spc="-5">
                <a:solidFill>
                  <a:srgbClr val="1E293B"/>
                </a:solidFill>
                <a:latin typeface="Calibri"/>
                <a:cs typeface="Calibri"/>
              </a:rPr>
              <a:t> </a:t>
            </a:r>
            <a:r>
              <a:rPr dirty="0" sz="1100">
                <a:solidFill>
                  <a:srgbClr val="1E293B"/>
                </a:solidFill>
                <a:latin typeface="Calibri"/>
                <a:cs typeface="Calibri"/>
              </a:rPr>
              <a:t>&amp;</a:t>
            </a:r>
            <a:r>
              <a:rPr dirty="0" sz="1100" spc="-5">
                <a:solidFill>
                  <a:srgbClr val="1E293B"/>
                </a:solidFill>
                <a:latin typeface="Calibri"/>
                <a:cs typeface="Calibri"/>
              </a:rPr>
              <a:t> </a:t>
            </a:r>
            <a:r>
              <a:rPr dirty="0" sz="1100" spc="-10">
                <a:solidFill>
                  <a:srgbClr val="1E293B"/>
                </a:solidFill>
                <a:latin typeface="Calibri"/>
                <a:cs typeface="Calibri"/>
              </a:rPr>
              <a:t>Haversine</a:t>
            </a:r>
            <a:r>
              <a:rPr dirty="0" sz="1100" spc="-5">
                <a:solidFill>
                  <a:srgbClr val="1E293B"/>
                </a:solidFill>
                <a:latin typeface="Calibri"/>
                <a:cs typeface="Calibri"/>
              </a:rPr>
              <a:t> </a:t>
            </a:r>
            <a:r>
              <a:rPr dirty="0" sz="1100" spc="-10">
                <a:solidFill>
                  <a:srgbClr val="1E293B"/>
                </a:solidFill>
                <a:latin typeface="Calibri"/>
                <a:cs typeface="Calibri"/>
              </a:rPr>
              <a:t>Distance</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Douglas</a:t>
            </a:r>
            <a:r>
              <a:rPr dirty="0" sz="1100" spc="-15">
                <a:solidFill>
                  <a:srgbClr val="1E293B"/>
                </a:solidFill>
                <a:latin typeface="Calibri"/>
                <a:cs typeface="Calibri"/>
              </a:rPr>
              <a:t> </a:t>
            </a:r>
            <a:r>
              <a:rPr dirty="0" sz="1100">
                <a:solidFill>
                  <a:srgbClr val="1E293B"/>
                </a:solidFill>
                <a:latin typeface="Calibri"/>
                <a:cs typeface="Calibri"/>
              </a:rPr>
              <a:t>Sea</a:t>
            </a:r>
            <a:r>
              <a:rPr dirty="0" sz="1100" spc="-10">
                <a:solidFill>
                  <a:srgbClr val="1E293B"/>
                </a:solidFill>
                <a:latin typeface="Calibri"/>
                <a:cs typeface="Calibri"/>
              </a:rPr>
              <a:t> </a:t>
            </a:r>
            <a:r>
              <a:rPr dirty="0" sz="1100">
                <a:solidFill>
                  <a:srgbClr val="1E293B"/>
                </a:solidFill>
                <a:latin typeface="Calibri"/>
                <a:cs typeface="Calibri"/>
              </a:rPr>
              <a:t>State</a:t>
            </a:r>
            <a:r>
              <a:rPr dirty="0" sz="1100" spc="-10">
                <a:solidFill>
                  <a:srgbClr val="1E293B"/>
                </a:solidFill>
                <a:latin typeface="Calibri"/>
                <a:cs typeface="Calibri"/>
              </a:rPr>
              <a:t> </a:t>
            </a:r>
            <a:r>
              <a:rPr dirty="0" sz="1100">
                <a:solidFill>
                  <a:srgbClr val="1E293B"/>
                </a:solidFill>
                <a:latin typeface="Calibri"/>
                <a:cs typeface="Calibri"/>
              </a:rPr>
              <a:t>Scale</a:t>
            </a:r>
            <a:r>
              <a:rPr dirty="0" sz="1100" spc="-10">
                <a:solidFill>
                  <a:srgbClr val="1E293B"/>
                </a:solidFill>
                <a:latin typeface="Calibri"/>
                <a:cs typeface="Calibri"/>
              </a:rPr>
              <a:t> (0–</a:t>
            </a:r>
            <a:r>
              <a:rPr dirty="0" sz="1100" spc="-25">
                <a:solidFill>
                  <a:srgbClr val="1E293B"/>
                </a:solidFill>
                <a:latin typeface="Calibri"/>
                <a:cs typeface="Calibri"/>
              </a:rPr>
              <a:t>9)</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Beaufort</a:t>
            </a:r>
            <a:r>
              <a:rPr dirty="0" sz="1100" spc="-20">
                <a:solidFill>
                  <a:srgbClr val="1E293B"/>
                </a:solidFill>
                <a:latin typeface="Calibri"/>
                <a:cs typeface="Calibri"/>
              </a:rPr>
              <a:t> </a:t>
            </a:r>
            <a:r>
              <a:rPr dirty="0" sz="1100">
                <a:solidFill>
                  <a:srgbClr val="1E293B"/>
                </a:solidFill>
                <a:latin typeface="Calibri"/>
                <a:cs typeface="Calibri"/>
              </a:rPr>
              <a:t>Wind</a:t>
            </a:r>
            <a:r>
              <a:rPr dirty="0" sz="1100" spc="-20">
                <a:solidFill>
                  <a:srgbClr val="1E293B"/>
                </a:solidFill>
                <a:latin typeface="Calibri"/>
                <a:cs typeface="Calibri"/>
              </a:rPr>
              <a:t> </a:t>
            </a:r>
            <a:r>
              <a:rPr dirty="0" sz="1100">
                <a:solidFill>
                  <a:srgbClr val="1E293B"/>
                </a:solidFill>
                <a:latin typeface="Calibri"/>
                <a:cs typeface="Calibri"/>
              </a:rPr>
              <a:t>Scale</a:t>
            </a:r>
            <a:r>
              <a:rPr dirty="0" sz="1100" spc="-20">
                <a:solidFill>
                  <a:srgbClr val="1E293B"/>
                </a:solidFill>
                <a:latin typeface="Calibri"/>
                <a:cs typeface="Calibri"/>
              </a:rPr>
              <a:t> </a:t>
            </a:r>
            <a:r>
              <a:rPr dirty="0" sz="1100" spc="-10">
                <a:solidFill>
                  <a:srgbClr val="1E293B"/>
                </a:solidFill>
                <a:latin typeface="Calibri"/>
                <a:cs typeface="Calibri"/>
              </a:rPr>
              <a:t>(0–</a:t>
            </a:r>
            <a:r>
              <a:rPr dirty="0" sz="1100" spc="-25">
                <a:solidFill>
                  <a:srgbClr val="1E293B"/>
                </a:solidFill>
                <a:latin typeface="Calibri"/>
                <a:cs typeface="Calibri"/>
              </a:rPr>
              <a:t>12)</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Thermal</a:t>
            </a:r>
            <a:r>
              <a:rPr dirty="0" sz="1100" spc="-45">
                <a:solidFill>
                  <a:srgbClr val="1E293B"/>
                </a:solidFill>
                <a:latin typeface="Calibri"/>
                <a:cs typeface="Calibri"/>
              </a:rPr>
              <a:t> </a:t>
            </a:r>
            <a:r>
              <a:rPr dirty="0" sz="1100">
                <a:solidFill>
                  <a:srgbClr val="1E293B"/>
                </a:solidFill>
                <a:latin typeface="Calibri"/>
                <a:cs typeface="Calibri"/>
              </a:rPr>
              <a:t>Gradient</a:t>
            </a:r>
            <a:r>
              <a:rPr dirty="0" sz="1100" spc="-40">
                <a:solidFill>
                  <a:srgbClr val="1E293B"/>
                </a:solidFill>
                <a:latin typeface="Calibri"/>
                <a:cs typeface="Calibri"/>
              </a:rPr>
              <a:t> </a:t>
            </a:r>
            <a:r>
              <a:rPr dirty="0" sz="1100">
                <a:solidFill>
                  <a:srgbClr val="1E293B"/>
                </a:solidFill>
                <a:latin typeface="Calibri"/>
                <a:cs typeface="Calibri"/>
              </a:rPr>
              <a:t>Edge</a:t>
            </a:r>
            <a:r>
              <a:rPr dirty="0" sz="1100" spc="-40">
                <a:solidFill>
                  <a:srgbClr val="1E293B"/>
                </a:solidFill>
                <a:latin typeface="Calibri"/>
                <a:cs typeface="Calibri"/>
              </a:rPr>
              <a:t> </a:t>
            </a:r>
            <a:r>
              <a:rPr dirty="0" sz="1100" spc="-10">
                <a:solidFill>
                  <a:srgbClr val="1E293B"/>
                </a:solidFill>
                <a:latin typeface="Calibri"/>
                <a:cs typeface="Calibri"/>
              </a:rPr>
              <a:t>Detector</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CMFRI</a:t>
            </a:r>
            <a:r>
              <a:rPr dirty="0" sz="1100" spc="-25">
                <a:solidFill>
                  <a:srgbClr val="1E293B"/>
                </a:solidFill>
                <a:latin typeface="Calibri"/>
                <a:cs typeface="Calibri"/>
              </a:rPr>
              <a:t> </a:t>
            </a:r>
            <a:r>
              <a:rPr dirty="0" sz="1100">
                <a:solidFill>
                  <a:srgbClr val="1E293B"/>
                </a:solidFill>
                <a:latin typeface="Calibri"/>
                <a:cs typeface="Calibri"/>
              </a:rPr>
              <a:t>Economic</a:t>
            </a:r>
            <a:r>
              <a:rPr dirty="0" sz="1100" spc="-25">
                <a:solidFill>
                  <a:srgbClr val="1E293B"/>
                </a:solidFill>
                <a:latin typeface="Calibri"/>
                <a:cs typeface="Calibri"/>
              </a:rPr>
              <a:t> </a:t>
            </a:r>
            <a:r>
              <a:rPr dirty="0" sz="1100">
                <a:solidFill>
                  <a:srgbClr val="1E293B"/>
                </a:solidFill>
                <a:latin typeface="Calibri"/>
                <a:cs typeface="Calibri"/>
              </a:rPr>
              <a:t>ROI</a:t>
            </a:r>
            <a:r>
              <a:rPr dirty="0" sz="1100" spc="-25">
                <a:solidFill>
                  <a:srgbClr val="1E293B"/>
                </a:solidFill>
                <a:latin typeface="Calibri"/>
                <a:cs typeface="Calibri"/>
              </a:rPr>
              <a:t> </a:t>
            </a:r>
            <a:r>
              <a:rPr dirty="0" sz="1100" spc="-10">
                <a:solidFill>
                  <a:srgbClr val="1E293B"/>
                </a:solidFill>
                <a:latin typeface="Calibri"/>
                <a:cs typeface="Calibri"/>
              </a:rPr>
              <a:t>Calibration</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GMDSS</a:t>
            </a:r>
            <a:r>
              <a:rPr dirty="0" sz="1100" spc="-15">
                <a:solidFill>
                  <a:srgbClr val="1E293B"/>
                </a:solidFill>
                <a:latin typeface="Calibri"/>
                <a:cs typeface="Calibri"/>
              </a:rPr>
              <a:t> </a:t>
            </a:r>
            <a:r>
              <a:rPr dirty="0" sz="1100">
                <a:solidFill>
                  <a:srgbClr val="1E293B"/>
                </a:solidFill>
                <a:latin typeface="Calibri"/>
                <a:cs typeface="Calibri"/>
              </a:rPr>
              <a:t>Automated</a:t>
            </a:r>
            <a:r>
              <a:rPr dirty="0" sz="1100" spc="-15">
                <a:solidFill>
                  <a:srgbClr val="1E293B"/>
                </a:solidFill>
                <a:latin typeface="Calibri"/>
                <a:cs typeface="Calibri"/>
              </a:rPr>
              <a:t> </a:t>
            </a:r>
            <a:r>
              <a:rPr dirty="0" sz="1100">
                <a:solidFill>
                  <a:srgbClr val="1E293B"/>
                </a:solidFill>
                <a:latin typeface="Calibri"/>
                <a:cs typeface="Calibri"/>
              </a:rPr>
              <a:t>SOS</a:t>
            </a:r>
            <a:r>
              <a:rPr dirty="0" sz="1100" spc="-15">
                <a:solidFill>
                  <a:srgbClr val="1E293B"/>
                </a:solidFill>
                <a:latin typeface="Calibri"/>
                <a:cs typeface="Calibri"/>
              </a:rPr>
              <a:t> </a:t>
            </a:r>
            <a:r>
              <a:rPr dirty="0" sz="1100" spc="-10">
                <a:solidFill>
                  <a:srgbClr val="1E293B"/>
                </a:solidFill>
                <a:latin typeface="Calibri"/>
                <a:cs typeface="Calibri"/>
              </a:rPr>
              <a:t>Dispatch</a:t>
            </a:r>
            <a:endParaRPr sz="1100">
              <a:latin typeface="Calibri"/>
              <a:cs typeface="Calibri"/>
            </a:endParaRPr>
          </a:p>
        </p:txBody>
      </p:sp>
      <p:grpSp>
        <p:nvGrpSpPr>
          <p:cNvPr id="30" name="object 30"/>
          <p:cNvGrpSpPr/>
          <p:nvPr/>
        </p:nvGrpSpPr>
        <p:grpSpPr>
          <a:xfrm>
            <a:off x="8887968" y="1348879"/>
            <a:ext cx="2606040" cy="4846320"/>
            <a:chOff x="8887968" y="1348879"/>
            <a:chExt cx="2606040" cy="4846320"/>
          </a:xfrm>
        </p:grpSpPr>
        <p:pic>
          <p:nvPicPr>
            <p:cNvPr id="31" name="object 31"/>
            <p:cNvPicPr/>
            <p:nvPr/>
          </p:nvPicPr>
          <p:blipFill>
            <a:blip r:embed="rId2" cstate="print"/>
            <a:stretch>
              <a:fillRect/>
            </a:stretch>
          </p:blipFill>
          <p:spPr>
            <a:xfrm>
              <a:off x="8887968" y="1348879"/>
              <a:ext cx="2606039" cy="4846320"/>
            </a:xfrm>
            <a:prstGeom prst="rect">
              <a:avLst/>
            </a:prstGeom>
          </p:spPr>
        </p:pic>
        <p:sp>
          <p:nvSpPr>
            <p:cNvPr id="32" name="object 32"/>
            <p:cNvSpPr/>
            <p:nvPr/>
          </p:nvSpPr>
          <p:spPr>
            <a:xfrm>
              <a:off x="8933688" y="1371600"/>
              <a:ext cx="2514600" cy="4754880"/>
            </a:xfrm>
            <a:custGeom>
              <a:avLst/>
              <a:gdLst/>
              <a:ahLst/>
              <a:cxnLst/>
              <a:rect l="l" t="t" r="r" b="b"/>
              <a:pathLst>
                <a:path w="2514600" h="4754880">
                  <a:moveTo>
                    <a:pt x="2095491" y="0"/>
                  </a:moveTo>
                  <a:lnTo>
                    <a:pt x="419108" y="0"/>
                  </a:lnTo>
                  <a:lnTo>
                    <a:pt x="370231" y="2819"/>
                  </a:lnTo>
                  <a:lnTo>
                    <a:pt x="323011" y="11068"/>
                  </a:lnTo>
                  <a:lnTo>
                    <a:pt x="277760" y="24433"/>
                  </a:lnTo>
                  <a:lnTo>
                    <a:pt x="234795" y="42598"/>
                  </a:lnTo>
                  <a:lnTo>
                    <a:pt x="194429" y="65250"/>
                  </a:lnTo>
                  <a:lnTo>
                    <a:pt x="156977" y="92073"/>
                  </a:lnTo>
                  <a:lnTo>
                    <a:pt x="122754" y="122754"/>
                  </a:lnTo>
                  <a:lnTo>
                    <a:pt x="92073" y="156977"/>
                  </a:lnTo>
                  <a:lnTo>
                    <a:pt x="65250" y="194429"/>
                  </a:lnTo>
                  <a:lnTo>
                    <a:pt x="42598" y="234795"/>
                  </a:lnTo>
                  <a:lnTo>
                    <a:pt x="24433" y="277760"/>
                  </a:lnTo>
                  <a:lnTo>
                    <a:pt x="11068" y="323011"/>
                  </a:lnTo>
                  <a:lnTo>
                    <a:pt x="2819" y="370231"/>
                  </a:lnTo>
                  <a:lnTo>
                    <a:pt x="0" y="419108"/>
                  </a:lnTo>
                  <a:lnTo>
                    <a:pt x="0" y="4335771"/>
                  </a:lnTo>
                  <a:lnTo>
                    <a:pt x="2819" y="4384648"/>
                  </a:lnTo>
                  <a:lnTo>
                    <a:pt x="11068" y="4431869"/>
                  </a:lnTo>
                  <a:lnTo>
                    <a:pt x="24433" y="4477119"/>
                  </a:lnTo>
                  <a:lnTo>
                    <a:pt x="42598" y="4520084"/>
                  </a:lnTo>
                  <a:lnTo>
                    <a:pt x="65250" y="4560450"/>
                  </a:lnTo>
                  <a:lnTo>
                    <a:pt x="92073" y="4597902"/>
                  </a:lnTo>
                  <a:lnTo>
                    <a:pt x="122754" y="4632125"/>
                  </a:lnTo>
                  <a:lnTo>
                    <a:pt x="156977" y="4662806"/>
                  </a:lnTo>
                  <a:lnTo>
                    <a:pt x="194429" y="4689629"/>
                  </a:lnTo>
                  <a:lnTo>
                    <a:pt x="234795" y="4712281"/>
                  </a:lnTo>
                  <a:lnTo>
                    <a:pt x="277760" y="4730446"/>
                  </a:lnTo>
                  <a:lnTo>
                    <a:pt x="323011" y="4743810"/>
                  </a:lnTo>
                  <a:lnTo>
                    <a:pt x="370231" y="4752060"/>
                  </a:lnTo>
                  <a:lnTo>
                    <a:pt x="419108" y="4754879"/>
                  </a:lnTo>
                  <a:lnTo>
                    <a:pt x="2095491" y="4754879"/>
                  </a:lnTo>
                  <a:lnTo>
                    <a:pt x="2144368" y="4752060"/>
                  </a:lnTo>
                  <a:lnTo>
                    <a:pt x="2191588" y="4743810"/>
                  </a:lnTo>
                  <a:lnTo>
                    <a:pt x="2236839" y="4730446"/>
                  </a:lnTo>
                  <a:lnTo>
                    <a:pt x="2279804" y="4712281"/>
                  </a:lnTo>
                  <a:lnTo>
                    <a:pt x="2320170" y="4689629"/>
                  </a:lnTo>
                  <a:lnTo>
                    <a:pt x="2357622" y="4662806"/>
                  </a:lnTo>
                  <a:lnTo>
                    <a:pt x="2391845" y="4632125"/>
                  </a:lnTo>
                  <a:lnTo>
                    <a:pt x="2422526" y="4597902"/>
                  </a:lnTo>
                  <a:lnTo>
                    <a:pt x="2449349" y="4560450"/>
                  </a:lnTo>
                  <a:lnTo>
                    <a:pt x="2472001" y="4520084"/>
                  </a:lnTo>
                  <a:lnTo>
                    <a:pt x="2490166" y="4477119"/>
                  </a:lnTo>
                  <a:lnTo>
                    <a:pt x="2503531" y="4431869"/>
                  </a:lnTo>
                  <a:lnTo>
                    <a:pt x="2511780" y="4384648"/>
                  </a:lnTo>
                  <a:lnTo>
                    <a:pt x="2514600" y="4335771"/>
                  </a:lnTo>
                  <a:lnTo>
                    <a:pt x="2514600" y="419108"/>
                  </a:lnTo>
                  <a:lnTo>
                    <a:pt x="2511780" y="370231"/>
                  </a:lnTo>
                  <a:lnTo>
                    <a:pt x="2503531" y="323011"/>
                  </a:lnTo>
                  <a:lnTo>
                    <a:pt x="2490166" y="277760"/>
                  </a:lnTo>
                  <a:lnTo>
                    <a:pt x="2472001" y="234795"/>
                  </a:lnTo>
                  <a:lnTo>
                    <a:pt x="2449349" y="194429"/>
                  </a:lnTo>
                  <a:lnTo>
                    <a:pt x="2422526" y="156977"/>
                  </a:lnTo>
                  <a:lnTo>
                    <a:pt x="2391845" y="122754"/>
                  </a:lnTo>
                  <a:lnTo>
                    <a:pt x="2357622" y="92073"/>
                  </a:lnTo>
                  <a:lnTo>
                    <a:pt x="2320170" y="65250"/>
                  </a:lnTo>
                  <a:lnTo>
                    <a:pt x="2279804" y="42598"/>
                  </a:lnTo>
                  <a:lnTo>
                    <a:pt x="2236839" y="24433"/>
                  </a:lnTo>
                  <a:lnTo>
                    <a:pt x="2191588" y="11068"/>
                  </a:lnTo>
                  <a:lnTo>
                    <a:pt x="2144368" y="2819"/>
                  </a:lnTo>
                  <a:lnTo>
                    <a:pt x="2095491" y="0"/>
                  </a:lnTo>
                  <a:close/>
                </a:path>
              </a:pathLst>
            </a:custGeom>
            <a:solidFill>
              <a:srgbClr val="E0F2FE"/>
            </a:solidFill>
          </p:spPr>
          <p:txBody>
            <a:bodyPr wrap="square" lIns="0" tIns="0" rIns="0" bIns="0" rtlCol="0"/>
            <a:lstStyle/>
            <a:p/>
          </p:txBody>
        </p:sp>
        <p:sp>
          <p:nvSpPr>
            <p:cNvPr id="33" name="object 33"/>
            <p:cNvSpPr/>
            <p:nvPr/>
          </p:nvSpPr>
          <p:spPr>
            <a:xfrm>
              <a:off x="8933688" y="1371600"/>
              <a:ext cx="2514600" cy="4754880"/>
            </a:xfrm>
            <a:custGeom>
              <a:avLst/>
              <a:gdLst/>
              <a:ahLst/>
              <a:cxnLst/>
              <a:rect l="l" t="t" r="r" b="b"/>
              <a:pathLst>
                <a:path w="2514600" h="4754880">
                  <a:moveTo>
                    <a:pt x="419108" y="0"/>
                  </a:moveTo>
                  <a:lnTo>
                    <a:pt x="2095491" y="0"/>
                  </a:lnTo>
                  <a:lnTo>
                    <a:pt x="2144368" y="2819"/>
                  </a:lnTo>
                  <a:lnTo>
                    <a:pt x="2191588" y="11068"/>
                  </a:lnTo>
                  <a:lnTo>
                    <a:pt x="2236839" y="24433"/>
                  </a:lnTo>
                  <a:lnTo>
                    <a:pt x="2279804" y="42598"/>
                  </a:lnTo>
                  <a:lnTo>
                    <a:pt x="2320170" y="65250"/>
                  </a:lnTo>
                  <a:lnTo>
                    <a:pt x="2357622" y="92073"/>
                  </a:lnTo>
                  <a:lnTo>
                    <a:pt x="2391845" y="122754"/>
                  </a:lnTo>
                  <a:lnTo>
                    <a:pt x="2422526" y="156977"/>
                  </a:lnTo>
                  <a:lnTo>
                    <a:pt x="2449349" y="194429"/>
                  </a:lnTo>
                  <a:lnTo>
                    <a:pt x="2472001" y="234795"/>
                  </a:lnTo>
                  <a:lnTo>
                    <a:pt x="2490166" y="277760"/>
                  </a:lnTo>
                  <a:lnTo>
                    <a:pt x="2503531" y="323010"/>
                  </a:lnTo>
                  <a:lnTo>
                    <a:pt x="2511780" y="370231"/>
                  </a:lnTo>
                  <a:lnTo>
                    <a:pt x="2514600" y="419108"/>
                  </a:lnTo>
                  <a:lnTo>
                    <a:pt x="2514600" y="4335771"/>
                  </a:lnTo>
                  <a:lnTo>
                    <a:pt x="2511780" y="4384648"/>
                  </a:lnTo>
                  <a:lnTo>
                    <a:pt x="2503531" y="4431868"/>
                  </a:lnTo>
                  <a:lnTo>
                    <a:pt x="2490166" y="4477119"/>
                  </a:lnTo>
                  <a:lnTo>
                    <a:pt x="2472001" y="4520084"/>
                  </a:lnTo>
                  <a:lnTo>
                    <a:pt x="2449349" y="4560450"/>
                  </a:lnTo>
                  <a:lnTo>
                    <a:pt x="2422526" y="4597902"/>
                  </a:lnTo>
                  <a:lnTo>
                    <a:pt x="2391845" y="4632125"/>
                  </a:lnTo>
                  <a:lnTo>
                    <a:pt x="2357622" y="4662806"/>
                  </a:lnTo>
                  <a:lnTo>
                    <a:pt x="2320170" y="4689629"/>
                  </a:lnTo>
                  <a:lnTo>
                    <a:pt x="2279804" y="4712281"/>
                  </a:lnTo>
                  <a:lnTo>
                    <a:pt x="2236839" y="4730446"/>
                  </a:lnTo>
                  <a:lnTo>
                    <a:pt x="2191588" y="4743811"/>
                  </a:lnTo>
                  <a:lnTo>
                    <a:pt x="2144368" y="4752060"/>
                  </a:lnTo>
                  <a:lnTo>
                    <a:pt x="2095491" y="4754880"/>
                  </a:lnTo>
                  <a:lnTo>
                    <a:pt x="419108" y="4754880"/>
                  </a:lnTo>
                  <a:lnTo>
                    <a:pt x="370231" y="4752060"/>
                  </a:lnTo>
                  <a:lnTo>
                    <a:pt x="323010" y="4743811"/>
                  </a:lnTo>
                  <a:lnTo>
                    <a:pt x="277760" y="4730446"/>
                  </a:lnTo>
                  <a:lnTo>
                    <a:pt x="234795" y="4712281"/>
                  </a:lnTo>
                  <a:lnTo>
                    <a:pt x="194429" y="4689629"/>
                  </a:lnTo>
                  <a:lnTo>
                    <a:pt x="156977" y="4662806"/>
                  </a:lnTo>
                  <a:lnTo>
                    <a:pt x="122754" y="4632125"/>
                  </a:lnTo>
                  <a:lnTo>
                    <a:pt x="92073" y="4597902"/>
                  </a:lnTo>
                  <a:lnTo>
                    <a:pt x="65250" y="4560450"/>
                  </a:lnTo>
                  <a:lnTo>
                    <a:pt x="42598" y="4520084"/>
                  </a:lnTo>
                  <a:lnTo>
                    <a:pt x="24433" y="4477119"/>
                  </a:lnTo>
                  <a:lnTo>
                    <a:pt x="11068" y="4431868"/>
                  </a:lnTo>
                  <a:lnTo>
                    <a:pt x="2819" y="4384648"/>
                  </a:lnTo>
                  <a:lnTo>
                    <a:pt x="0" y="4335771"/>
                  </a:lnTo>
                  <a:lnTo>
                    <a:pt x="0" y="419108"/>
                  </a:lnTo>
                  <a:lnTo>
                    <a:pt x="2819" y="370231"/>
                  </a:lnTo>
                  <a:lnTo>
                    <a:pt x="11068" y="323010"/>
                  </a:lnTo>
                  <a:lnTo>
                    <a:pt x="24433" y="277760"/>
                  </a:lnTo>
                  <a:lnTo>
                    <a:pt x="42598" y="234795"/>
                  </a:lnTo>
                  <a:lnTo>
                    <a:pt x="65250" y="194429"/>
                  </a:lnTo>
                  <a:lnTo>
                    <a:pt x="92073" y="156977"/>
                  </a:lnTo>
                  <a:lnTo>
                    <a:pt x="122754" y="122754"/>
                  </a:lnTo>
                  <a:lnTo>
                    <a:pt x="156977" y="92073"/>
                  </a:lnTo>
                  <a:lnTo>
                    <a:pt x="194429" y="65250"/>
                  </a:lnTo>
                  <a:lnTo>
                    <a:pt x="234795" y="42598"/>
                  </a:lnTo>
                  <a:lnTo>
                    <a:pt x="277760" y="24433"/>
                  </a:lnTo>
                  <a:lnTo>
                    <a:pt x="323010" y="11068"/>
                  </a:lnTo>
                  <a:lnTo>
                    <a:pt x="370231" y="2819"/>
                  </a:lnTo>
                  <a:lnTo>
                    <a:pt x="419108" y="0"/>
                  </a:lnTo>
                  <a:close/>
                </a:path>
              </a:pathLst>
            </a:custGeom>
            <a:ln w="15240">
              <a:solidFill>
                <a:srgbClr val="BAE6FD"/>
              </a:solidFill>
            </a:ln>
          </p:spPr>
          <p:txBody>
            <a:bodyPr wrap="square" lIns="0" tIns="0" rIns="0" bIns="0" rtlCol="0"/>
            <a:lstStyle/>
            <a:p/>
          </p:txBody>
        </p:sp>
        <p:pic>
          <p:nvPicPr>
            <p:cNvPr id="34" name="object 34"/>
            <p:cNvPicPr/>
            <p:nvPr/>
          </p:nvPicPr>
          <p:blipFill>
            <a:blip r:embed="rId3" cstate="print"/>
            <a:stretch>
              <a:fillRect/>
            </a:stretch>
          </p:blipFill>
          <p:spPr>
            <a:xfrm>
              <a:off x="9924288" y="1539379"/>
              <a:ext cx="533400" cy="533400"/>
            </a:xfrm>
            <a:prstGeom prst="rect">
              <a:avLst/>
            </a:prstGeom>
          </p:spPr>
        </p:pic>
        <p:sp>
          <p:nvSpPr>
            <p:cNvPr id="35" name="object 35"/>
            <p:cNvSpPr/>
            <p:nvPr/>
          </p:nvSpPr>
          <p:spPr>
            <a:xfrm>
              <a:off x="9962388" y="1554479"/>
              <a:ext cx="457200" cy="457200"/>
            </a:xfrm>
            <a:custGeom>
              <a:avLst/>
              <a:gdLst/>
              <a:ahLst/>
              <a:cxnLst/>
              <a:rect l="l" t="t" r="r" b="b"/>
              <a:pathLst>
                <a:path w="457200" h="457200">
                  <a:moveTo>
                    <a:pt x="228600" y="0"/>
                  </a:moveTo>
                  <a:lnTo>
                    <a:pt x="184939" y="4184"/>
                  </a:lnTo>
                  <a:lnTo>
                    <a:pt x="142577" y="16738"/>
                  </a:lnTo>
                  <a:lnTo>
                    <a:pt x="102816" y="37662"/>
                  </a:lnTo>
                  <a:lnTo>
                    <a:pt x="66955" y="66955"/>
                  </a:lnTo>
                  <a:lnTo>
                    <a:pt x="37662" y="102816"/>
                  </a:lnTo>
                  <a:lnTo>
                    <a:pt x="16738" y="142577"/>
                  </a:lnTo>
                  <a:lnTo>
                    <a:pt x="4184" y="184939"/>
                  </a:lnTo>
                  <a:lnTo>
                    <a:pt x="0" y="228600"/>
                  </a:lnTo>
                  <a:lnTo>
                    <a:pt x="4184" y="272261"/>
                  </a:lnTo>
                  <a:lnTo>
                    <a:pt x="16738" y="314622"/>
                  </a:lnTo>
                  <a:lnTo>
                    <a:pt x="37662" y="354383"/>
                  </a:lnTo>
                  <a:lnTo>
                    <a:pt x="66955" y="390244"/>
                  </a:lnTo>
                  <a:lnTo>
                    <a:pt x="102816" y="419537"/>
                  </a:lnTo>
                  <a:lnTo>
                    <a:pt x="142577" y="440461"/>
                  </a:lnTo>
                  <a:lnTo>
                    <a:pt x="184939" y="453015"/>
                  </a:lnTo>
                  <a:lnTo>
                    <a:pt x="228600" y="457200"/>
                  </a:lnTo>
                  <a:lnTo>
                    <a:pt x="272261" y="453015"/>
                  </a:lnTo>
                  <a:lnTo>
                    <a:pt x="314622" y="440461"/>
                  </a:lnTo>
                  <a:lnTo>
                    <a:pt x="354383" y="419537"/>
                  </a:lnTo>
                  <a:lnTo>
                    <a:pt x="390244" y="390244"/>
                  </a:lnTo>
                  <a:lnTo>
                    <a:pt x="419537" y="354383"/>
                  </a:lnTo>
                  <a:lnTo>
                    <a:pt x="440461" y="314622"/>
                  </a:lnTo>
                  <a:lnTo>
                    <a:pt x="453015" y="272261"/>
                  </a:lnTo>
                  <a:lnTo>
                    <a:pt x="457200" y="228600"/>
                  </a:lnTo>
                  <a:lnTo>
                    <a:pt x="453015" y="184939"/>
                  </a:lnTo>
                  <a:lnTo>
                    <a:pt x="440461" y="142577"/>
                  </a:lnTo>
                  <a:lnTo>
                    <a:pt x="419537" y="102816"/>
                  </a:lnTo>
                  <a:lnTo>
                    <a:pt x="390244" y="66955"/>
                  </a:lnTo>
                  <a:lnTo>
                    <a:pt x="354383" y="37662"/>
                  </a:lnTo>
                  <a:lnTo>
                    <a:pt x="314622" y="16738"/>
                  </a:lnTo>
                  <a:lnTo>
                    <a:pt x="272261" y="4184"/>
                  </a:lnTo>
                  <a:lnTo>
                    <a:pt x="228600" y="0"/>
                  </a:lnTo>
                  <a:close/>
                </a:path>
              </a:pathLst>
            </a:custGeom>
            <a:solidFill>
              <a:srgbClr val="D97706"/>
            </a:solidFill>
          </p:spPr>
          <p:txBody>
            <a:bodyPr wrap="square" lIns="0" tIns="0" rIns="0" bIns="0" rtlCol="0"/>
            <a:lstStyle/>
            <a:p/>
          </p:txBody>
        </p:sp>
      </p:grpSp>
      <p:sp>
        <p:nvSpPr>
          <p:cNvPr id="36" name="object 36"/>
          <p:cNvSpPr txBox="1"/>
          <p:nvPr/>
        </p:nvSpPr>
        <p:spPr>
          <a:xfrm>
            <a:off x="10133231" y="1642809"/>
            <a:ext cx="115570" cy="238760"/>
          </a:xfrm>
          <a:prstGeom prst="rect">
            <a:avLst/>
          </a:prstGeom>
        </p:spPr>
        <p:txBody>
          <a:bodyPr wrap="square" lIns="0" tIns="12700" rIns="0" bIns="0" rtlCol="0" vert="horz">
            <a:spAutoFit/>
          </a:bodyPr>
          <a:lstStyle/>
          <a:p>
            <a:pPr marL="12700">
              <a:lnSpc>
                <a:spcPct val="100000"/>
              </a:lnSpc>
              <a:spcBef>
                <a:spcPts val="100"/>
              </a:spcBef>
            </a:pPr>
            <a:r>
              <a:rPr dirty="0" sz="1400" spc="-50" b="1">
                <a:solidFill>
                  <a:srgbClr val="FFFFFF"/>
                </a:solidFill>
                <a:latin typeface="Calibri"/>
                <a:cs typeface="Calibri"/>
              </a:rPr>
              <a:t>4</a:t>
            </a:r>
            <a:endParaRPr sz="1400">
              <a:latin typeface="Calibri"/>
              <a:cs typeface="Calibri"/>
            </a:endParaRPr>
          </a:p>
        </p:txBody>
      </p:sp>
      <p:sp>
        <p:nvSpPr>
          <p:cNvPr id="37" name="object 37"/>
          <p:cNvSpPr txBox="1"/>
          <p:nvPr/>
        </p:nvSpPr>
        <p:spPr>
          <a:xfrm>
            <a:off x="9285078" y="2103249"/>
            <a:ext cx="1812289" cy="238760"/>
          </a:xfrm>
          <a:prstGeom prst="rect">
            <a:avLst/>
          </a:prstGeom>
        </p:spPr>
        <p:txBody>
          <a:bodyPr wrap="square" lIns="0" tIns="12700" rIns="0" bIns="0" rtlCol="0" vert="horz">
            <a:spAutoFit/>
          </a:bodyPr>
          <a:lstStyle/>
          <a:p>
            <a:pPr marL="12700">
              <a:lnSpc>
                <a:spcPct val="100000"/>
              </a:lnSpc>
              <a:spcBef>
                <a:spcPts val="100"/>
              </a:spcBef>
            </a:pPr>
            <a:r>
              <a:rPr dirty="0" sz="1400" b="1">
                <a:solidFill>
                  <a:srgbClr val="0F172A"/>
                </a:solidFill>
                <a:latin typeface="Calibri"/>
                <a:cs typeface="Calibri"/>
              </a:rPr>
              <a:t>Frontend</a:t>
            </a:r>
            <a:r>
              <a:rPr dirty="0" sz="1400" spc="-40" b="1">
                <a:solidFill>
                  <a:srgbClr val="0F172A"/>
                </a:solidFill>
                <a:latin typeface="Calibri"/>
                <a:cs typeface="Calibri"/>
              </a:rPr>
              <a:t> </a:t>
            </a:r>
            <a:r>
              <a:rPr dirty="0" sz="1400" b="1">
                <a:solidFill>
                  <a:srgbClr val="0F172A"/>
                </a:solidFill>
                <a:latin typeface="Calibri"/>
                <a:cs typeface="Calibri"/>
              </a:rPr>
              <a:t>&amp;</a:t>
            </a:r>
            <a:r>
              <a:rPr dirty="0" sz="1400" spc="-35" b="1">
                <a:solidFill>
                  <a:srgbClr val="0F172A"/>
                </a:solidFill>
                <a:latin typeface="Calibri"/>
                <a:cs typeface="Calibri"/>
              </a:rPr>
              <a:t> </a:t>
            </a:r>
            <a:r>
              <a:rPr dirty="0" sz="1400" spc="-10" b="1">
                <a:solidFill>
                  <a:srgbClr val="0F172A"/>
                </a:solidFill>
                <a:latin typeface="Calibri"/>
                <a:cs typeface="Calibri"/>
              </a:rPr>
              <a:t>Deployment</a:t>
            </a:r>
            <a:endParaRPr sz="1400">
              <a:latin typeface="Calibri"/>
              <a:cs typeface="Calibri"/>
            </a:endParaRPr>
          </a:p>
        </p:txBody>
      </p:sp>
      <p:sp>
        <p:nvSpPr>
          <p:cNvPr id="38" name="object 38"/>
          <p:cNvSpPr txBox="1"/>
          <p:nvPr/>
        </p:nvSpPr>
        <p:spPr>
          <a:xfrm>
            <a:off x="9149588" y="2583463"/>
            <a:ext cx="1954530" cy="1625600"/>
          </a:xfrm>
          <a:prstGeom prst="rect">
            <a:avLst/>
          </a:prstGeom>
        </p:spPr>
        <p:txBody>
          <a:bodyPr wrap="square" lIns="0" tIns="73660" rIns="0" bIns="0" rtlCol="0" vert="horz">
            <a:spAutoFit/>
          </a:bodyPr>
          <a:lstStyle/>
          <a:p>
            <a:pPr marL="113664" indent="-100965">
              <a:lnSpc>
                <a:spcPct val="100000"/>
              </a:lnSpc>
              <a:spcBef>
                <a:spcPts val="580"/>
              </a:spcBef>
              <a:buChar char="•"/>
              <a:tabLst>
                <a:tab pos="113664" algn="l"/>
              </a:tabLst>
            </a:pPr>
            <a:r>
              <a:rPr dirty="0" sz="1100">
                <a:solidFill>
                  <a:srgbClr val="1E293B"/>
                </a:solidFill>
                <a:latin typeface="Calibri"/>
                <a:cs typeface="Calibri"/>
              </a:rPr>
              <a:t>Responsive</a:t>
            </a:r>
            <a:r>
              <a:rPr dirty="0" sz="1100" spc="-30">
                <a:solidFill>
                  <a:srgbClr val="1E293B"/>
                </a:solidFill>
                <a:latin typeface="Calibri"/>
                <a:cs typeface="Calibri"/>
              </a:rPr>
              <a:t> </a:t>
            </a:r>
            <a:r>
              <a:rPr dirty="0" sz="1100">
                <a:solidFill>
                  <a:srgbClr val="1E293B"/>
                </a:solidFill>
                <a:latin typeface="Calibri"/>
                <a:cs typeface="Calibri"/>
              </a:rPr>
              <a:t>HTML5</a:t>
            </a:r>
            <a:r>
              <a:rPr dirty="0" sz="1100" spc="-25">
                <a:solidFill>
                  <a:srgbClr val="1E293B"/>
                </a:solidFill>
                <a:latin typeface="Calibri"/>
                <a:cs typeface="Calibri"/>
              </a:rPr>
              <a:t> </a:t>
            </a:r>
            <a:r>
              <a:rPr dirty="0" sz="1100">
                <a:solidFill>
                  <a:srgbClr val="1E293B"/>
                </a:solidFill>
                <a:latin typeface="Calibri"/>
                <a:cs typeface="Calibri"/>
              </a:rPr>
              <a:t>/</a:t>
            </a:r>
            <a:r>
              <a:rPr dirty="0" sz="1100" spc="-30">
                <a:solidFill>
                  <a:srgbClr val="1E293B"/>
                </a:solidFill>
                <a:latin typeface="Calibri"/>
                <a:cs typeface="Calibri"/>
              </a:rPr>
              <a:t> </a:t>
            </a:r>
            <a:r>
              <a:rPr dirty="0" sz="1100">
                <a:solidFill>
                  <a:srgbClr val="1E293B"/>
                </a:solidFill>
                <a:latin typeface="Calibri"/>
                <a:cs typeface="Calibri"/>
              </a:rPr>
              <a:t>React</a:t>
            </a:r>
            <a:r>
              <a:rPr dirty="0" sz="1100" spc="-25">
                <a:solidFill>
                  <a:srgbClr val="1E293B"/>
                </a:solidFill>
                <a:latin typeface="Calibri"/>
                <a:cs typeface="Calibri"/>
              </a:rPr>
              <a:t> SPA</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Leaflet.js</a:t>
            </a:r>
            <a:r>
              <a:rPr dirty="0" sz="1100" spc="-10">
                <a:solidFill>
                  <a:srgbClr val="1E293B"/>
                </a:solidFill>
                <a:latin typeface="Calibri"/>
                <a:cs typeface="Calibri"/>
              </a:rPr>
              <a:t> Interactive </a:t>
            </a:r>
            <a:r>
              <a:rPr dirty="0" sz="1100">
                <a:solidFill>
                  <a:srgbClr val="1E293B"/>
                </a:solidFill>
                <a:latin typeface="Calibri"/>
                <a:cs typeface="Calibri"/>
              </a:rPr>
              <a:t>Ocean</a:t>
            </a:r>
            <a:r>
              <a:rPr dirty="0" sz="1100" spc="-10">
                <a:solidFill>
                  <a:srgbClr val="1E293B"/>
                </a:solidFill>
                <a:latin typeface="Calibri"/>
                <a:cs typeface="Calibri"/>
              </a:rPr>
              <a:t> </a:t>
            </a:r>
            <a:r>
              <a:rPr dirty="0" sz="1100" spc="-25">
                <a:solidFill>
                  <a:srgbClr val="1E293B"/>
                </a:solidFill>
                <a:latin typeface="Calibri"/>
                <a:cs typeface="Calibri"/>
              </a:rPr>
              <a:t>Map</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Web</a:t>
            </a:r>
            <a:r>
              <a:rPr dirty="0" sz="1100" spc="-20">
                <a:solidFill>
                  <a:srgbClr val="1E293B"/>
                </a:solidFill>
                <a:latin typeface="Calibri"/>
                <a:cs typeface="Calibri"/>
              </a:rPr>
              <a:t> </a:t>
            </a:r>
            <a:r>
              <a:rPr dirty="0" sz="1100">
                <a:solidFill>
                  <a:srgbClr val="1E293B"/>
                </a:solidFill>
                <a:latin typeface="Calibri"/>
                <a:cs typeface="Calibri"/>
              </a:rPr>
              <a:t>Speech</a:t>
            </a:r>
            <a:r>
              <a:rPr dirty="0" sz="1100" spc="-15">
                <a:solidFill>
                  <a:srgbClr val="1E293B"/>
                </a:solidFill>
                <a:latin typeface="Calibri"/>
                <a:cs typeface="Calibri"/>
              </a:rPr>
              <a:t> </a:t>
            </a:r>
            <a:r>
              <a:rPr dirty="0" sz="1100">
                <a:solidFill>
                  <a:srgbClr val="1E293B"/>
                </a:solidFill>
                <a:latin typeface="Calibri"/>
                <a:cs typeface="Calibri"/>
              </a:rPr>
              <a:t>API</a:t>
            </a:r>
            <a:r>
              <a:rPr dirty="0" sz="1100" spc="-15">
                <a:solidFill>
                  <a:srgbClr val="1E293B"/>
                </a:solidFill>
                <a:latin typeface="Calibri"/>
                <a:cs typeface="Calibri"/>
              </a:rPr>
              <a:t> </a:t>
            </a:r>
            <a:r>
              <a:rPr dirty="0" sz="1100" spc="-10">
                <a:solidFill>
                  <a:srgbClr val="1E293B"/>
                </a:solidFill>
                <a:latin typeface="Calibri"/>
                <a:cs typeface="Calibri"/>
              </a:rPr>
              <a:t>(Voice</a:t>
            </a:r>
            <a:r>
              <a:rPr dirty="0" sz="1100" spc="-20">
                <a:solidFill>
                  <a:srgbClr val="1E293B"/>
                </a:solidFill>
                <a:latin typeface="Calibri"/>
                <a:cs typeface="Calibri"/>
              </a:rPr>
              <a:t> I/O)</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Service</a:t>
            </a:r>
            <a:r>
              <a:rPr dirty="0" sz="1100" spc="-40">
                <a:solidFill>
                  <a:srgbClr val="1E293B"/>
                </a:solidFill>
                <a:latin typeface="Calibri"/>
                <a:cs typeface="Calibri"/>
              </a:rPr>
              <a:t> </a:t>
            </a:r>
            <a:r>
              <a:rPr dirty="0" sz="1100" spc="-10">
                <a:solidFill>
                  <a:srgbClr val="1E293B"/>
                </a:solidFill>
                <a:latin typeface="Calibri"/>
                <a:cs typeface="Calibri"/>
              </a:rPr>
              <a:t>Worker</a:t>
            </a:r>
            <a:r>
              <a:rPr dirty="0" sz="1100" spc="-35">
                <a:solidFill>
                  <a:srgbClr val="1E293B"/>
                </a:solidFill>
                <a:latin typeface="Calibri"/>
                <a:cs typeface="Calibri"/>
              </a:rPr>
              <a:t> </a:t>
            </a:r>
            <a:r>
              <a:rPr dirty="0" sz="1100">
                <a:solidFill>
                  <a:srgbClr val="1E293B"/>
                </a:solidFill>
                <a:latin typeface="Calibri"/>
                <a:cs typeface="Calibri"/>
              </a:rPr>
              <a:t>PWA</a:t>
            </a:r>
            <a:r>
              <a:rPr dirty="0" sz="1100" spc="-40">
                <a:solidFill>
                  <a:srgbClr val="1E293B"/>
                </a:solidFill>
                <a:latin typeface="Calibri"/>
                <a:cs typeface="Calibri"/>
              </a:rPr>
              <a:t> </a:t>
            </a:r>
            <a:r>
              <a:rPr dirty="0" sz="1100" spc="-10">
                <a:solidFill>
                  <a:srgbClr val="1E293B"/>
                </a:solidFill>
                <a:latin typeface="Calibri"/>
                <a:cs typeface="Calibri"/>
              </a:rPr>
              <a:t>Caching</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jsPDF</a:t>
            </a:r>
            <a:r>
              <a:rPr dirty="0" sz="1100" spc="10">
                <a:solidFill>
                  <a:srgbClr val="1E293B"/>
                </a:solidFill>
                <a:latin typeface="Calibri"/>
                <a:cs typeface="Calibri"/>
              </a:rPr>
              <a:t> </a:t>
            </a:r>
            <a:r>
              <a:rPr dirty="0" sz="1100" spc="-10">
                <a:solidFill>
                  <a:srgbClr val="1E293B"/>
                </a:solidFill>
                <a:latin typeface="Calibri"/>
                <a:cs typeface="Calibri"/>
              </a:rPr>
              <a:t>Client-</a:t>
            </a:r>
            <a:r>
              <a:rPr dirty="0" sz="1100">
                <a:solidFill>
                  <a:srgbClr val="1E293B"/>
                </a:solidFill>
                <a:latin typeface="Calibri"/>
                <a:cs typeface="Calibri"/>
              </a:rPr>
              <a:t>Side</a:t>
            </a:r>
            <a:r>
              <a:rPr dirty="0" sz="1100" spc="10">
                <a:solidFill>
                  <a:srgbClr val="1E293B"/>
                </a:solidFill>
                <a:latin typeface="Calibri"/>
                <a:cs typeface="Calibri"/>
              </a:rPr>
              <a:t> </a:t>
            </a:r>
            <a:r>
              <a:rPr dirty="0" sz="1100" spc="-10">
                <a:solidFill>
                  <a:srgbClr val="1E293B"/>
                </a:solidFill>
                <a:latin typeface="Calibri"/>
                <a:cs typeface="Calibri"/>
              </a:rPr>
              <a:t>Generator</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Docker</a:t>
            </a:r>
            <a:r>
              <a:rPr dirty="0" sz="1100" spc="-40">
                <a:solidFill>
                  <a:srgbClr val="1E293B"/>
                </a:solidFill>
                <a:latin typeface="Calibri"/>
                <a:cs typeface="Calibri"/>
              </a:rPr>
              <a:t> </a:t>
            </a:r>
            <a:r>
              <a:rPr dirty="0" sz="1100">
                <a:solidFill>
                  <a:srgbClr val="1E293B"/>
                </a:solidFill>
                <a:latin typeface="Calibri"/>
                <a:cs typeface="Calibri"/>
              </a:rPr>
              <a:t>&amp;</a:t>
            </a:r>
            <a:r>
              <a:rPr dirty="0" sz="1100" spc="-35">
                <a:solidFill>
                  <a:srgbClr val="1E293B"/>
                </a:solidFill>
                <a:latin typeface="Calibri"/>
                <a:cs typeface="Calibri"/>
              </a:rPr>
              <a:t> </a:t>
            </a:r>
            <a:r>
              <a:rPr dirty="0" sz="1100">
                <a:solidFill>
                  <a:srgbClr val="1E293B"/>
                </a:solidFill>
                <a:latin typeface="Calibri"/>
                <a:cs typeface="Calibri"/>
              </a:rPr>
              <a:t>Docker</a:t>
            </a:r>
            <a:r>
              <a:rPr dirty="0" sz="1100" spc="-35">
                <a:solidFill>
                  <a:srgbClr val="1E293B"/>
                </a:solidFill>
                <a:latin typeface="Calibri"/>
                <a:cs typeface="Calibri"/>
              </a:rPr>
              <a:t> </a:t>
            </a:r>
            <a:r>
              <a:rPr dirty="0" sz="1100" spc="-10">
                <a:solidFill>
                  <a:srgbClr val="1E293B"/>
                </a:solidFill>
                <a:latin typeface="Calibri"/>
                <a:cs typeface="Calibri"/>
              </a:rPr>
              <a:t>Compose</a:t>
            </a:r>
            <a:endParaRPr sz="1100">
              <a:latin typeface="Calibri"/>
              <a:cs typeface="Calibri"/>
            </a:endParaRPr>
          </a:p>
          <a:p>
            <a:pPr marL="113664" indent="-100965">
              <a:lnSpc>
                <a:spcPct val="100000"/>
              </a:lnSpc>
              <a:spcBef>
                <a:spcPts val="480"/>
              </a:spcBef>
              <a:buChar char="•"/>
              <a:tabLst>
                <a:tab pos="113664" algn="l"/>
              </a:tabLst>
            </a:pPr>
            <a:r>
              <a:rPr dirty="0" sz="1100">
                <a:solidFill>
                  <a:srgbClr val="1E293B"/>
                </a:solidFill>
                <a:latin typeface="Calibri"/>
                <a:cs typeface="Calibri"/>
              </a:rPr>
              <a:t>Pytest</a:t>
            </a:r>
            <a:r>
              <a:rPr dirty="0" sz="1100" spc="-35">
                <a:solidFill>
                  <a:srgbClr val="1E293B"/>
                </a:solidFill>
                <a:latin typeface="Calibri"/>
                <a:cs typeface="Calibri"/>
              </a:rPr>
              <a:t> </a:t>
            </a:r>
            <a:r>
              <a:rPr dirty="0" sz="1100">
                <a:solidFill>
                  <a:srgbClr val="1E293B"/>
                </a:solidFill>
                <a:latin typeface="Calibri"/>
                <a:cs typeface="Calibri"/>
              </a:rPr>
              <a:t>Automated</a:t>
            </a:r>
            <a:r>
              <a:rPr dirty="0" sz="1100" spc="-35">
                <a:solidFill>
                  <a:srgbClr val="1E293B"/>
                </a:solidFill>
                <a:latin typeface="Calibri"/>
                <a:cs typeface="Calibri"/>
              </a:rPr>
              <a:t> </a:t>
            </a:r>
            <a:r>
              <a:rPr dirty="0" sz="1100" spc="-20">
                <a:solidFill>
                  <a:srgbClr val="1E293B"/>
                </a:solidFill>
                <a:latin typeface="Calibri"/>
                <a:cs typeface="Calibri"/>
              </a:rPr>
              <a:t>Test</a:t>
            </a:r>
            <a:r>
              <a:rPr dirty="0" sz="1100" spc="-35">
                <a:solidFill>
                  <a:srgbClr val="1E293B"/>
                </a:solidFill>
                <a:latin typeface="Calibri"/>
                <a:cs typeface="Calibri"/>
              </a:rPr>
              <a:t> </a:t>
            </a:r>
            <a:r>
              <a:rPr dirty="0" sz="1100" spc="-20">
                <a:solidFill>
                  <a:srgbClr val="1E293B"/>
                </a:solidFill>
                <a:latin typeface="Calibri"/>
                <a:cs typeface="Calibri"/>
              </a:rPr>
              <a:t>Suite</a:t>
            </a:r>
            <a:endParaRPr sz="1100">
              <a:latin typeface="Calibri"/>
              <a:cs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prstGeom prst="rect"/>
        </p:spPr>
        <p:txBody>
          <a:bodyPr wrap="square" lIns="0" tIns="12700" rIns="0" bIns="0" rtlCol="0" vert="horz">
            <a:spAutoFit/>
          </a:bodyPr>
          <a:lstStyle/>
          <a:p>
            <a:r>
              <a:t>Screenshots</a:t>
            </a:r>
          </a:p>
        </p:txBody>
      </p:sp>
      <p:pic>
        <p:nvPicPr>
          <p:cNvPr id="4" name="Picture 3" descr="image.png"/>
          <p:cNvPicPr>
            <a:picLocks noChangeAspect="1"/>
          </p:cNvPicPr>
          <p:nvPr/>
        </p:nvPicPr>
        <p:blipFill>
          <a:blip r:embed="rId3"/>
          <a:stretch>
            <a:fillRect/>
          </a:stretch>
        </p:blipFill>
        <p:spPr>
          <a:xfrm>
            <a:off x="1926182" y="1234439"/>
            <a:ext cx="8339328" cy="521208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prstGeom prst="rect"/>
        </p:spPr>
        <p:txBody>
          <a:bodyPr wrap="square" lIns="0" tIns="12700" rIns="0" bIns="0" rtlCol="0" vert="horz">
            <a:spAutoFit/>
          </a:bodyPr>
          <a:lstStyle/>
          <a:p>
            <a:r>
              <a:t>Screenshots</a:t>
            </a:r>
          </a:p>
        </p:txBody>
      </p:sp>
      <p:pic>
        <p:nvPicPr>
          <p:cNvPr id="4" name="Picture 3" descr="image.png"/>
          <p:cNvPicPr>
            <a:picLocks noChangeAspect="1"/>
          </p:cNvPicPr>
          <p:nvPr/>
        </p:nvPicPr>
        <p:blipFill>
          <a:blip r:embed="rId3"/>
          <a:stretch>
            <a:fillRect/>
          </a:stretch>
        </p:blipFill>
        <p:spPr>
          <a:xfrm>
            <a:off x="1926182" y="1234439"/>
            <a:ext cx="8339328" cy="5212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prstGeom prst="rect"/>
        </p:spPr>
        <p:txBody>
          <a:bodyPr wrap="square" lIns="0" tIns="12700" rIns="0" bIns="0" rtlCol="0" vert="horz">
            <a:spAutoFit/>
          </a:bodyPr>
          <a:lstStyle/>
          <a:p>
            <a:r>
              <a:t>Screenshots</a:t>
            </a:r>
          </a:p>
        </p:txBody>
      </p:sp>
      <p:pic>
        <p:nvPicPr>
          <p:cNvPr id="4" name="Picture 3" descr="image.png"/>
          <p:cNvPicPr>
            <a:picLocks noChangeAspect="1"/>
          </p:cNvPicPr>
          <p:nvPr/>
        </p:nvPicPr>
        <p:blipFill>
          <a:blip r:embed="rId3"/>
          <a:stretch>
            <a:fillRect/>
          </a:stretch>
        </p:blipFill>
        <p:spPr>
          <a:xfrm>
            <a:off x="1926182" y="1234439"/>
            <a:ext cx="8339328" cy="5212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descr="$PPTXTitle"/>
          <p:cNvSpPr txBox="1">
            <a:spLocks noGrp="1"/>
          </p:cNvSpPr>
          <p:nvPr>
            <p:ph type="title"/>
          </p:nvPr>
        </p:nvSpPr>
        <p:spPr>
          <a:prstGeom prst="rect"/>
        </p:spPr>
        <p:txBody>
          <a:bodyPr wrap="square" lIns="0" tIns="12700" rIns="0" bIns="0" rtlCol="0" vert="horz">
            <a:spAutoFit/>
          </a:bodyPr>
          <a:lstStyle/>
          <a:p>
            <a:r>
              <a:t>Screenshots</a:t>
            </a:r>
          </a:p>
        </p:txBody>
      </p:sp>
      <p:pic>
        <p:nvPicPr>
          <p:cNvPr id="4" name="Picture 3" descr="image.png"/>
          <p:cNvPicPr>
            <a:picLocks noChangeAspect="1"/>
          </p:cNvPicPr>
          <p:nvPr/>
        </p:nvPicPr>
        <p:blipFill>
          <a:blip r:embed="rId3"/>
          <a:stretch>
            <a:fillRect/>
          </a:stretch>
        </p:blipFill>
        <p:spPr>
          <a:xfrm>
            <a:off x="1926182" y="1234439"/>
            <a:ext cx="8339328" cy="52120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defRPr sz="2800" b="1">
                <a:solidFill>
                  <a:srgbClr val="0F172A"/>
                </a:solidFill>
                <a:latin typeface="Calibri"/>
              </a:defRPr>
            </a:pPr>
            <a:r>
              <a:t>Impacts and Benefits</a:t>
            </a:r>
          </a:p>
        </p:txBody>
      </p:sp>
      <p:sp>
        <p:nvSpPr>
          <p:cNvPr id="3" name="TextBox 2"/>
          <p:cNvSpPr txBox="1"/>
          <p:nvPr/>
        </p:nvSpPr>
        <p:spPr>
          <a:xfrm>
            <a:off x="914400" y="1188720"/>
            <a:ext cx="10362895" cy="365760"/>
          </a:xfrm>
          <a:prstGeom prst="rect">
            <a:avLst/>
          </a:prstGeom>
          <a:noFill/>
        </p:spPr>
        <p:txBody>
          <a:bodyPr wrap="none">
            <a:spAutoFit/>
          </a:bodyPr>
          <a:lstStyle/>
          <a:p>
            <a:pPr algn="ctr">
              <a:defRPr sz="1300" b="1">
                <a:solidFill>
                  <a:srgbClr val="0284C7"/>
                </a:solidFill>
                <a:latin typeface="Calibri"/>
              </a:defRPr>
            </a:pPr>
            <a:r>
              <a:t>Empowering 4M+ Artisanal Fishers: Economic Prosperity, Life Safety &amp; Marine Conservation</a:t>
            </a:r>
          </a:p>
        </p:txBody>
      </p:sp>
      <p:sp>
        <p:nvSpPr>
          <p:cNvPr id="4" name="Rounded Rectangle 3"/>
          <p:cNvSpPr/>
          <p:nvPr/>
        </p:nvSpPr>
        <p:spPr>
          <a:xfrm>
            <a:off x="731520" y="1691640"/>
            <a:ext cx="3456432" cy="338328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800"/>
              </a:spcAft>
              <a:defRPr sz="1150" b="1">
                <a:solidFill>
                  <a:srgbClr val="0284C7"/>
                </a:solidFill>
                <a:latin typeface="Calibri"/>
              </a:defRPr>
            </a:pPr>
            <a:r>
              <a:t>1. ECONOMIC IMPACTS</a:t>
            </a:r>
          </a:p>
          <a:p>
            <a:pPr>
              <a:spcAft>
                <a:spcPts val="600"/>
              </a:spcAft>
            </a:pPr>
            <a:r>
              <a:rPr sz="950" b="1">
                <a:solidFill>
                  <a:srgbClr val="1E293B"/>
                </a:solidFill>
                <a:latin typeface="Calibri"/>
              </a:rPr>
              <a:t>• 35% Direct Diesel Reduction: </a:t>
            </a:r>
            <a:r>
              <a:rPr sz="919">
                <a:solidFill>
                  <a:srgbClr val="475569"/>
                </a:solidFill>
                <a:latin typeface="Calibri"/>
              </a:rPr>
              <a:t>Saves 18 to 24 liters of diesel fuel per voyage by eliminating blind search roaming.</a:t>
            </a:r>
          </a:p>
          <a:p>
            <a:pPr>
              <a:spcAft>
                <a:spcPts val="600"/>
              </a:spcAft>
            </a:pPr>
            <a:r>
              <a:rPr sz="950" b="1">
                <a:solidFill>
                  <a:srgbClr val="1E293B"/>
                </a:solidFill>
                <a:latin typeface="Calibri"/>
              </a:rPr>
              <a:t>• ₹1,800–₹2,400 Daily Net Uplift: </a:t>
            </a:r>
            <a:r>
              <a:rPr sz="919">
                <a:solidFill>
                  <a:srgbClr val="475569"/>
                </a:solidFill>
                <a:latin typeface="Calibri"/>
              </a:rPr>
              <a:t>Substantial earnings directly returned to small artisanal fishing families each trip.</a:t>
            </a:r>
          </a:p>
          <a:p>
            <a:pPr>
              <a:spcAft>
                <a:spcPts val="600"/>
              </a:spcAft>
            </a:pPr>
            <a:r>
              <a:rPr sz="950" b="1">
                <a:solidFill>
                  <a:srgbClr val="1E293B"/>
                </a:solidFill>
                <a:latin typeface="Calibri"/>
              </a:rPr>
              <a:t>• CMFRI Calibrated ROI: </a:t>
            </a:r>
            <a:r>
              <a:rPr sz="919">
                <a:solidFill>
                  <a:srgbClr val="475569"/>
                </a:solidFill>
                <a:latin typeface="Calibri"/>
              </a:rPr>
              <a:t>Authentic 30% to 150% trip profitability verified with dockside auction models.</a:t>
            </a:r>
          </a:p>
        </p:txBody>
      </p:sp>
      <p:sp>
        <p:nvSpPr>
          <p:cNvPr id="5" name="Rounded Rectangle 4"/>
          <p:cNvSpPr/>
          <p:nvPr/>
        </p:nvSpPr>
        <p:spPr>
          <a:xfrm>
            <a:off x="4370832" y="1691640"/>
            <a:ext cx="3456432" cy="338328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800"/>
              </a:spcAft>
              <a:defRPr sz="1150" b="1">
                <a:solidFill>
                  <a:srgbClr val="10B981"/>
                </a:solidFill>
                <a:latin typeface="Calibri"/>
              </a:defRPr>
            </a:pPr>
            <a:r>
              <a:t>2. ENVIRONMENTAL SUSTAINABILITY</a:t>
            </a:r>
          </a:p>
          <a:p>
            <a:pPr>
              <a:spcAft>
                <a:spcPts val="600"/>
              </a:spcAft>
            </a:pPr>
            <a:r>
              <a:rPr sz="950" b="1">
                <a:solidFill>
                  <a:srgbClr val="1E293B"/>
                </a:solidFill>
                <a:latin typeface="Calibri"/>
              </a:rPr>
              <a:t>• &gt;140 kg CO2 Abatement / Boat / Month: </a:t>
            </a:r>
            <a:r>
              <a:rPr sz="919">
                <a:solidFill>
                  <a:srgbClr val="475569"/>
                </a:solidFill>
                <a:latin typeface="Calibri"/>
              </a:rPr>
              <a:t>Significant carbon reduction across motorized coastal fleets.</a:t>
            </a:r>
          </a:p>
          <a:p>
            <a:pPr>
              <a:spcAft>
                <a:spcPts val="600"/>
              </a:spcAft>
            </a:pPr>
            <a:r>
              <a:rPr sz="950" b="1">
                <a:solidFill>
                  <a:srgbClr val="1E293B"/>
                </a:solidFill>
                <a:latin typeface="Calibri"/>
              </a:rPr>
              <a:t>• Marine Sanctuary Protection: </a:t>
            </a:r>
            <a:r>
              <a:rPr sz="919">
                <a:solidFill>
                  <a:srgbClr val="475569"/>
                </a:solidFill>
                <a:latin typeface="Calibri"/>
              </a:rPr>
              <a:t>Route Bravo automatically enforces a 15 NM buffer around coral reefs &amp; turtle sanctuaries.</a:t>
            </a:r>
          </a:p>
          <a:p>
            <a:pPr>
              <a:spcAft>
                <a:spcPts val="600"/>
              </a:spcAft>
            </a:pPr>
            <a:r>
              <a:rPr sz="950" b="1">
                <a:solidFill>
                  <a:srgbClr val="1E293B"/>
                </a:solidFill>
                <a:latin typeface="Calibri"/>
              </a:rPr>
              <a:t>• UN SDG 14 Compliance: </a:t>
            </a:r>
            <a:r>
              <a:rPr sz="919">
                <a:solidFill>
                  <a:srgbClr val="475569"/>
                </a:solidFill>
                <a:latin typeface="Calibri"/>
              </a:rPr>
              <a:t>Directly advances United Nations Sustainable Development Goal 14: Life Below Water.</a:t>
            </a:r>
          </a:p>
        </p:txBody>
      </p:sp>
      <p:sp>
        <p:nvSpPr>
          <p:cNvPr id="6" name="Rounded Rectangle 5"/>
          <p:cNvSpPr/>
          <p:nvPr/>
        </p:nvSpPr>
        <p:spPr>
          <a:xfrm>
            <a:off x="8010144" y="1691640"/>
            <a:ext cx="3456432" cy="3383280"/>
          </a:xfrm>
          <a:prstGeom prst="roundRect">
            <a:avLst/>
          </a:prstGeom>
          <a:solidFill>
            <a:srgbClr val="F8FAF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800"/>
              </a:spcAft>
              <a:defRPr sz="1150" b="1">
                <a:solidFill>
                  <a:srgbClr val="F59E0B"/>
                </a:solidFill>
                <a:latin typeface="Calibri"/>
              </a:defRPr>
            </a:pPr>
            <a:r>
              <a:t>3. SEAMANSHIP SAFETY &amp; SOCIAL BENEFITS</a:t>
            </a:r>
          </a:p>
          <a:p>
            <a:pPr>
              <a:spcAft>
                <a:spcPts val="600"/>
              </a:spcAft>
            </a:pPr>
            <a:r>
              <a:rPr sz="950" b="1">
                <a:solidFill>
                  <a:srgbClr val="1E293B"/>
                </a:solidFill>
                <a:latin typeface="Calibri"/>
              </a:rPr>
              <a:t>• Zero-Literacy Vernacular Voice: </a:t>
            </a:r>
            <a:r>
              <a:rPr sz="919">
                <a:solidFill>
                  <a:srgbClr val="475569"/>
                </a:solidFill>
                <a:latin typeface="Calibri"/>
              </a:rPr>
              <a:t>Hands-free speech in Marathi, Hindi, and Tamil eliminates barriers for low-literacy skippers.</a:t>
            </a:r>
          </a:p>
          <a:p>
            <a:pPr>
              <a:spcAft>
                <a:spcPts val="600"/>
              </a:spcAft>
            </a:pPr>
            <a:r>
              <a:rPr sz="950" b="1">
                <a:solidFill>
                  <a:srgbClr val="1E293B"/>
                </a:solidFill>
                <a:latin typeface="Calibri"/>
              </a:rPr>
              <a:t>• 12 NM IMBL Siren &amp; Warning: </a:t>
            </a:r>
            <a:r>
              <a:rPr sz="919">
                <a:solidFill>
                  <a:srgbClr val="475569"/>
                </a:solidFill>
                <a:latin typeface="Calibri"/>
              </a:rPr>
              <a:t>Prevents accidental international border drift and boat impoundment.</a:t>
            </a:r>
          </a:p>
          <a:p>
            <a:pPr>
              <a:spcAft>
                <a:spcPts val="600"/>
              </a:spcAft>
            </a:pPr>
            <a:r>
              <a:rPr sz="950" b="1">
                <a:solidFill>
                  <a:srgbClr val="1E293B"/>
                </a:solidFill>
                <a:latin typeface="Calibri"/>
              </a:rPr>
              <a:t>• Deep-Sea PWA Offline Autonomy: </a:t>
            </a:r>
            <a:r>
              <a:rPr sz="919">
                <a:solidFill>
                  <a:srgbClr val="475569"/>
                </a:solidFill>
                <a:latin typeface="Calibri"/>
              </a:rPr>
              <a:t>Continuous chart navigation and safety scoring up to 50 NM beyond mobile towers.</a:t>
            </a:r>
          </a:p>
        </p:txBody>
      </p:sp>
      <p:sp>
        <p:nvSpPr>
          <p:cNvPr id="7" name="Rounded Rectangle 6"/>
          <p:cNvSpPr/>
          <p:nvPr/>
        </p:nvSpPr>
        <p:spPr>
          <a:xfrm>
            <a:off x="731520" y="5230368"/>
            <a:ext cx="10728655" cy="868680"/>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28600" rIns="228600" tIns="109728"/>
          <a:lstStyle/>
          <a:p>
            <a:pPr algn="ctr">
              <a:spcAft>
                <a:spcPts val="200"/>
              </a:spcAft>
              <a:defRPr sz="1000" b="1">
                <a:solidFill>
                  <a:srgbClr val="0284C7"/>
                </a:solidFill>
                <a:latin typeface="Calibri"/>
              </a:defRPr>
            </a:pPr>
            <a:r>
              <a:t>ALIGNMENT WITH NATIONAL MISSION: PRADHAN MANTRI MATSYA SAMPADA YOJANA (PMMSY)</a:t>
            </a:r>
          </a:p>
          <a:p>
            <a:pPr>
              <a:defRPr sz="900">
                <a:solidFill>
                  <a:srgbClr val="334155"/>
                </a:solidFill>
                <a:latin typeface="Calibri"/>
              </a:defRPr>
            </a:pPr>
            <a:r>
              <a:t>ORCA directly supports the Government of India's PMMSY objectives: modernizing coastal fisheries with technological safety tools, enhancing traditional fishermen incomes, reducing maritime carbon footprints, and ensuring zero-loss coastal harvest operations.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188085">
              <a:lnSpc>
                <a:spcPct val="100000"/>
              </a:lnSpc>
              <a:spcBef>
                <a:spcPts val="100"/>
              </a:spcBef>
            </a:pPr>
            <a:r>
              <a:rPr dirty="0" spc="-20"/>
              <a:t>Future-Scope</a:t>
            </a:r>
          </a:p>
        </p:txBody>
      </p:sp>
      <p:sp>
        <p:nvSpPr>
          <p:cNvPr id="3" name="object 3"/>
          <p:cNvSpPr txBox="1"/>
          <p:nvPr/>
        </p:nvSpPr>
        <p:spPr>
          <a:xfrm>
            <a:off x="810259" y="1348153"/>
            <a:ext cx="10530840" cy="2437765"/>
          </a:xfrm>
          <a:prstGeom prst="rect">
            <a:avLst/>
          </a:prstGeom>
        </p:spPr>
        <p:txBody>
          <a:bodyPr wrap="square" lIns="0" tIns="47625" rIns="0" bIns="0" rtlCol="0" vert="horz">
            <a:spAutoFit/>
          </a:bodyPr>
          <a:lstStyle/>
          <a:p>
            <a:pPr marL="178435" indent="-165735">
              <a:lnSpc>
                <a:spcPct val="100000"/>
              </a:lnSpc>
              <a:spcBef>
                <a:spcPts val="375"/>
              </a:spcBef>
              <a:buAutoNum type="arabicPeriod"/>
              <a:tabLst>
                <a:tab pos="178435" algn="l"/>
              </a:tabLst>
            </a:pPr>
            <a:r>
              <a:rPr dirty="0" sz="1300" spc="-10" b="1">
                <a:solidFill>
                  <a:srgbClr val="0F172A"/>
                </a:solidFill>
                <a:latin typeface="Calibri"/>
                <a:cs typeface="Calibri"/>
              </a:rPr>
              <a:t>On-</a:t>
            </a:r>
            <a:r>
              <a:rPr dirty="0" sz="1300" b="1">
                <a:solidFill>
                  <a:srgbClr val="0F172A"/>
                </a:solidFill>
                <a:latin typeface="Calibri"/>
                <a:cs typeface="Calibri"/>
              </a:rPr>
              <a:t>Board</a:t>
            </a:r>
            <a:r>
              <a:rPr dirty="0" sz="1300" spc="-30" b="1">
                <a:solidFill>
                  <a:srgbClr val="0F172A"/>
                </a:solidFill>
                <a:latin typeface="Calibri"/>
                <a:cs typeface="Calibri"/>
              </a:rPr>
              <a:t> </a:t>
            </a:r>
            <a:r>
              <a:rPr dirty="0" sz="1300" b="1">
                <a:solidFill>
                  <a:srgbClr val="0F172A"/>
                </a:solidFill>
                <a:latin typeface="Calibri"/>
                <a:cs typeface="Calibri"/>
              </a:rPr>
              <a:t>AIS</a:t>
            </a:r>
            <a:r>
              <a:rPr dirty="0" sz="1300" spc="-30" b="1">
                <a:solidFill>
                  <a:srgbClr val="0F172A"/>
                </a:solidFill>
                <a:latin typeface="Calibri"/>
                <a:cs typeface="Calibri"/>
              </a:rPr>
              <a:t> </a:t>
            </a:r>
            <a:r>
              <a:rPr dirty="0" sz="1300" b="1">
                <a:solidFill>
                  <a:srgbClr val="0F172A"/>
                </a:solidFill>
                <a:latin typeface="Calibri"/>
                <a:cs typeface="Calibri"/>
              </a:rPr>
              <a:t>&amp;</a:t>
            </a:r>
            <a:r>
              <a:rPr dirty="0" sz="1300" spc="-25" b="1">
                <a:solidFill>
                  <a:srgbClr val="0F172A"/>
                </a:solidFill>
                <a:latin typeface="Calibri"/>
                <a:cs typeface="Calibri"/>
              </a:rPr>
              <a:t> </a:t>
            </a:r>
            <a:r>
              <a:rPr dirty="0" sz="1300" spc="-10" b="1">
                <a:solidFill>
                  <a:srgbClr val="0F172A"/>
                </a:solidFill>
                <a:latin typeface="Calibri"/>
                <a:cs typeface="Calibri"/>
              </a:rPr>
              <a:t>Transponder</a:t>
            </a:r>
            <a:r>
              <a:rPr dirty="0" sz="1300" spc="-30" b="1">
                <a:solidFill>
                  <a:srgbClr val="0F172A"/>
                </a:solidFill>
                <a:latin typeface="Calibri"/>
                <a:cs typeface="Calibri"/>
              </a:rPr>
              <a:t> </a:t>
            </a:r>
            <a:r>
              <a:rPr dirty="0" sz="1300" b="1">
                <a:solidFill>
                  <a:srgbClr val="0F172A"/>
                </a:solidFill>
                <a:latin typeface="Calibri"/>
                <a:cs typeface="Calibri"/>
              </a:rPr>
              <a:t>Hardware</a:t>
            </a:r>
            <a:r>
              <a:rPr dirty="0" sz="1300" spc="-25" b="1">
                <a:solidFill>
                  <a:srgbClr val="0F172A"/>
                </a:solidFill>
                <a:latin typeface="Calibri"/>
                <a:cs typeface="Calibri"/>
              </a:rPr>
              <a:t> </a:t>
            </a:r>
            <a:r>
              <a:rPr dirty="0" sz="1300" spc="-10" b="1">
                <a:solidFill>
                  <a:srgbClr val="0F172A"/>
                </a:solidFill>
                <a:latin typeface="Calibri"/>
                <a:cs typeface="Calibri"/>
              </a:rPr>
              <a:t>Integration</a:t>
            </a:r>
            <a:endParaRPr sz="1300">
              <a:latin typeface="Calibri"/>
              <a:cs typeface="Calibri"/>
            </a:endParaRPr>
          </a:p>
          <a:p>
            <a:pPr marL="12700">
              <a:lnSpc>
                <a:spcPct val="100000"/>
              </a:lnSpc>
              <a:spcBef>
                <a:spcPts val="235"/>
              </a:spcBef>
            </a:pPr>
            <a:r>
              <a:rPr dirty="0" sz="1100">
                <a:solidFill>
                  <a:srgbClr val="1E293B"/>
                </a:solidFill>
                <a:latin typeface="Calibri"/>
                <a:cs typeface="Calibri"/>
              </a:rPr>
              <a:t>Direct</a:t>
            </a:r>
            <a:r>
              <a:rPr dirty="0" sz="1100" spc="-25">
                <a:solidFill>
                  <a:srgbClr val="1E293B"/>
                </a:solidFill>
                <a:latin typeface="Calibri"/>
                <a:cs typeface="Calibri"/>
              </a:rPr>
              <a:t> </a:t>
            </a:r>
            <a:r>
              <a:rPr dirty="0" sz="1100">
                <a:solidFill>
                  <a:srgbClr val="1E293B"/>
                </a:solidFill>
                <a:latin typeface="Calibri"/>
                <a:cs typeface="Calibri"/>
              </a:rPr>
              <a:t>serial</a:t>
            </a:r>
            <a:r>
              <a:rPr dirty="0" sz="1100" spc="-25">
                <a:solidFill>
                  <a:srgbClr val="1E293B"/>
                </a:solidFill>
                <a:latin typeface="Calibri"/>
                <a:cs typeface="Calibri"/>
              </a:rPr>
              <a:t> </a:t>
            </a:r>
            <a:r>
              <a:rPr dirty="0" sz="1100" spc="-10">
                <a:solidFill>
                  <a:srgbClr val="1E293B"/>
                </a:solidFill>
                <a:latin typeface="Calibri"/>
                <a:cs typeface="Calibri"/>
              </a:rPr>
              <a:t>NMEA-</a:t>
            </a:r>
            <a:r>
              <a:rPr dirty="0" sz="1100">
                <a:solidFill>
                  <a:srgbClr val="1E293B"/>
                </a:solidFill>
                <a:latin typeface="Calibri"/>
                <a:cs typeface="Calibri"/>
              </a:rPr>
              <a:t>0183/2000</a:t>
            </a:r>
            <a:r>
              <a:rPr dirty="0" sz="1100" spc="-25">
                <a:solidFill>
                  <a:srgbClr val="1E293B"/>
                </a:solidFill>
                <a:latin typeface="Calibri"/>
                <a:cs typeface="Calibri"/>
              </a:rPr>
              <a:t> </a:t>
            </a:r>
            <a:r>
              <a:rPr dirty="0" sz="1100" spc="-10">
                <a:solidFill>
                  <a:srgbClr val="1E293B"/>
                </a:solidFill>
                <a:latin typeface="Calibri"/>
                <a:cs typeface="Calibri"/>
              </a:rPr>
              <a:t>hardware</a:t>
            </a:r>
            <a:r>
              <a:rPr dirty="0" sz="1100" spc="-25">
                <a:solidFill>
                  <a:srgbClr val="1E293B"/>
                </a:solidFill>
                <a:latin typeface="Calibri"/>
                <a:cs typeface="Calibri"/>
              </a:rPr>
              <a:t> </a:t>
            </a:r>
            <a:r>
              <a:rPr dirty="0" sz="1100">
                <a:solidFill>
                  <a:srgbClr val="1E293B"/>
                </a:solidFill>
                <a:latin typeface="Calibri"/>
                <a:cs typeface="Calibri"/>
              </a:rPr>
              <a:t>ingestion</a:t>
            </a:r>
            <a:r>
              <a:rPr dirty="0" sz="1100" spc="-20">
                <a:solidFill>
                  <a:srgbClr val="1E293B"/>
                </a:solidFill>
                <a:latin typeface="Calibri"/>
                <a:cs typeface="Calibri"/>
              </a:rPr>
              <a:t> </a:t>
            </a:r>
            <a:r>
              <a:rPr dirty="0" sz="1100">
                <a:solidFill>
                  <a:srgbClr val="1E293B"/>
                </a:solidFill>
                <a:latin typeface="Calibri"/>
                <a:cs typeface="Calibri"/>
              </a:rPr>
              <a:t>from</a:t>
            </a:r>
            <a:r>
              <a:rPr dirty="0" sz="1100" spc="-25">
                <a:solidFill>
                  <a:srgbClr val="1E293B"/>
                </a:solidFill>
                <a:latin typeface="Calibri"/>
                <a:cs typeface="Calibri"/>
              </a:rPr>
              <a:t> </a:t>
            </a:r>
            <a:r>
              <a:rPr dirty="0" sz="1100">
                <a:solidFill>
                  <a:srgbClr val="1E293B"/>
                </a:solidFill>
                <a:latin typeface="Calibri"/>
                <a:cs typeface="Calibri"/>
              </a:rPr>
              <a:t>vessel</a:t>
            </a:r>
            <a:r>
              <a:rPr dirty="0" sz="1100" spc="-25">
                <a:solidFill>
                  <a:srgbClr val="1E293B"/>
                </a:solidFill>
                <a:latin typeface="Calibri"/>
                <a:cs typeface="Calibri"/>
              </a:rPr>
              <a:t> </a:t>
            </a:r>
            <a:r>
              <a:rPr dirty="0" sz="1100">
                <a:solidFill>
                  <a:srgbClr val="1E293B"/>
                </a:solidFill>
                <a:latin typeface="Calibri"/>
                <a:cs typeface="Calibri"/>
              </a:rPr>
              <a:t>GPS/AIS</a:t>
            </a:r>
            <a:r>
              <a:rPr dirty="0" sz="1100" spc="-25">
                <a:solidFill>
                  <a:srgbClr val="1E293B"/>
                </a:solidFill>
                <a:latin typeface="Calibri"/>
                <a:cs typeface="Calibri"/>
              </a:rPr>
              <a:t> </a:t>
            </a:r>
            <a:r>
              <a:rPr dirty="0" sz="1100">
                <a:solidFill>
                  <a:srgbClr val="1E293B"/>
                </a:solidFill>
                <a:latin typeface="Calibri"/>
                <a:cs typeface="Calibri"/>
              </a:rPr>
              <a:t>transponders</a:t>
            </a:r>
            <a:r>
              <a:rPr dirty="0" sz="1100" spc="-25">
                <a:solidFill>
                  <a:srgbClr val="1E293B"/>
                </a:solidFill>
                <a:latin typeface="Calibri"/>
                <a:cs typeface="Calibri"/>
              </a:rPr>
              <a:t> </a:t>
            </a:r>
            <a:r>
              <a:rPr dirty="0" sz="1100">
                <a:solidFill>
                  <a:srgbClr val="1E293B"/>
                </a:solidFill>
                <a:latin typeface="Calibri"/>
                <a:cs typeface="Calibri"/>
              </a:rPr>
              <a:t>to</a:t>
            </a:r>
            <a:r>
              <a:rPr dirty="0" sz="1100" spc="-20">
                <a:solidFill>
                  <a:srgbClr val="1E293B"/>
                </a:solidFill>
                <a:latin typeface="Calibri"/>
                <a:cs typeface="Calibri"/>
              </a:rPr>
              <a:t> </a:t>
            </a:r>
            <a:r>
              <a:rPr dirty="0" sz="1100">
                <a:solidFill>
                  <a:srgbClr val="1E293B"/>
                </a:solidFill>
                <a:latin typeface="Calibri"/>
                <a:cs typeface="Calibri"/>
              </a:rPr>
              <a:t>receive</a:t>
            </a:r>
            <a:r>
              <a:rPr dirty="0" sz="1100" spc="-25">
                <a:solidFill>
                  <a:srgbClr val="1E293B"/>
                </a:solidFill>
                <a:latin typeface="Calibri"/>
                <a:cs typeface="Calibri"/>
              </a:rPr>
              <a:t> </a:t>
            </a:r>
            <a:r>
              <a:rPr dirty="0" sz="1100" spc="-10">
                <a:solidFill>
                  <a:srgbClr val="1E293B"/>
                </a:solidFill>
                <a:latin typeface="Calibri"/>
                <a:cs typeface="Calibri"/>
              </a:rPr>
              <a:t>real-</a:t>
            </a:r>
            <a:r>
              <a:rPr dirty="0" sz="1100">
                <a:solidFill>
                  <a:srgbClr val="1E293B"/>
                </a:solidFill>
                <a:latin typeface="Calibri"/>
                <a:cs typeface="Calibri"/>
              </a:rPr>
              <a:t>time</a:t>
            </a:r>
            <a:r>
              <a:rPr dirty="0" sz="1100" spc="-25">
                <a:solidFill>
                  <a:srgbClr val="1E293B"/>
                </a:solidFill>
                <a:latin typeface="Calibri"/>
                <a:cs typeface="Calibri"/>
              </a:rPr>
              <a:t> </a:t>
            </a:r>
            <a:r>
              <a:rPr dirty="0" sz="1100">
                <a:solidFill>
                  <a:srgbClr val="1E293B"/>
                </a:solidFill>
                <a:latin typeface="Calibri"/>
                <a:cs typeface="Calibri"/>
              </a:rPr>
              <a:t>positioning</a:t>
            </a:r>
            <a:r>
              <a:rPr dirty="0" sz="1100" spc="-25">
                <a:solidFill>
                  <a:srgbClr val="1E293B"/>
                </a:solidFill>
                <a:latin typeface="Calibri"/>
                <a:cs typeface="Calibri"/>
              </a:rPr>
              <a:t> </a:t>
            </a:r>
            <a:r>
              <a:rPr dirty="0" sz="1100">
                <a:solidFill>
                  <a:srgbClr val="1E293B"/>
                </a:solidFill>
                <a:latin typeface="Calibri"/>
                <a:cs typeface="Calibri"/>
              </a:rPr>
              <a:t>and</a:t>
            </a:r>
            <a:r>
              <a:rPr dirty="0" sz="1100" spc="-25">
                <a:solidFill>
                  <a:srgbClr val="1E293B"/>
                </a:solidFill>
                <a:latin typeface="Calibri"/>
                <a:cs typeface="Calibri"/>
              </a:rPr>
              <a:t> </a:t>
            </a:r>
            <a:r>
              <a:rPr dirty="0" sz="1100">
                <a:solidFill>
                  <a:srgbClr val="1E293B"/>
                </a:solidFill>
                <a:latin typeface="Calibri"/>
                <a:cs typeface="Calibri"/>
              </a:rPr>
              <a:t>collision</a:t>
            </a:r>
            <a:r>
              <a:rPr dirty="0" sz="1100" spc="-20">
                <a:solidFill>
                  <a:srgbClr val="1E293B"/>
                </a:solidFill>
                <a:latin typeface="Calibri"/>
                <a:cs typeface="Calibri"/>
              </a:rPr>
              <a:t> </a:t>
            </a:r>
            <a:r>
              <a:rPr dirty="0" sz="1100">
                <a:solidFill>
                  <a:srgbClr val="1E293B"/>
                </a:solidFill>
                <a:latin typeface="Calibri"/>
                <a:cs typeface="Calibri"/>
              </a:rPr>
              <a:t>hazard</a:t>
            </a:r>
            <a:r>
              <a:rPr dirty="0" sz="1100" spc="-25">
                <a:solidFill>
                  <a:srgbClr val="1E293B"/>
                </a:solidFill>
                <a:latin typeface="Calibri"/>
                <a:cs typeface="Calibri"/>
              </a:rPr>
              <a:t> </a:t>
            </a:r>
            <a:r>
              <a:rPr dirty="0" sz="1100">
                <a:solidFill>
                  <a:srgbClr val="1E293B"/>
                </a:solidFill>
                <a:latin typeface="Calibri"/>
                <a:cs typeface="Calibri"/>
              </a:rPr>
              <a:t>telemetry</a:t>
            </a:r>
            <a:r>
              <a:rPr dirty="0" sz="1100" spc="-25">
                <a:solidFill>
                  <a:srgbClr val="1E293B"/>
                </a:solidFill>
                <a:latin typeface="Calibri"/>
                <a:cs typeface="Calibri"/>
              </a:rPr>
              <a:t> </a:t>
            </a:r>
            <a:r>
              <a:rPr dirty="0" sz="1100">
                <a:solidFill>
                  <a:srgbClr val="1E293B"/>
                </a:solidFill>
                <a:latin typeface="Calibri"/>
                <a:cs typeface="Calibri"/>
              </a:rPr>
              <a:t>directly</a:t>
            </a:r>
            <a:r>
              <a:rPr dirty="0" sz="1100" spc="-25">
                <a:solidFill>
                  <a:srgbClr val="1E293B"/>
                </a:solidFill>
                <a:latin typeface="Calibri"/>
                <a:cs typeface="Calibri"/>
              </a:rPr>
              <a:t> </a:t>
            </a:r>
            <a:r>
              <a:rPr dirty="0" sz="1100">
                <a:solidFill>
                  <a:srgbClr val="1E293B"/>
                </a:solidFill>
                <a:latin typeface="Calibri"/>
                <a:cs typeface="Calibri"/>
              </a:rPr>
              <a:t>into</a:t>
            </a:r>
            <a:r>
              <a:rPr dirty="0" sz="1100" spc="-25">
                <a:solidFill>
                  <a:srgbClr val="1E293B"/>
                </a:solidFill>
                <a:latin typeface="Calibri"/>
                <a:cs typeface="Calibri"/>
              </a:rPr>
              <a:t> </a:t>
            </a:r>
            <a:r>
              <a:rPr dirty="0" sz="1100">
                <a:solidFill>
                  <a:srgbClr val="1E293B"/>
                </a:solidFill>
                <a:latin typeface="Calibri"/>
                <a:cs typeface="Calibri"/>
              </a:rPr>
              <a:t>the</a:t>
            </a:r>
            <a:r>
              <a:rPr dirty="0" sz="1100" spc="-20">
                <a:solidFill>
                  <a:srgbClr val="1E293B"/>
                </a:solidFill>
                <a:latin typeface="Calibri"/>
                <a:cs typeface="Calibri"/>
              </a:rPr>
              <a:t> </a:t>
            </a:r>
            <a:r>
              <a:rPr dirty="0" sz="1100">
                <a:solidFill>
                  <a:srgbClr val="1E293B"/>
                </a:solidFill>
                <a:latin typeface="Calibri"/>
                <a:cs typeface="Calibri"/>
              </a:rPr>
              <a:t>local</a:t>
            </a:r>
            <a:r>
              <a:rPr dirty="0" sz="1100" spc="-25">
                <a:solidFill>
                  <a:srgbClr val="1E293B"/>
                </a:solidFill>
                <a:latin typeface="Calibri"/>
                <a:cs typeface="Calibri"/>
              </a:rPr>
              <a:t> </a:t>
            </a:r>
            <a:r>
              <a:rPr dirty="0" sz="1100">
                <a:solidFill>
                  <a:srgbClr val="1E293B"/>
                </a:solidFill>
                <a:latin typeface="Calibri"/>
                <a:cs typeface="Calibri"/>
              </a:rPr>
              <a:t>ORCA</a:t>
            </a:r>
            <a:r>
              <a:rPr dirty="0" sz="1100" spc="-25">
                <a:solidFill>
                  <a:srgbClr val="1E293B"/>
                </a:solidFill>
                <a:latin typeface="Calibri"/>
                <a:cs typeface="Calibri"/>
              </a:rPr>
              <a:t> </a:t>
            </a:r>
            <a:r>
              <a:rPr dirty="0" sz="1100" spc="-10">
                <a:solidFill>
                  <a:srgbClr val="1E293B"/>
                </a:solidFill>
                <a:latin typeface="Calibri"/>
                <a:cs typeface="Calibri"/>
              </a:rPr>
              <a:t>engine.</a:t>
            </a:r>
            <a:endParaRPr sz="1100">
              <a:latin typeface="Calibri"/>
              <a:cs typeface="Calibri"/>
            </a:endParaRPr>
          </a:p>
          <a:p>
            <a:pPr marL="178435" indent="-165735">
              <a:lnSpc>
                <a:spcPct val="100000"/>
              </a:lnSpc>
              <a:spcBef>
                <a:spcPts val="785"/>
              </a:spcBef>
              <a:buAutoNum type="arabicPeriod" startAt="2"/>
              <a:tabLst>
                <a:tab pos="178435" algn="l"/>
              </a:tabLst>
            </a:pPr>
            <a:r>
              <a:rPr dirty="0" sz="1300" b="1">
                <a:solidFill>
                  <a:srgbClr val="0F172A"/>
                </a:solidFill>
                <a:latin typeface="Calibri"/>
                <a:cs typeface="Calibri"/>
              </a:rPr>
              <a:t>Satellite</a:t>
            </a:r>
            <a:r>
              <a:rPr dirty="0" sz="1300" spc="-40" b="1">
                <a:solidFill>
                  <a:srgbClr val="0F172A"/>
                </a:solidFill>
                <a:latin typeface="Calibri"/>
                <a:cs typeface="Calibri"/>
              </a:rPr>
              <a:t> </a:t>
            </a:r>
            <a:r>
              <a:rPr dirty="0" sz="1300" b="1">
                <a:solidFill>
                  <a:srgbClr val="0F172A"/>
                </a:solidFill>
                <a:latin typeface="Calibri"/>
                <a:cs typeface="Calibri"/>
              </a:rPr>
              <a:t>IoT</a:t>
            </a:r>
            <a:r>
              <a:rPr dirty="0" sz="1300" spc="-35" b="1">
                <a:solidFill>
                  <a:srgbClr val="0F172A"/>
                </a:solidFill>
                <a:latin typeface="Calibri"/>
                <a:cs typeface="Calibri"/>
              </a:rPr>
              <a:t> </a:t>
            </a:r>
            <a:r>
              <a:rPr dirty="0" sz="1300" b="1">
                <a:solidFill>
                  <a:srgbClr val="0F172A"/>
                </a:solidFill>
                <a:latin typeface="Calibri"/>
                <a:cs typeface="Calibri"/>
              </a:rPr>
              <a:t>Downlink</a:t>
            </a:r>
            <a:r>
              <a:rPr dirty="0" sz="1300" spc="-35" b="1">
                <a:solidFill>
                  <a:srgbClr val="0F172A"/>
                </a:solidFill>
                <a:latin typeface="Calibri"/>
                <a:cs typeface="Calibri"/>
              </a:rPr>
              <a:t> </a:t>
            </a:r>
            <a:r>
              <a:rPr dirty="0" sz="1300" b="1">
                <a:solidFill>
                  <a:srgbClr val="0F172A"/>
                </a:solidFill>
                <a:latin typeface="Calibri"/>
                <a:cs typeface="Calibri"/>
              </a:rPr>
              <a:t>(NavIC</a:t>
            </a:r>
            <a:r>
              <a:rPr dirty="0" sz="1300" spc="-35" b="1">
                <a:solidFill>
                  <a:srgbClr val="0F172A"/>
                </a:solidFill>
                <a:latin typeface="Calibri"/>
                <a:cs typeface="Calibri"/>
              </a:rPr>
              <a:t> </a:t>
            </a:r>
            <a:r>
              <a:rPr dirty="0" sz="1300" b="1">
                <a:solidFill>
                  <a:srgbClr val="0F172A"/>
                </a:solidFill>
                <a:latin typeface="Calibri"/>
                <a:cs typeface="Calibri"/>
              </a:rPr>
              <a:t>&amp;</a:t>
            </a:r>
            <a:r>
              <a:rPr dirty="0" sz="1300" spc="-40" b="1">
                <a:solidFill>
                  <a:srgbClr val="0F172A"/>
                </a:solidFill>
                <a:latin typeface="Calibri"/>
                <a:cs typeface="Calibri"/>
              </a:rPr>
              <a:t> </a:t>
            </a:r>
            <a:r>
              <a:rPr dirty="0" sz="1300" b="1">
                <a:solidFill>
                  <a:srgbClr val="0F172A"/>
                </a:solidFill>
                <a:latin typeface="Calibri"/>
                <a:cs typeface="Calibri"/>
              </a:rPr>
              <a:t>Iridium</a:t>
            </a:r>
            <a:r>
              <a:rPr dirty="0" sz="1300" spc="-35" b="1">
                <a:solidFill>
                  <a:srgbClr val="0F172A"/>
                </a:solidFill>
                <a:latin typeface="Calibri"/>
                <a:cs typeface="Calibri"/>
              </a:rPr>
              <a:t> </a:t>
            </a:r>
            <a:r>
              <a:rPr dirty="0" sz="1300" spc="-20" b="1">
                <a:solidFill>
                  <a:srgbClr val="0F172A"/>
                </a:solidFill>
                <a:latin typeface="Calibri"/>
                <a:cs typeface="Calibri"/>
              </a:rPr>
              <a:t>SBD)</a:t>
            </a:r>
            <a:endParaRPr sz="1300">
              <a:latin typeface="Calibri"/>
              <a:cs typeface="Calibri"/>
            </a:endParaRPr>
          </a:p>
          <a:p>
            <a:pPr marL="12700">
              <a:lnSpc>
                <a:spcPct val="100000"/>
              </a:lnSpc>
              <a:spcBef>
                <a:spcPts val="235"/>
              </a:spcBef>
            </a:pPr>
            <a:r>
              <a:rPr dirty="0" sz="1100" spc="-10">
                <a:solidFill>
                  <a:srgbClr val="1E293B"/>
                </a:solidFill>
                <a:latin typeface="Calibri"/>
                <a:cs typeface="Calibri"/>
              </a:rPr>
              <a:t>Integration </a:t>
            </a:r>
            <a:r>
              <a:rPr dirty="0" sz="1100">
                <a:solidFill>
                  <a:srgbClr val="1E293B"/>
                </a:solidFill>
                <a:latin typeface="Calibri"/>
                <a:cs typeface="Calibri"/>
              </a:rPr>
              <a:t>with</a:t>
            </a:r>
            <a:r>
              <a:rPr dirty="0" sz="1100" spc="-10">
                <a:solidFill>
                  <a:srgbClr val="1E293B"/>
                </a:solidFill>
                <a:latin typeface="Calibri"/>
                <a:cs typeface="Calibri"/>
              </a:rPr>
              <a:t> </a:t>
            </a:r>
            <a:r>
              <a:rPr dirty="0" sz="1100">
                <a:solidFill>
                  <a:srgbClr val="1E293B"/>
                </a:solidFill>
                <a:latin typeface="Calibri"/>
                <a:cs typeface="Calibri"/>
              </a:rPr>
              <a:t>ISRO</a:t>
            </a:r>
            <a:r>
              <a:rPr dirty="0" sz="1100" spc="-10">
                <a:solidFill>
                  <a:srgbClr val="1E293B"/>
                </a:solidFill>
                <a:latin typeface="Calibri"/>
                <a:cs typeface="Calibri"/>
              </a:rPr>
              <a:t> </a:t>
            </a:r>
            <a:r>
              <a:rPr dirty="0" sz="1100">
                <a:solidFill>
                  <a:srgbClr val="1E293B"/>
                </a:solidFill>
                <a:latin typeface="Calibri"/>
                <a:cs typeface="Calibri"/>
              </a:rPr>
              <a:t>NavIC</a:t>
            </a:r>
            <a:r>
              <a:rPr dirty="0" sz="1100" spc="-10">
                <a:solidFill>
                  <a:srgbClr val="1E293B"/>
                </a:solidFill>
                <a:latin typeface="Calibri"/>
                <a:cs typeface="Calibri"/>
              </a:rPr>
              <a:t> </a:t>
            </a:r>
            <a:r>
              <a:rPr dirty="0" sz="1100">
                <a:solidFill>
                  <a:srgbClr val="1E293B"/>
                </a:solidFill>
                <a:latin typeface="Calibri"/>
                <a:cs typeface="Calibri"/>
              </a:rPr>
              <a:t>messaging</a:t>
            </a:r>
            <a:r>
              <a:rPr dirty="0" sz="1100" spc="-10">
                <a:solidFill>
                  <a:srgbClr val="1E293B"/>
                </a:solidFill>
                <a:latin typeface="Calibri"/>
                <a:cs typeface="Calibri"/>
              </a:rPr>
              <a:t> receivers </a:t>
            </a:r>
            <a:r>
              <a:rPr dirty="0" sz="1100">
                <a:solidFill>
                  <a:srgbClr val="1E293B"/>
                </a:solidFill>
                <a:latin typeface="Calibri"/>
                <a:cs typeface="Calibri"/>
              </a:rPr>
              <a:t>and</a:t>
            </a:r>
            <a:r>
              <a:rPr dirty="0" sz="1100" spc="-10">
                <a:solidFill>
                  <a:srgbClr val="1E293B"/>
                </a:solidFill>
                <a:latin typeface="Calibri"/>
                <a:cs typeface="Calibri"/>
              </a:rPr>
              <a:t> </a:t>
            </a:r>
            <a:r>
              <a:rPr dirty="0" sz="1100">
                <a:solidFill>
                  <a:srgbClr val="1E293B"/>
                </a:solidFill>
                <a:latin typeface="Calibri"/>
                <a:cs typeface="Calibri"/>
              </a:rPr>
              <a:t>Iridium</a:t>
            </a:r>
            <a:r>
              <a:rPr dirty="0" sz="1100" spc="-10">
                <a:solidFill>
                  <a:srgbClr val="1E293B"/>
                </a:solidFill>
                <a:latin typeface="Calibri"/>
                <a:cs typeface="Calibri"/>
              </a:rPr>
              <a:t> </a:t>
            </a:r>
            <a:r>
              <a:rPr dirty="0" sz="1100">
                <a:solidFill>
                  <a:srgbClr val="1E293B"/>
                </a:solidFill>
                <a:latin typeface="Calibri"/>
                <a:cs typeface="Calibri"/>
              </a:rPr>
              <a:t>Short</a:t>
            </a:r>
            <a:r>
              <a:rPr dirty="0" sz="1100" spc="-10">
                <a:solidFill>
                  <a:srgbClr val="1E293B"/>
                </a:solidFill>
                <a:latin typeface="Calibri"/>
                <a:cs typeface="Calibri"/>
              </a:rPr>
              <a:t> </a:t>
            </a:r>
            <a:r>
              <a:rPr dirty="0" sz="1100">
                <a:solidFill>
                  <a:srgbClr val="1E293B"/>
                </a:solidFill>
                <a:latin typeface="Calibri"/>
                <a:cs typeface="Calibri"/>
              </a:rPr>
              <a:t>Burst</a:t>
            </a:r>
            <a:r>
              <a:rPr dirty="0" sz="1100" spc="-10">
                <a:solidFill>
                  <a:srgbClr val="1E293B"/>
                </a:solidFill>
                <a:latin typeface="Calibri"/>
                <a:cs typeface="Calibri"/>
              </a:rPr>
              <a:t> </a:t>
            </a:r>
            <a:r>
              <a:rPr dirty="0" sz="1100">
                <a:solidFill>
                  <a:srgbClr val="1E293B"/>
                </a:solidFill>
                <a:latin typeface="Calibri"/>
                <a:cs typeface="Calibri"/>
              </a:rPr>
              <a:t>Data</a:t>
            </a:r>
            <a:r>
              <a:rPr dirty="0" sz="1100" spc="-10">
                <a:solidFill>
                  <a:srgbClr val="1E293B"/>
                </a:solidFill>
                <a:latin typeface="Calibri"/>
                <a:cs typeface="Calibri"/>
              </a:rPr>
              <a:t> </a:t>
            </a:r>
            <a:r>
              <a:rPr dirty="0" sz="1100">
                <a:solidFill>
                  <a:srgbClr val="1E293B"/>
                </a:solidFill>
                <a:latin typeface="Calibri"/>
                <a:cs typeface="Calibri"/>
              </a:rPr>
              <a:t>(SBD)</a:t>
            </a:r>
            <a:r>
              <a:rPr dirty="0" sz="1100" spc="-10">
                <a:solidFill>
                  <a:srgbClr val="1E293B"/>
                </a:solidFill>
                <a:latin typeface="Calibri"/>
                <a:cs typeface="Calibri"/>
              </a:rPr>
              <a:t> transceivers </a:t>
            </a:r>
            <a:r>
              <a:rPr dirty="0" sz="1100">
                <a:solidFill>
                  <a:srgbClr val="1E293B"/>
                </a:solidFill>
                <a:latin typeface="Calibri"/>
                <a:cs typeface="Calibri"/>
              </a:rPr>
              <a:t>to</a:t>
            </a:r>
            <a:r>
              <a:rPr dirty="0" sz="1100" spc="-10">
                <a:solidFill>
                  <a:srgbClr val="1E293B"/>
                </a:solidFill>
                <a:latin typeface="Calibri"/>
                <a:cs typeface="Calibri"/>
              </a:rPr>
              <a:t> </a:t>
            </a:r>
            <a:r>
              <a:rPr dirty="0" sz="1100">
                <a:solidFill>
                  <a:srgbClr val="1E293B"/>
                </a:solidFill>
                <a:latin typeface="Calibri"/>
                <a:cs typeface="Calibri"/>
              </a:rPr>
              <a:t>enable</a:t>
            </a:r>
            <a:r>
              <a:rPr dirty="0" sz="1100" spc="-10">
                <a:solidFill>
                  <a:srgbClr val="1E293B"/>
                </a:solidFill>
                <a:latin typeface="Calibri"/>
                <a:cs typeface="Calibri"/>
              </a:rPr>
              <a:t> </a:t>
            </a:r>
            <a:r>
              <a:rPr dirty="0" sz="1100">
                <a:solidFill>
                  <a:srgbClr val="1E293B"/>
                </a:solidFill>
                <a:latin typeface="Calibri"/>
                <a:cs typeface="Calibri"/>
              </a:rPr>
              <a:t>bidirectional</a:t>
            </a:r>
            <a:r>
              <a:rPr dirty="0" sz="1100" spc="-10">
                <a:solidFill>
                  <a:srgbClr val="1E293B"/>
                </a:solidFill>
                <a:latin typeface="Calibri"/>
                <a:cs typeface="Calibri"/>
              </a:rPr>
              <a:t> </a:t>
            </a:r>
            <a:r>
              <a:rPr dirty="0" sz="1100">
                <a:solidFill>
                  <a:srgbClr val="1E293B"/>
                </a:solidFill>
                <a:latin typeface="Calibri"/>
                <a:cs typeface="Calibri"/>
              </a:rPr>
              <a:t>distress</a:t>
            </a:r>
            <a:r>
              <a:rPr dirty="0" sz="1100" spc="-10">
                <a:solidFill>
                  <a:srgbClr val="1E293B"/>
                </a:solidFill>
                <a:latin typeface="Calibri"/>
                <a:cs typeface="Calibri"/>
              </a:rPr>
              <a:t> </a:t>
            </a:r>
            <a:r>
              <a:rPr dirty="0" sz="1100">
                <a:solidFill>
                  <a:srgbClr val="1E293B"/>
                </a:solidFill>
                <a:latin typeface="Calibri"/>
                <a:cs typeface="Calibri"/>
              </a:rPr>
              <a:t>messaging</a:t>
            </a:r>
            <a:r>
              <a:rPr dirty="0" sz="1100" spc="-10">
                <a:solidFill>
                  <a:srgbClr val="1E293B"/>
                </a:solidFill>
                <a:latin typeface="Calibri"/>
                <a:cs typeface="Calibri"/>
              </a:rPr>
              <a:t> </a:t>
            </a:r>
            <a:r>
              <a:rPr dirty="0" sz="1100">
                <a:solidFill>
                  <a:srgbClr val="1E293B"/>
                </a:solidFill>
                <a:latin typeface="Calibri"/>
                <a:cs typeface="Calibri"/>
              </a:rPr>
              <a:t>and</a:t>
            </a:r>
            <a:r>
              <a:rPr dirty="0" sz="1100" spc="-10">
                <a:solidFill>
                  <a:srgbClr val="1E293B"/>
                </a:solidFill>
                <a:latin typeface="Calibri"/>
                <a:cs typeface="Calibri"/>
              </a:rPr>
              <a:t> </a:t>
            </a:r>
            <a:r>
              <a:rPr dirty="0" sz="1100">
                <a:solidFill>
                  <a:srgbClr val="1E293B"/>
                </a:solidFill>
                <a:latin typeface="Calibri"/>
                <a:cs typeface="Calibri"/>
              </a:rPr>
              <a:t>PFZ</a:t>
            </a:r>
            <a:r>
              <a:rPr dirty="0" sz="1100" spc="-10">
                <a:solidFill>
                  <a:srgbClr val="1E293B"/>
                </a:solidFill>
                <a:latin typeface="Calibri"/>
                <a:cs typeface="Calibri"/>
              </a:rPr>
              <a:t> </a:t>
            </a:r>
            <a:r>
              <a:rPr dirty="0" sz="1100">
                <a:solidFill>
                  <a:srgbClr val="1E293B"/>
                </a:solidFill>
                <a:latin typeface="Calibri"/>
                <a:cs typeface="Calibri"/>
              </a:rPr>
              <a:t>advisory</a:t>
            </a:r>
            <a:r>
              <a:rPr dirty="0" sz="1100" spc="-10">
                <a:solidFill>
                  <a:srgbClr val="1E293B"/>
                </a:solidFill>
                <a:latin typeface="Calibri"/>
                <a:cs typeface="Calibri"/>
              </a:rPr>
              <a:t> </a:t>
            </a:r>
            <a:r>
              <a:rPr dirty="0" sz="1100">
                <a:solidFill>
                  <a:srgbClr val="1E293B"/>
                </a:solidFill>
                <a:latin typeface="Calibri"/>
                <a:cs typeface="Calibri"/>
              </a:rPr>
              <a:t>sync</a:t>
            </a:r>
            <a:r>
              <a:rPr dirty="0" sz="1100" spc="-10">
                <a:solidFill>
                  <a:srgbClr val="1E293B"/>
                </a:solidFill>
                <a:latin typeface="Calibri"/>
                <a:cs typeface="Calibri"/>
              </a:rPr>
              <a:t> </a:t>
            </a:r>
            <a:r>
              <a:rPr dirty="0" sz="1100">
                <a:solidFill>
                  <a:srgbClr val="1E293B"/>
                </a:solidFill>
                <a:latin typeface="Calibri"/>
                <a:cs typeface="Calibri"/>
              </a:rPr>
              <a:t>beyond</a:t>
            </a:r>
            <a:r>
              <a:rPr dirty="0" sz="1100" spc="-10">
                <a:solidFill>
                  <a:srgbClr val="1E293B"/>
                </a:solidFill>
                <a:latin typeface="Calibri"/>
                <a:cs typeface="Calibri"/>
              </a:rPr>
              <a:t> </a:t>
            </a:r>
            <a:r>
              <a:rPr dirty="0" sz="1100">
                <a:solidFill>
                  <a:srgbClr val="1E293B"/>
                </a:solidFill>
                <a:latin typeface="Calibri"/>
                <a:cs typeface="Calibri"/>
              </a:rPr>
              <a:t>50</a:t>
            </a:r>
            <a:r>
              <a:rPr dirty="0" sz="1100" spc="-10">
                <a:solidFill>
                  <a:srgbClr val="1E293B"/>
                </a:solidFill>
                <a:latin typeface="Calibri"/>
                <a:cs typeface="Calibri"/>
              </a:rPr>
              <a:t> </a:t>
            </a:r>
            <a:r>
              <a:rPr dirty="0" sz="1100">
                <a:solidFill>
                  <a:srgbClr val="1E293B"/>
                </a:solidFill>
                <a:latin typeface="Calibri"/>
                <a:cs typeface="Calibri"/>
              </a:rPr>
              <a:t>NM</a:t>
            </a:r>
            <a:r>
              <a:rPr dirty="0" sz="1100" spc="-10">
                <a:solidFill>
                  <a:srgbClr val="1E293B"/>
                </a:solidFill>
                <a:latin typeface="Calibri"/>
                <a:cs typeface="Calibri"/>
              </a:rPr>
              <a:t> offshore.</a:t>
            </a:r>
            <a:endParaRPr sz="1100">
              <a:latin typeface="Calibri"/>
              <a:cs typeface="Calibri"/>
            </a:endParaRPr>
          </a:p>
          <a:p>
            <a:pPr marL="178435" indent="-165735">
              <a:lnSpc>
                <a:spcPct val="100000"/>
              </a:lnSpc>
              <a:spcBef>
                <a:spcPts val="785"/>
              </a:spcBef>
              <a:buAutoNum type="arabicPeriod" startAt="3"/>
              <a:tabLst>
                <a:tab pos="178435" algn="l"/>
              </a:tabLst>
            </a:pPr>
            <a:r>
              <a:rPr dirty="0" sz="1300" spc="-10" b="1">
                <a:solidFill>
                  <a:srgbClr val="0F172A"/>
                </a:solidFill>
                <a:latin typeface="Calibri"/>
                <a:cs typeface="Calibri"/>
              </a:rPr>
              <a:t>Multi-</a:t>
            </a:r>
            <a:r>
              <a:rPr dirty="0" sz="1300" b="1">
                <a:solidFill>
                  <a:srgbClr val="0F172A"/>
                </a:solidFill>
                <a:latin typeface="Calibri"/>
                <a:cs typeface="Calibri"/>
              </a:rPr>
              <a:t>Vessel</a:t>
            </a:r>
            <a:r>
              <a:rPr dirty="0" sz="1300" spc="-30" b="1">
                <a:solidFill>
                  <a:srgbClr val="0F172A"/>
                </a:solidFill>
                <a:latin typeface="Calibri"/>
                <a:cs typeface="Calibri"/>
              </a:rPr>
              <a:t> </a:t>
            </a:r>
            <a:r>
              <a:rPr dirty="0" sz="1300" b="1">
                <a:solidFill>
                  <a:srgbClr val="0F172A"/>
                </a:solidFill>
                <a:latin typeface="Calibri"/>
                <a:cs typeface="Calibri"/>
              </a:rPr>
              <a:t>Fleet</a:t>
            </a:r>
            <a:r>
              <a:rPr dirty="0" sz="1300" spc="-30" b="1">
                <a:solidFill>
                  <a:srgbClr val="0F172A"/>
                </a:solidFill>
                <a:latin typeface="Calibri"/>
                <a:cs typeface="Calibri"/>
              </a:rPr>
              <a:t> </a:t>
            </a:r>
            <a:r>
              <a:rPr dirty="0" sz="1300" spc="-10" b="1">
                <a:solidFill>
                  <a:srgbClr val="0F172A"/>
                </a:solidFill>
                <a:latin typeface="Calibri"/>
                <a:cs typeface="Calibri"/>
              </a:rPr>
              <a:t>Cooperative</a:t>
            </a:r>
            <a:r>
              <a:rPr dirty="0" sz="1300" spc="-25" b="1">
                <a:solidFill>
                  <a:srgbClr val="0F172A"/>
                </a:solidFill>
                <a:latin typeface="Calibri"/>
                <a:cs typeface="Calibri"/>
              </a:rPr>
              <a:t> </a:t>
            </a:r>
            <a:r>
              <a:rPr dirty="0" sz="1300" b="1">
                <a:solidFill>
                  <a:srgbClr val="0F172A"/>
                </a:solidFill>
                <a:latin typeface="Calibri"/>
                <a:cs typeface="Calibri"/>
              </a:rPr>
              <a:t>Routing</a:t>
            </a:r>
            <a:r>
              <a:rPr dirty="0" sz="1300" spc="-30" b="1">
                <a:solidFill>
                  <a:srgbClr val="0F172A"/>
                </a:solidFill>
                <a:latin typeface="Calibri"/>
                <a:cs typeface="Calibri"/>
              </a:rPr>
              <a:t> </a:t>
            </a:r>
            <a:r>
              <a:rPr dirty="0" sz="1300" b="1">
                <a:solidFill>
                  <a:srgbClr val="0F172A"/>
                </a:solidFill>
                <a:latin typeface="Calibri"/>
                <a:cs typeface="Calibri"/>
              </a:rPr>
              <a:t>&amp;</a:t>
            </a:r>
            <a:r>
              <a:rPr dirty="0" sz="1300" spc="-25" b="1">
                <a:solidFill>
                  <a:srgbClr val="0F172A"/>
                </a:solidFill>
                <a:latin typeface="Calibri"/>
                <a:cs typeface="Calibri"/>
              </a:rPr>
              <a:t> </a:t>
            </a:r>
            <a:r>
              <a:rPr dirty="0" sz="1300" b="1">
                <a:solidFill>
                  <a:srgbClr val="0F172A"/>
                </a:solidFill>
                <a:latin typeface="Calibri"/>
                <a:cs typeface="Calibri"/>
              </a:rPr>
              <a:t>Peer</a:t>
            </a:r>
            <a:r>
              <a:rPr dirty="0" sz="1300" spc="-30" b="1">
                <a:solidFill>
                  <a:srgbClr val="0F172A"/>
                </a:solidFill>
                <a:latin typeface="Calibri"/>
                <a:cs typeface="Calibri"/>
              </a:rPr>
              <a:t> </a:t>
            </a:r>
            <a:r>
              <a:rPr dirty="0" sz="1300" b="1">
                <a:solidFill>
                  <a:srgbClr val="0F172A"/>
                </a:solidFill>
                <a:latin typeface="Calibri"/>
                <a:cs typeface="Calibri"/>
              </a:rPr>
              <a:t>Observation</a:t>
            </a:r>
            <a:r>
              <a:rPr dirty="0" sz="1300" spc="-25" b="1">
                <a:solidFill>
                  <a:srgbClr val="0F172A"/>
                </a:solidFill>
                <a:latin typeface="Calibri"/>
                <a:cs typeface="Calibri"/>
              </a:rPr>
              <a:t> </a:t>
            </a:r>
            <a:r>
              <a:rPr dirty="0" sz="1300" spc="-20" b="1">
                <a:solidFill>
                  <a:srgbClr val="0F172A"/>
                </a:solidFill>
                <a:latin typeface="Calibri"/>
                <a:cs typeface="Calibri"/>
              </a:rPr>
              <a:t>Mesh</a:t>
            </a:r>
            <a:endParaRPr sz="1300">
              <a:latin typeface="Calibri"/>
              <a:cs typeface="Calibri"/>
            </a:endParaRPr>
          </a:p>
          <a:p>
            <a:pPr marL="12700">
              <a:lnSpc>
                <a:spcPct val="100000"/>
              </a:lnSpc>
              <a:spcBef>
                <a:spcPts val="235"/>
              </a:spcBef>
            </a:pPr>
            <a:r>
              <a:rPr dirty="0" sz="1100" spc="-10">
                <a:solidFill>
                  <a:srgbClr val="1E293B"/>
                </a:solidFill>
                <a:latin typeface="Calibri"/>
                <a:cs typeface="Calibri"/>
              </a:rPr>
              <a:t>Ad-</a:t>
            </a:r>
            <a:r>
              <a:rPr dirty="0" sz="1100">
                <a:solidFill>
                  <a:srgbClr val="1E293B"/>
                </a:solidFill>
                <a:latin typeface="Calibri"/>
                <a:cs typeface="Calibri"/>
              </a:rPr>
              <a:t>hoc</a:t>
            </a:r>
            <a:r>
              <a:rPr dirty="0" sz="1100" spc="-15">
                <a:solidFill>
                  <a:srgbClr val="1E293B"/>
                </a:solidFill>
                <a:latin typeface="Calibri"/>
                <a:cs typeface="Calibri"/>
              </a:rPr>
              <a:t> </a:t>
            </a:r>
            <a:r>
              <a:rPr dirty="0" sz="1100" spc="-20">
                <a:solidFill>
                  <a:srgbClr val="1E293B"/>
                </a:solidFill>
                <a:latin typeface="Calibri"/>
                <a:cs typeface="Calibri"/>
              </a:rPr>
              <a:t>peer-</a:t>
            </a:r>
            <a:r>
              <a:rPr dirty="0" sz="1100" spc="-10">
                <a:solidFill>
                  <a:srgbClr val="1E293B"/>
                </a:solidFill>
                <a:latin typeface="Calibri"/>
                <a:cs typeface="Calibri"/>
              </a:rPr>
              <a:t>to-</a:t>
            </a:r>
            <a:r>
              <a:rPr dirty="0" sz="1100">
                <a:solidFill>
                  <a:srgbClr val="1E293B"/>
                </a:solidFill>
                <a:latin typeface="Calibri"/>
                <a:cs typeface="Calibri"/>
              </a:rPr>
              <a:t>peer</a:t>
            </a:r>
            <a:r>
              <a:rPr dirty="0" sz="1100" spc="-10">
                <a:solidFill>
                  <a:srgbClr val="1E293B"/>
                </a:solidFill>
                <a:latin typeface="Calibri"/>
                <a:cs typeface="Calibri"/>
              </a:rPr>
              <a:t> </a:t>
            </a:r>
            <a:r>
              <a:rPr dirty="0" sz="1100">
                <a:solidFill>
                  <a:srgbClr val="1E293B"/>
                </a:solidFill>
                <a:latin typeface="Calibri"/>
                <a:cs typeface="Calibri"/>
              </a:rPr>
              <a:t>marine</a:t>
            </a:r>
            <a:r>
              <a:rPr dirty="0" sz="1100" spc="-10">
                <a:solidFill>
                  <a:srgbClr val="1E293B"/>
                </a:solidFill>
                <a:latin typeface="Calibri"/>
                <a:cs typeface="Calibri"/>
              </a:rPr>
              <a:t> </a:t>
            </a:r>
            <a:r>
              <a:rPr dirty="0" sz="1100">
                <a:solidFill>
                  <a:srgbClr val="1E293B"/>
                </a:solidFill>
                <a:latin typeface="Calibri"/>
                <a:cs typeface="Calibri"/>
              </a:rPr>
              <a:t>mesh</a:t>
            </a:r>
            <a:r>
              <a:rPr dirty="0" sz="1100" spc="-10">
                <a:solidFill>
                  <a:srgbClr val="1E293B"/>
                </a:solidFill>
                <a:latin typeface="Calibri"/>
                <a:cs typeface="Calibri"/>
              </a:rPr>
              <a:t> </a:t>
            </a:r>
            <a:r>
              <a:rPr dirty="0" sz="1100">
                <a:solidFill>
                  <a:srgbClr val="1E293B"/>
                </a:solidFill>
                <a:latin typeface="Calibri"/>
                <a:cs typeface="Calibri"/>
              </a:rPr>
              <a:t>networking</a:t>
            </a:r>
            <a:r>
              <a:rPr dirty="0" sz="1100" spc="-15">
                <a:solidFill>
                  <a:srgbClr val="1E293B"/>
                </a:solidFill>
                <a:latin typeface="Calibri"/>
                <a:cs typeface="Calibri"/>
              </a:rPr>
              <a:t> </a:t>
            </a:r>
            <a:r>
              <a:rPr dirty="0" sz="1100">
                <a:solidFill>
                  <a:srgbClr val="1E293B"/>
                </a:solidFill>
                <a:latin typeface="Calibri"/>
                <a:cs typeface="Calibri"/>
              </a:rPr>
              <a:t>allowing</a:t>
            </a:r>
            <a:r>
              <a:rPr dirty="0" sz="1100" spc="-10">
                <a:solidFill>
                  <a:srgbClr val="1E293B"/>
                </a:solidFill>
                <a:latin typeface="Calibri"/>
                <a:cs typeface="Calibri"/>
              </a:rPr>
              <a:t> </a:t>
            </a:r>
            <a:r>
              <a:rPr dirty="0" sz="1100">
                <a:solidFill>
                  <a:srgbClr val="1E293B"/>
                </a:solidFill>
                <a:latin typeface="Calibri"/>
                <a:cs typeface="Calibri"/>
              </a:rPr>
              <a:t>artisanal</a:t>
            </a:r>
            <a:r>
              <a:rPr dirty="0" sz="1100" spc="-10">
                <a:solidFill>
                  <a:srgbClr val="1E293B"/>
                </a:solidFill>
                <a:latin typeface="Calibri"/>
                <a:cs typeface="Calibri"/>
              </a:rPr>
              <a:t> </a:t>
            </a:r>
            <a:r>
              <a:rPr dirty="0" sz="1100">
                <a:solidFill>
                  <a:srgbClr val="1E293B"/>
                </a:solidFill>
                <a:latin typeface="Calibri"/>
                <a:cs typeface="Calibri"/>
              </a:rPr>
              <a:t>fishing</a:t>
            </a:r>
            <a:r>
              <a:rPr dirty="0" sz="1100" spc="-10">
                <a:solidFill>
                  <a:srgbClr val="1E293B"/>
                </a:solidFill>
                <a:latin typeface="Calibri"/>
                <a:cs typeface="Calibri"/>
              </a:rPr>
              <a:t> </a:t>
            </a:r>
            <a:r>
              <a:rPr dirty="0" sz="1100">
                <a:solidFill>
                  <a:srgbClr val="1E293B"/>
                </a:solidFill>
                <a:latin typeface="Calibri"/>
                <a:cs typeface="Calibri"/>
              </a:rPr>
              <a:t>fleets</a:t>
            </a:r>
            <a:r>
              <a:rPr dirty="0" sz="1100" spc="-15">
                <a:solidFill>
                  <a:srgbClr val="1E293B"/>
                </a:solidFill>
                <a:latin typeface="Calibri"/>
                <a:cs typeface="Calibri"/>
              </a:rPr>
              <a:t> </a:t>
            </a:r>
            <a:r>
              <a:rPr dirty="0" sz="1100">
                <a:solidFill>
                  <a:srgbClr val="1E293B"/>
                </a:solidFill>
                <a:latin typeface="Calibri"/>
                <a:cs typeface="Calibri"/>
              </a:rPr>
              <a:t>to</a:t>
            </a:r>
            <a:r>
              <a:rPr dirty="0" sz="1100" spc="-10">
                <a:solidFill>
                  <a:srgbClr val="1E293B"/>
                </a:solidFill>
                <a:latin typeface="Calibri"/>
                <a:cs typeface="Calibri"/>
              </a:rPr>
              <a:t> exchange </a:t>
            </a:r>
            <a:r>
              <a:rPr dirty="0" sz="1100">
                <a:solidFill>
                  <a:srgbClr val="1E293B"/>
                </a:solidFill>
                <a:latin typeface="Calibri"/>
                <a:cs typeface="Calibri"/>
              </a:rPr>
              <a:t>localized</a:t>
            </a:r>
            <a:r>
              <a:rPr dirty="0" sz="1100" spc="-10">
                <a:solidFill>
                  <a:srgbClr val="1E293B"/>
                </a:solidFill>
                <a:latin typeface="Calibri"/>
                <a:cs typeface="Calibri"/>
              </a:rPr>
              <a:t> </a:t>
            </a:r>
            <a:r>
              <a:rPr dirty="0" sz="1100">
                <a:solidFill>
                  <a:srgbClr val="1E293B"/>
                </a:solidFill>
                <a:latin typeface="Calibri"/>
                <a:cs typeface="Calibri"/>
              </a:rPr>
              <a:t>sea</a:t>
            </a:r>
            <a:r>
              <a:rPr dirty="0" sz="1100" spc="-15">
                <a:solidFill>
                  <a:srgbClr val="1E293B"/>
                </a:solidFill>
                <a:latin typeface="Calibri"/>
                <a:cs typeface="Calibri"/>
              </a:rPr>
              <a:t> </a:t>
            </a:r>
            <a:r>
              <a:rPr dirty="0" sz="1100">
                <a:solidFill>
                  <a:srgbClr val="1E293B"/>
                </a:solidFill>
                <a:latin typeface="Calibri"/>
                <a:cs typeface="Calibri"/>
              </a:rPr>
              <a:t>state,</a:t>
            </a:r>
            <a:r>
              <a:rPr dirty="0" sz="1100" spc="-10">
                <a:solidFill>
                  <a:srgbClr val="1E293B"/>
                </a:solidFill>
                <a:latin typeface="Calibri"/>
                <a:cs typeface="Calibri"/>
              </a:rPr>
              <a:t> </a:t>
            </a:r>
            <a:r>
              <a:rPr dirty="0" sz="1100">
                <a:solidFill>
                  <a:srgbClr val="1E293B"/>
                </a:solidFill>
                <a:latin typeface="Calibri"/>
                <a:cs typeface="Calibri"/>
              </a:rPr>
              <a:t>swell</a:t>
            </a:r>
            <a:r>
              <a:rPr dirty="0" sz="1100" spc="-10">
                <a:solidFill>
                  <a:srgbClr val="1E293B"/>
                </a:solidFill>
                <a:latin typeface="Calibri"/>
                <a:cs typeface="Calibri"/>
              </a:rPr>
              <a:t> </a:t>
            </a:r>
            <a:r>
              <a:rPr dirty="0" sz="1100">
                <a:solidFill>
                  <a:srgbClr val="1E293B"/>
                </a:solidFill>
                <a:latin typeface="Calibri"/>
                <a:cs typeface="Calibri"/>
              </a:rPr>
              <a:t>observations,</a:t>
            </a:r>
            <a:r>
              <a:rPr dirty="0" sz="1100" spc="-10">
                <a:solidFill>
                  <a:srgbClr val="1E293B"/>
                </a:solidFill>
                <a:latin typeface="Calibri"/>
                <a:cs typeface="Calibri"/>
              </a:rPr>
              <a:t> </a:t>
            </a:r>
            <a:r>
              <a:rPr dirty="0" sz="1100">
                <a:solidFill>
                  <a:srgbClr val="1E293B"/>
                </a:solidFill>
                <a:latin typeface="Calibri"/>
                <a:cs typeface="Calibri"/>
              </a:rPr>
              <a:t>and</a:t>
            </a:r>
            <a:r>
              <a:rPr dirty="0" sz="1100" spc="-15">
                <a:solidFill>
                  <a:srgbClr val="1E293B"/>
                </a:solidFill>
                <a:latin typeface="Calibri"/>
                <a:cs typeface="Calibri"/>
              </a:rPr>
              <a:t> </a:t>
            </a:r>
            <a:r>
              <a:rPr dirty="0" sz="1100">
                <a:solidFill>
                  <a:srgbClr val="1E293B"/>
                </a:solidFill>
                <a:latin typeface="Calibri"/>
                <a:cs typeface="Calibri"/>
              </a:rPr>
              <a:t>schooling</a:t>
            </a:r>
            <a:r>
              <a:rPr dirty="0" sz="1100" spc="-10">
                <a:solidFill>
                  <a:srgbClr val="1E293B"/>
                </a:solidFill>
                <a:latin typeface="Calibri"/>
                <a:cs typeface="Calibri"/>
              </a:rPr>
              <a:t> </a:t>
            </a:r>
            <a:r>
              <a:rPr dirty="0" sz="1100">
                <a:solidFill>
                  <a:srgbClr val="1E293B"/>
                </a:solidFill>
                <a:latin typeface="Calibri"/>
                <a:cs typeface="Calibri"/>
              </a:rPr>
              <a:t>activity</a:t>
            </a:r>
            <a:r>
              <a:rPr dirty="0" sz="1100" spc="-10">
                <a:solidFill>
                  <a:srgbClr val="1E293B"/>
                </a:solidFill>
                <a:latin typeface="Calibri"/>
                <a:cs typeface="Calibri"/>
              </a:rPr>
              <a:t> </a:t>
            </a:r>
            <a:r>
              <a:rPr dirty="0" sz="1100">
                <a:solidFill>
                  <a:srgbClr val="1E293B"/>
                </a:solidFill>
                <a:latin typeface="Calibri"/>
                <a:cs typeface="Calibri"/>
              </a:rPr>
              <a:t>without</a:t>
            </a:r>
            <a:r>
              <a:rPr dirty="0" sz="1100" spc="-10">
                <a:solidFill>
                  <a:srgbClr val="1E293B"/>
                </a:solidFill>
                <a:latin typeface="Calibri"/>
                <a:cs typeface="Calibri"/>
              </a:rPr>
              <a:t> </a:t>
            </a:r>
            <a:r>
              <a:rPr dirty="0" sz="1100">
                <a:solidFill>
                  <a:srgbClr val="1E293B"/>
                </a:solidFill>
                <a:latin typeface="Calibri"/>
                <a:cs typeface="Calibri"/>
              </a:rPr>
              <a:t>cellular</a:t>
            </a:r>
            <a:r>
              <a:rPr dirty="0" sz="1100" spc="-15">
                <a:solidFill>
                  <a:srgbClr val="1E293B"/>
                </a:solidFill>
                <a:latin typeface="Calibri"/>
                <a:cs typeface="Calibri"/>
              </a:rPr>
              <a:t> </a:t>
            </a:r>
            <a:r>
              <a:rPr dirty="0" sz="1100" spc="-10">
                <a:solidFill>
                  <a:srgbClr val="1E293B"/>
                </a:solidFill>
                <a:latin typeface="Calibri"/>
                <a:cs typeface="Calibri"/>
              </a:rPr>
              <a:t>dependence.</a:t>
            </a:r>
            <a:endParaRPr sz="1100">
              <a:latin typeface="Calibri"/>
              <a:cs typeface="Calibri"/>
            </a:endParaRPr>
          </a:p>
          <a:p>
            <a:pPr marL="178435" indent="-165735">
              <a:lnSpc>
                <a:spcPct val="100000"/>
              </a:lnSpc>
              <a:spcBef>
                <a:spcPts val="785"/>
              </a:spcBef>
              <a:buAutoNum type="arabicPeriod" startAt="4"/>
              <a:tabLst>
                <a:tab pos="178435" algn="l"/>
              </a:tabLst>
            </a:pPr>
            <a:r>
              <a:rPr dirty="0" sz="1300" spc="-10" b="1">
                <a:solidFill>
                  <a:srgbClr val="0F172A"/>
                </a:solidFill>
                <a:latin typeface="Calibri"/>
                <a:cs typeface="Calibri"/>
              </a:rPr>
              <a:t>On-</a:t>
            </a:r>
            <a:r>
              <a:rPr dirty="0" sz="1300" b="1">
                <a:solidFill>
                  <a:srgbClr val="0F172A"/>
                </a:solidFill>
                <a:latin typeface="Calibri"/>
                <a:cs typeface="Calibri"/>
              </a:rPr>
              <a:t>Device</a:t>
            </a:r>
            <a:r>
              <a:rPr dirty="0" sz="1300" spc="-30" b="1">
                <a:solidFill>
                  <a:srgbClr val="0F172A"/>
                </a:solidFill>
                <a:latin typeface="Calibri"/>
                <a:cs typeface="Calibri"/>
              </a:rPr>
              <a:t> </a:t>
            </a:r>
            <a:r>
              <a:rPr dirty="0" sz="1300" b="1">
                <a:solidFill>
                  <a:srgbClr val="0F172A"/>
                </a:solidFill>
                <a:latin typeface="Calibri"/>
                <a:cs typeface="Calibri"/>
              </a:rPr>
              <a:t>Edge</a:t>
            </a:r>
            <a:r>
              <a:rPr dirty="0" sz="1300" spc="-30" b="1">
                <a:solidFill>
                  <a:srgbClr val="0F172A"/>
                </a:solidFill>
                <a:latin typeface="Calibri"/>
                <a:cs typeface="Calibri"/>
              </a:rPr>
              <a:t> </a:t>
            </a:r>
            <a:r>
              <a:rPr dirty="0" sz="1300" b="1">
                <a:solidFill>
                  <a:srgbClr val="0F172A"/>
                </a:solidFill>
                <a:latin typeface="Calibri"/>
                <a:cs typeface="Calibri"/>
              </a:rPr>
              <a:t>SLM</a:t>
            </a:r>
            <a:r>
              <a:rPr dirty="0" sz="1300" spc="-30" b="1">
                <a:solidFill>
                  <a:srgbClr val="0F172A"/>
                </a:solidFill>
                <a:latin typeface="Calibri"/>
                <a:cs typeface="Calibri"/>
              </a:rPr>
              <a:t> </a:t>
            </a:r>
            <a:r>
              <a:rPr dirty="0" sz="1300" spc="-10" b="1">
                <a:solidFill>
                  <a:srgbClr val="0F172A"/>
                </a:solidFill>
                <a:latin typeface="Calibri"/>
                <a:cs typeface="Calibri"/>
              </a:rPr>
              <a:t>Deployment</a:t>
            </a:r>
            <a:endParaRPr sz="1300">
              <a:latin typeface="Calibri"/>
              <a:cs typeface="Calibri"/>
            </a:endParaRPr>
          </a:p>
          <a:p>
            <a:pPr marL="12700">
              <a:lnSpc>
                <a:spcPct val="100000"/>
              </a:lnSpc>
              <a:spcBef>
                <a:spcPts val="235"/>
              </a:spcBef>
            </a:pPr>
            <a:r>
              <a:rPr dirty="0" sz="1100">
                <a:solidFill>
                  <a:srgbClr val="1E293B"/>
                </a:solidFill>
                <a:latin typeface="Calibri"/>
                <a:cs typeface="Calibri"/>
              </a:rPr>
              <a:t>Packaging</a:t>
            </a:r>
            <a:r>
              <a:rPr dirty="0" sz="1100" spc="-15">
                <a:solidFill>
                  <a:srgbClr val="1E293B"/>
                </a:solidFill>
                <a:latin typeface="Calibri"/>
                <a:cs typeface="Calibri"/>
              </a:rPr>
              <a:t> </a:t>
            </a:r>
            <a:r>
              <a:rPr dirty="0" sz="1100">
                <a:solidFill>
                  <a:srgbClr val="1E293B"/>
                </a:solidFill>
                <a:latin typeface="Calibri"/>
                <a:cs typeface="Calibri"/>
              </a:rPr>
              <a:t>quantized</a:t>
            </a:r>
            <a:r>
              <a:rPr dirty="0" sz="1100" spc="-10">
                <a:solidFill>
                  <a:srgbClr val="1E293B"/>
                </a:solidFill>
                <a:latin typeface="Calibri"/>
                <a:cs typeface="Calibri"/>
              </a:rPr>
              <a:t> </a:t>
            </a:r>
            <a:r>
              <a:rPr dirty="0" sz="1100">
                <a:solidFill>
                  <a:srgbClr val="1E293B"/>
                </a:solidFill>
                <a:latin typeface="Calibri"/>
                <a:cs typeface="Calibri"/>
              </a:rPr>
              <a:t>Small</a:t>
            </a:r>
            <a:r>
              <a:rPr dirty="0" sz="1100" spc="-10">
                <a:solidFill>
                  <a:srgbClr val="1E293B"/>
                </a:solidFill>
                <a:latin typeface="Calibri"/>
                <a:cs typeface="Calibri"/>
              </a:rPr>
              <a:t> </a:t>
            </a:r>
            <a:r>
              <a:rPr dirty="0" sz="1100">
                <a:solidFill>
                  <a:srgbClr val="1E293B"/>
                </a:solidFill>
                <a:latin typeface="Calibri"/>
                <a:cs typeface="Calibri"/>
              </a:rPr>
              <a:t>Language</a:t>
            </a:r>
            <a:r>
              <a:rPr dirty="0" sz="1100" spc="-10">
                <a:solidFill>
                  <a:srgbClr val="1E293B"/>
                </a:solidFill>
                <a:latin typeface="Calibri"/>
                <a:cs typeface="Calibri"/>
              </a:rPr>
              <a:t> </a:t>
            </a:r>
            <a:r>
              <a:rPr dirty="0" sz="1100">
                <a:solidFill>
                  <a:srgbClr val="1E293B"/>
                </a:solidFill>
                <a:latin typeface="Calibri"/>
                <a:cs typeface="Calibri"/>
              </a:rPr>
              <a:t>Models</a:t>
            </a:r>
            <a:r>
              <a:rPr dirty="0" sz="1100" spc="-10">
                <a:solidFill>
                  <a:srgbClr val="1E293B"/>
                </a:solidFill>
                <a:latin typeface="Calibri"/>
                <a:cs typeface="Calibri"/>
              </a:rPr>
              <a:t> </a:t>
            </a:r>
            <a:r>
              <a:rPr dirty="0" sz="1100">
                <a:solidFill>
                  <a:srgbClr val="1E293B"/>
                </a:solidFill>
                <a:latin typeface="Calibri"/>
                <a:cs typeface="Calibri"/>
              </a:rPr>
              <a:t>(e.g.</a:t>
            </a:r>
            <a:r>
              <a:rPr dirty="0" sz="1100" spc="-10">
                <a:solidFill>
                  <a:srgbClr val="1E293B"/>
                </a:solidFill>
                <a:latin typeface="Calibri"/>
                <a:cs typeface="Calibri"/>
              </a:rPr>
              <a:t> Gemma-</a:t>
            </a:r>
            <a:r>
              <a:rPr dirty="0" sz="1100">
                <a:solidFill>
                  <a:srgbClr val="1E293B"/>
                </a:solidFill>
                <a:latin typeface="Calibri"/>
                <a:cs typeface="Calibri"/>
              </a:rPr>
              <a:t>2B</a:t>
            </a:r>
            <a:r>
              <a:rPr dirty="0" sz="1100" spc="-10">
                <a:solidFill>
                  <a:srgbClr val="1E293B"/>
                </a:solidFill>
                <a:latin typeface="Calibri"/>
                <a:cs typeface="Calibri"/>
              </a:rPr>
              <a:t> </a:t>
            </a:r>
            <a:r>
              <a:rPr dirty="0" sz="1100">
                <a:solidFill>
                  <a:srgbClr val="1E293B"/>
                </a:solidFill>
                <a:latin typeface="Calibri"/>
                <a:cs typeface="Calibri"/>
              </a:rPr>
              <a:t>/</a:t>
            </a:r>
            <a:r>
              <a:rPr dirty="0" sz="1100" spc="-10">
                <a:solidFill>
                  <a:srgbClr val="1E293B"/>
                </a:solidFill>
                <a:latin typeface="Calibri"/>
                <a:cs typeface="Calibri"/>
              </a:rPr>
              <a:t> Llama-3-</a:t>
            </a:r>
            <a:r>
              <a:rPr dirty="0" sz="1100">
                <a:solidFill>
                  <a:srgbClr val="1E293B"/>
                </a:solidFill>
                <a:latin typeface="Calibri"/>
                <a:cs typeface="Calibri"/>
              </a:rPr>
              <a:t>1B</a:t>
            </a:r>
            <a:r>
              <a:rPr dirty="0" sz="1100" spc="-15">
                <a:solidFill>
                  <a:srgbClr val="1E293B"/>
                </a:solidFill>
                <a:latin typeface="Calibri"/>
                <a:cs typeface="Calibri"/>
              </a:rPr>
              <a:t> </a:t>
            </a:r>
            <a:r>
              <a:rPr dirty="0" sz="1100">
                <a:solidFill>
                  <a:srgbClr val="1E293B"/>
                </a:solidFill>
                <a:latin typeface="Calibri"/>
                <a:cs typeface="Calibri"/>
              </a:rPr>
              <a:t>INT4)</a:t>
            </a:r>
            <a:r>
              <a:rPr dirty="0" sz="1100" spc="-10">
                <a:solidFill>
                  <a:srgbClr val="1E293B"/>
                </a:solidFill>
                <a:latin typeface="Calibri"/>
                <a:cs typeface="Calibri"/>
              </a:rPr>
              <a:t> </a:t>
            </a:r>
            <a:r>
              <a:rPr dirty="0" sz="1100">
                <a:solidFill>
                  <a:srgbClr val="1E293B"/>
                </a:solidFill>
                <a:latin typeface="Calibri"/>
                <a:cs typeface="Calibri"/>
              </a:rPr>
              <a:t>for</a:t>
            </a:r>
            <a:r>
              <a:rPr dirty="0" sz="1100" spc="-10">
                <a:solidFill>
                  <a:srgbClr val="1E293B"/>
                </a:solidFill>
                <a:latin typeface="Calibri"/>
                <a:cs typeface="Calibri"/>
              </a:rPr>
              <a:t> </a:t>
            </a:r>
            <a:r>
              <a:rPr dirty="0" sz="1100">
                <a:solidFill>
                  <a:srgbClr val="1E293B"/>
                </a:solidFill>
                <a:latin typeface="Calibri"/>
                <a:cs typeface="Calibri"/>
              </a:rPr>
              <a:t>fully</a:t>
            </a:r>
            <a:r>
              <a:rPr dirty="0" sz="1100" spc="-10">
                <a:solidFill>
                  <a:srgbClr val="1E293B"/>
                </a:solidFill>
                <a:latin typeface="Calibri"/>
                <a:cs typeface="Calibri"/>
              </a:rPr>
              <a:t> </a:t>
            </a:r>
            <a:r>
              <a:rPr dirty="0" sz="1100">
                <a:solidFill>
                  <a:srgbClr val="1E293B"/>
                </a:solidFill>
                <a:latin typeface="Calibri"/>
                <a:cs typeface="Calibri"/>
              </a:rPr>
              <a:t>autonomous</a:t>
            </a:r>
            <a:r>
              <a:rPr dirty="0" sz="1100" spc="-10">
                <a:solidFill>
                  <a:srgbClr val="1E293B"/>
                </a:solidFill>
                <a:latin typeface="Calibri"/>
                <a:cs typeface="Calibri"/>
              </a:rPr>
              <a:t> on-</a:t>
            </a:r>
            <a:r>
              <a:rPr dirty="0" sz="1100">
                <a:solidFill>
                  <a:srgbClr val="1E293B"/>
                </a:solidFill>
                <a:latin typeface="Calibri"/>
                <a:cs typeface="Calibri"/>
              </a:rPr>
              <a:t>vessel</a:t>
            </a:r>
            <a:r>
              <a:rPr dirty="0" sz="1100" spc="-10">
                <a:solidFill>
                  <a:srgbClr val="1E293B"/>
                </a:solidFill>
                <a:latin typeface="Calibri"/>
                <a:cs typeface="Calibri"/>
              </a:rPr>
              <a:t> </a:t>
            </a:r>
            <a:r>
              <a:rPr dirty="0" sz="1100">
                <a:solidFill>
                  <a:srgbClr val="1E293B"/>
                </a:solidFill>
                <a:latin typeface="Calibri"/>
                <a:cs typeface="Calibri"/>
              </a:rPr>
              <a:t>speech</a:t>
            </a:r>
            <a:r>
              <a:rPr dirty="0" sz="1100" spc="-10">
                <a:solidFill>
                  <a:srgbClr val="1E293B"/>
                </a:solidFill>
                <a:latin typeface="Calibri"/>
                <a:cs typeface="Calibri"/>
              </a:rPr>
              <a:t> </a:t>
            </a:r>
            <a:r>
              <a:rPr dirty="0" sz="1100">
                <a:solidFill>
                  <a:srgbClr val="1E293B"/>
                </a:solidFill>
                <a:latin typeface="Calibri"/>
                <a:cs typeface="Calibri"/>
              </a:rPr>
              <a:t>intent</a:t>
            </a:r>
            <a:r>
              <a:rPr dirty="0" sz="1100" spc="-10">
                <a:solidFill>
                  <a:srgbClr val="1E293B"/>
                </a:solidFill>
                <a:latin typeface="Calibri"/>
                <a:cs typeface="Calibri"/>
              </a:rPr>
              <a:t> </a:t>
            </a:r>
            <a:r>
              <a:rPr dirty="0" sz="1100">
                <a:solidFill>
                  <a:srgbClr val="1E293B"/>
                </a:solidFill>
                <a:latin typeface="Calibri"/>
                <a:cs typeface="Calibri"/>
              </a:rPr>
              <a:t>parsing</a:t>
            </a:r>
            <a:r>
              <a:rPr dirty="0" sz="1100" spc="-15">
                <a:solidFill>
                  <a:srgbClr val="1E293B"/>
                </a:solidFill>
                <a:latin typeface="Calibri"/>
                <a:cs typeface="Calibri"/>
              </a:rPr>
              <a:t> </a:t>
            </a:r>
            <a:r>
              <a:rPr dirty="0" sz="1100">
                <a:solidFill>
                  <a:srgbClr val="1E293B"/>
                </a:solidFill>
                <a:latin typeface="Calibri"/>
                <a:cs typeface="Calibri"/>
              </a:rPr>
              <a:t>on</a:t>
            </a:r>
            <a:r>
              <a:rPr dirty="0" sz="1100" spc="-10">
                <a:solidFill>
                  <a:srgbClr val="1E293B"/>
                </a:solidFill>
                <a:latin typeface="Calibri"/>
                <a:cs typeface="Calibri"/>
              </a:rPr>
              <a:t> </a:t>
            </a:r>
            <a:r>
              <a:rPr dirty="0" sz="1100">
                <a:solidFill>
                  <a:srgbClr val="1E293B"/>
                </a:solidFill>
                <a:latin typeface="Calibri"/>
                <a:cs typeface="Calibri"/>
              </a:rPr>
              <a:t>rugged</a:t>
            </a:r>
            <a:r>
              <a:rPr dirty="0" sz="1100" spc="-10">
                <a:solidFill>
                  <a:srgbClr val="1E293B"/>
                </a:solidFill>
                <a:latin typeface="Calibri"/>
                <a:cs typeface="Calibri"/>
              </a:rPr>
              <a:t> </a:t>
            </a:r>
            <a:r>
              <a:rPr dirty="0" sz="1100">
                <a:solidFill>
                  <a:srgbClr val="1E293B"/>
                </a:solidFill>
                <a:latin typeface="Calibri"/>
                <a:cs typeface="Calibri"/>
              </a:rPr>
              <a:t>marine</a:t>
            </a:r>
            <a:r>
              <a:rPr dirty="0" sz="1100" spc="-10">
                <a:solidFill>
                  <a:srgbClr val="1E293B"/>
                </a:solidFill>
                <a:latin typeface="Calibri"/>
                <a:cs typeface="Calibri"/>
              </a:rPr>
              <a:t> touchscreens.</a:t>
            </a:r>
            <a:endParaRPr sz="1100">
              <a:latin typeface="Calibri"/>
              <a:cs typeface="Calibri"/>
            </a:endParaRPr>
          </a:p>
          <a:p>
            <a:pPr marL="178435" indent="-165735">
              <a:lnSpc>
                <a:spcPct val="100000"/>
              </a:lnSpc>
              <a:spcBef>
                <a:spcPts val="785"/>
              </a:spcBef>
              <a:buAutoNum type="arabicPeriod" startAt="5"/>
              <a:tabLst>
                <a:tab pos="178435" algn="l"/>
              </a:tabLst>
            </a:pPr>
            <a:r>
              <a:rPr dirty="0" sz="1300" spc="-10" b="1">
                <a:solidFill>
                  <a:srgbClr val="0F172A"/>
                </a:solidFill>
                <a:latin typeface="Calibri"/>
                <a:cs typeface="Calibri"/>
              </a:rPr>
              <a:t>Automated</a:t>
            </a:r>
            <a:r>
              <a:rPr dirty="0" sz="1300" spc="-30" b="1">
                <a:solidFill>
                  <a:srgbClr val="0F172A"/>
                </a:solidFill>
                <a:latin typeface="Calibri"/>
                <a:cs typeface="Calibri"/>
              </a:rPr>
              <a:t> </a:t>
            </a:r>
            <a:r>
              <a:rPr dirty="0" sz="1300" b="1">
                <a:solidFill>
                  <a:srgbClr val="0F172A"/>
                </a:solidFill>
                <a:latin typeface="Calibri"/>
                <a:cs typeface="Calibri"/>
              </a:rPr>
              <a:t>Maritime</a:t>
            </a:r>
            <a:r>
              <a:rPr dirty="0" sz="1300" spc="-25" b="1">
                <a:solidFill>
                  <a:srgbClr val="0F172A"/>
                </a:solidFill>
                <a:latin typeface="Calibri"/>
                <a:cs typeface="Calibri"/>
              </a:rPr>
              <a:t> </a:t>
            </a:r>
            <a:r>
              <a:rPr dirty="0" sz="1300" b="1">
                <a:solidFill>
                  <a:srgbClr val="0F172A"/>
                </a:solidFill>
                <a:latin typeface="Calibri"/>
                <a:cs typeface="Calibri"/>
              </a:rPr>
              <a:t>Search</a:t>
            </a:r>
            <a:r>
              <a:rPr dirty="0" sz="1300" spc="-25" b="1">
                <a:solidFill>
                  <a:srgbClr val="0F172A"/>
                </a:solidFill>
                <a:latin typeface="Calibri"/>
                <a:cs typeface="Calibri"/>
              </a:rPr>
              <a:t> </a:t>
            </a:r>
            <a:r>
              <a:rPr dirty="0" sz="1300" b="1">
                <a:solidFill>
                  <a:srgbClr val="0F172A"/>
                </a:solidFill>
                <a:latin typeface="Calibri"/>
                <a:cs typeface="Calibri"/>
              </a:rPr>
              <a:t>and</a:t>
            </a:r>
            <a:r>
              <a:rPr dirty="0" sz="1300" spc="-30" b="1">
                <a:solidFill>
                  <a:srgbClr val="0F172A"/>
                </a:solidFill>
                <a:latin typeface="Calibri"/>
                <a:cs typeface="Calibri"/>
              </a:rPr>
              <a:t> </a:t>
            </a:r>
            <a:r>
              <a:rPr dirty="0" sz="1300" b="1">
                <a:solidFill>
                  <a:srgbClr val="0F172A"/>
                </a:solidFill>
                <a:latin typeface="Calibri"/>
                <a:cs typeface="Calibri"/>
              </a:rPr>
              <a:t>Rescue</a:t>
            </a:r>
            <a:r>
              <a:rPr dirty="0" sz="1300" spc="-25" b="1">
                <a:solidFill>
                  <a:srgbClr val="0F172A"/>
                </a:solidFill>
                <a:latin typeface="Calibri"/>
                <a:cs typeface="Calibri"/>
              </a:rPr>
              <a:t> </a:t>
            </a:r>
            <a:r>
              <a:rPr dirty="0" sz="1300" b="1">
                <a:solidFill>
                  <a:srgbClr val="0F172A"/>
                </a:solidFill>
                <a:latin typeface="Calibri"/>
                <a:cs typeface="Calibri"/>
              </a:rPr>
              <a:t>(SAR)</a:t>
            </a:r>
            <a:r>
              <a:rPr dirty="0" sz="1300" spc="-25" b="1">
                <a:solidFill>
                  <a:srgbClr val="0F172A"/>
                </a:solidFill>
                <a:latin typeface="Calibri"/>
                <a:cs typeface="Calibri"/>
              </a:rPr>
              <a:t> </a:t>
            </a:r>
            <a:r>
              <a:rPr dirty="0" sz="1300" spc="-10" b="1">
                <a:solidFill>
                  <a:srgbClr val="0F172A"/>
                </a:solidFill>
                <a:latin typeface="Calibri"/>
                <a:cs typeface="Calibri"/>
              </a:rPr>
              <a:t>Triage</a:t>
            </a:r>
            <a:endParaRPr sz="1300">
              <a:latin typeface="Calibri"/>
              <a:cs typeface="Calibri"/>
            </a:endParaRPr>
          </a:p>
          <a:p>
            <a:pPr marL="12700">
              <a:lnSpc>
                <a:spcPct val="100000"/>
              </a:lnSpc>
              <a:spcBef>
                <a:spcPts val="235"/>
              </a:spcBef>
            </a:pPr>
            <a:r>
              <a:rPr dirty="0" sz="1100">
                <a:solidFill>
                  <a:srgbClr val="1E293B"/>
                </a:solidFill>
                <a:latin typeface="Calibri"/>
                <a:cs typeface="Calibri"/>
              </a:rPr>
              <a:t>Direct</a:t>
            </a:r>
            <a:r>
              <a:rPr dirty="0" sz="1100" spc="-25">
                <a:solidFill>
                  <a:srgbClr val="1E293B"/>
                </a:solidFill>
                <a:latin typeface="Calibri"/>
                <a:cs typeface="Calibri"/>
              </a:rPr>
              <a:t> </a:t>
            </a:r>
            <a:r>
              <a:rPr dirty="0" sz="1100">
                <a:solidFill>
                  <a:srgbClr val="1E293B"/>
                </a:solidFill>
                <a:latin typeface="Calibri"/>
                <a:cs typeface="Calibri"/>
              </a:rPr>
              <a:t>API</a:t>
            </a:r>
            <a:r>
              <a:rPr dirty="0" sz="1100" spc="-25">
                <a:solidFill>
                  <a:srgbClr val="1E293B"/>
                </a:solidFill>
                <a:latin typeface="Calibri"/>
                <a:cs typeface="Calibri"/>
              </a:rPr>
              <a:t> </a:t>
            </a:r>
            <a:r>
              <a:rPr dirty="0" sz="1100">
                <a:solidFill>
                  <a:srgbClr val="1E293B"/>
                </a:solidFill>
                <a:latin typeface="Calibri"/>
                <a:cs typeface="Calibri"/>
              </a:rPr>
              <a:t>linking</a:t>
            </a:r>
            <a:r>
              <a:rPr dirty="0" sz="1100" spc="-25">
                <a:solidFill>
                  <a:srgbClr val="1E293B"/>
                </a:solidFill>
                <a:latin typeface="Calibri"/>
                <a:cs typeface="Calibri"/>
              </a:rPr>
              <a:t> </a:t>
            </a:r>
            <a:r>
              <a:rPr dirty="0" sz="1100">
                <a:solidFill>
                  <a:srgbClr val="1E293B"/>
                </a:solidFill>
                <a:latin typeface="Calibri"/>
                <a:cs typeface="Calibri"/>
              </a:rPr>
              <a:t>with</a:t>
            </a:r>
            <a:r>
              <a:rPr dirty="0" sz="1100" spc="-20">
                <a:solidFill>
                  <a:srgbClr val="1E293B"/>
                </a:solidFill>
                <a:latin typeface="Calibri"/>
                <a:cs typeface="Calibri"/>
              </a:rPr>
              <a:t> </a:t>
            </a:r>
            <a:r>
              <a:rPr dirty="0" sz="1100">
                <a:solidFill>
                  <a:srgbClr val="1E293B"/>
                </a:solidFill>
                <a:latin typeface="Calibri"/>
                <a:cs typeface="Calibri"/>
              </a:rPr>
              <a:t>the</a:t>
            </a:r>
            <a:r>
              <a:rPr dirty="0" sz="1100" spc="-25">
                <a:solidFill>
                  <a:srgbClr val="1E293B"/>
                </a:solidFill>
                <a:latin typeface="Calibri"/>
                <a:cs typeface="Calibri"/>
              </a:rPr>
              <a:t> </a:t>
            </a:r>
            <a:r>
              <a:rPr dirty="0" sz="1100">
                <a:solidFill>
                  <a:srgbClr val="1E293B"/>
                </a:solidFill>
                <a:latin typeface="Calibri"/>
                <a:cs typeface="Calibri"/>
              </a:rPr>
              <a:t>Indian</a:t>
            </a:r>
            <a:r>
              <a:rPr dirty="0" sz="1100" spc="-25">
                <a:solidFill>
                  <a:srgbClr val="1E293B"/>
                </a:solidFill>
                <a:latin typeface="Calibri"/>
                <a:cs typeface="Calibri"/>
              </a:rPr>
              <a:t> </a:t>
            </a:r>
            <a:r>
              <a:rPr dirty="0" sz="1100">
                <a:solidFill>
                  <a:srgbClr val="1E293B"/>
                </a:solidFill>
                <a:latin typeface="Calibri"/>
                <a:cs typeface="Calibri"/>
              </a:rPr>
              <a:t>Coast</a:t>
            </a:r>
            <a:r>
              <a:rPr dirty="0" sz="1100" spc="-25">
                <a:solidFill>
                  <a:srgbClr val="1E293B"/>
                </a:solidFill>
                <a:latin typeface="Calibri"/>
                <a:cs typeface="Calibri"/>
              </a:rPr>
              <a:t> </a:t>
            </a:r>
            <a:r>
              <a:rPr dirty="0" sz="1100">
                <a:solidFill>
                  <a:srgbClr val="1E293B"/>
                </a:solidFill>
                <a:latin typeface="Calibri"/>
                <a:cs typeface="Calibri"/>
              </a:rPr>
              <a:t>Guard</a:t>
            </a:r>
            <a:r>
              <a:rPr dirty="0" sz="1100" spc="-20">
                <a:solidFill>
                  <a:srgbClr val="1E293B"/>
                </a:solidFill>
                <a:latin typeface="Calibri"/>
                <a:cs typeface="Calibri"/>
              </a:rPr>
              <a:t> </a:t>
            </a:r>
            <a:r>
              <a:rPr dirty="0" sz="1100">
                <a:solidFill>
                  <a:srgbClr val="1E293B"/>
                </a:solidFill>
                <a:latin typeface="Calibri"/>
                <a:cs typeface="Calibri"/>
              </a:rPr>
              <a:t>Maritime</a:t>
            </a:r>
            <a:r>
              <a:rPr dirty="0" sz="1100" spc="-25">
                <a:solidFill>
                  <a:srgbClr val="1E293B"/>
                </a:solidFill>
                <a:latin typeface="Calibri"/>
                <a:cs typeface="Calibri"/>
              </a:rPr>
              <a:t> </a:t>
            </a:r>
            <a:r>
              <a:rPr dirty="0" sz="1100">
                <a:solidFill>
                  <a:srgbClr val="1E293B"/>
                </a:solidFill>
                <a:latin typeface="Calibri"/>
                <a:cs typeface="Calibri"/>
              </a:rPr>
              <a:t>Rescue</a:t>
            </a:r>
            <a:r>
              <a:rPr dirty="0" sz="1100" spc="-25">
                <a:solidFill>
                  <a:srgbClr val="1E293B"/>
                </a:solidFill>
                <a:latin typeface="Calibri"/>
                <a:cs typeface="Calibri"/>
              </a:rPr>
              <a:t> </a:t>
            </a:r>
            <a:r>
              <a:rPr dirty="0" sz="1100">
                <a:solidFill>
                  <a:srgbClr val="1E293B"/>
                </a:solidFill>
                <a:latin typeface="Calibri"/>
                <a:cs typeface="Calibri"/>
              </a:rPr>
              <a:t>Coordination</a:t>
            </a:r>
            <a:r>
              <a:rPr dirty="0" sz="1100" spc="-20">
                <a:solidFill>
                  <a:srgbClr val="1E293B"/>
                </a:solidFill>
                <a:latin typeface="Calibri"/>
                <a:cs typeface="Calibri"/>
              </a:rPr>
              <a:t> </a:t>
            </a:r>
            <a:r>
              <a:rPr dirty="0" sz="1100">
                <a:solidFill>
                  <a:srgbClr val="1E293B"/>
                </a:solidFill>
                <a:latin typeface="Calibri"/>
                <a:cs typeface="Calibri"/>
              </a:rPr>
              <a:t>Centre</a:t>
            </a:r>
            <a:r>
              <a:rPr dirty="0" sz="1100" spc="-25">
                <a:solidFill>
                  <a:srgbClr val="1E293B"/>
                </a:solidFill>
                <a:latin typeface="Calibri"/>
                <a:cs typeface="Calibri"/>
              </a:rPr>
              <a:t> </a:t>
            </a:r>
            <a:r>
              <a:rPr dirty="0" sz="1100">
                <a:solidFill>
                  <a:srgbClr val="1E293B"/>
                </a:solidFill>
                <a:latin typeface="Calibri"/>
                <a:cs typeface="Calibri"/>
              </a:rPr>
              <a:t>(MRCC)</a:t>
            </a:r>
            <a:r>
              <a:rPr dirty="0" sz="1100" spc="-25">
                <a:solidFill>
                  <a:srgbClr val="1E293B"/>
                </a:solidFill>
                <a:latin typeface="Calibri"/>
                <a:cs typeface="Calibri"/>
              </a:rPr>
              <a:t> </a:t>
            </a:r>
            <a:r>
              <a:rPr dirty="0" sz="1100">
                <a:solidFill>
                  <a:srgbClr val="1E293B"/>
                </a:solidFill>
                <a:latin typeface="Calibri"/>
                <a:cs typeface="Calibri"/>
              </a:rPr>
              <a:t>for</a:t>
            </a:r>
            <a:r>
              <a:rPr dirty="0" sz="1100" spc="-25">
                <a:solidFill>
                  <a:srgbClr val="1E293B"/>
                </a:solidFill>
                <a:latin typeface="Calibri"/>
                <a:cs typeface="Calibri"/>
              </a:rPr>
              <a:t> </a:t>
            </a:r>
            <a:r>
              <a:rPr dirty="0" sz="1100">
                <a:solidFill>
                  <a:srgbClr val="1E293B"/>
                </a:solidFill>
                <a:latin typeface="Calibri"/>
                <a:cs typeface="Calibri"/>
              </a:rPr>
              <a:t>automated</a:t>
            </a:r>
            <a:r>
              <a:rPr dirty="0" sz="1100" spc="-20">
                <a:solidFill>
                  <a:srgbClr val="1E293B"/>
                </a:solidFill>
                <a:latin typeface="Calibri"/>
                <a:cs typeface="Calibri"/>
              </a:rPr>
              <a:t> </a:t>
            </a:r>
            <a:r>
              <a:rPr dirty="0" sz="1100" spc="-10">
                <a:solidFill>
                  <a:srgbClr val="1E293B"/>
                </a:solidFill>
                <a:latin typeface="Calibri"/>
                <a:cs typeface="Calibri"/>
              </a:rPr>
              <a:t>drift-</a:t>
            </a:r>
            <a:r>
              <a:rPr dirty="0" sz="1100">
                <a:solidFill>
                  <a:srgbClr val="1E293B"/>
                </a:solidFill>
                <a:latin typeface="Calibri"/>
                <a:cs typeface="Calibri"/>
              </a:rPr>
              <a:t>path</a:t>
            </a:r>
            <a:r>
              <a:rPr dirty="0" sz="1100" spc="-25">
                <a:solidFill>
                  <a:srgbClr val="1E293B"/>
                </a:solidFill>
                <a:latin typeface="Calibri"/>
                <a:cs typeface="Calibri"/>
              </a:rPr>
              <a:t> </a:t>
            </a:r>
            <a:r>
              <a:rPr dirty="0" sz="1100">
                <a:solidFill>
                  <a:srgbClr val="1E293B"/>
                </a:solidFill>
                <a:latin typeface="Calibri"/>
                <a:cs typeface="Calibri"/>
              </a:rPr>
              <a:t>modeling</a:t>
            </a:r>
            <a:r>
              <a:rPr dirty="0" sz="1100" spc="-25">
                <a:solidFill>
                  <a:srgbClr val="1E293B"/>
                </a:solidFill>
                <a:latin typeface="Calibri"/>
                <a:cs typeface="Calibri"/>
              </a:rPr>
              <a:t> </a:t>
            </a:r>
            <a:r>
              <a:rPr dirty="0" sz="1100">
                <a:solidFill>
                  <a:srgbClr val="1E293B"/>
                </a:solidFill>
                <a:latin typeface="Calibri"/>
                <a:cs typeface="Calibri"/>
              </a:rPr>
              <a:t>and</a:t>
            </a:r>
            <a:r>
              <a:rPr dirty="0" sz="1100" spc="-25">
                <a:solidFill>
                  <a:srgbClr val="1E293B"/>
                </a:solidFill>
                <a:latin typeface="Calibri"/>
                <a:cs typeface="Calibri"/>
              </a:rPr>
              <a:t> </a:t>
            </a:r>
            <a:r>
              <a:rPr dirty="0" sz="1100">
                <a:solidFill>
                  <a:srgbClr val="1E293B"/>
                </a:solidFill>
                <a:latin typeface="Calibri"/>
                <a:cs typeface="Calibri"/>
              </a:rPr>
              <a:t>instantaneous</a:t>
            </a:r>
            <a:r>
              <a:rPr dirty="0" sz="1100" spc="-20">
                <a:solidFill>
                  <a:srgbClr val="1E293B"/>
                </a:solidFill>
                <a:latin typeface="Calibri"/>
                <a:cs typeface="Calibri"/>
              </a:rPr>
              <a:t> </a:t>
            </a:r>
            <a:r>
              <a:rPr dirty="0" sz="1100">
                <a:solidFill>
                  <a:srgbClr val="1E293B"/>
                </a:solidFill>
                <a:latin typeface="Calibri"/>
                <a:cs typeface="Calibri"/>
              </a:rPr>
              <a:t>emergency</a:t>
            </a:r>
            <a:r>
              <a:rPr dirty="0" sz="1100" spc="-25">
                <a:solidFill>
                  <a:srgbClr val="1E293B"/>
                </a:solidFill>
                <a:latin typeface="Calibri"/>
                <a:cs typeface="Calibri"/>
              </a:rPr>
              <a:t> </a:t>
            </a:r>
            <a:r>
              <a:rPr dirty="0" sz="1100">
                <a:solidFill>
                  <a:srgbClr val="1E293B"/>
                </a:solidFill>
                <a:latin typeface="Calibri"/>
                <a:cs typeface="Calibri"/>
              </a:rPr>
              <a:t>distress</a:t>
            </a:r>
            <a:r>
              <a:rPr dirty="0" sz="1100" spc="-25">
                <a:solidFill>
                  <a:srgbClr val="1E293B"/>
                </a:solidFill>
                <a:latin typeface="Calibri"/>
                <a:cs typeface="Calibri"/>
              </a:rPr>
              <a:t> </a:t>
            </a:r>
            <a:r>
              <a:rPr dirty="0" sz="1100" spc="-10">
                <a:solidFill>
                  <a:srgbClr val="1E293B"/>
                </a:solidFill>
                <a:latin typeface="Calibri"/>
                <a:cs typeface="Calibri"/>
              </a:rPr>
              <a:t>dispatch.</a:t>
            </a:r>
            <a:endParaRPr sz="1100">
              <a:latin typeface="Calibri"/>
              <a:cs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p:spPr>
        <p:txBody>
          <a:bodyPr wrap="square" lIns="0" tIns="12700" rIns="0" bIns="0" rtlCol="0" vert="horz">
            <a:spAutoFit/>
          </a:bodyPr>
          <a:lstStyle/>
          <a:p>
            <a:pPr marL="1361440">
              <a:lnSpc>
                <a:spcPct val="100000"/>
              </a:lnSpc>
              <a:spcBef>
                <a:spcPts val="100"/>
              </a:spcBef>
            </a:pPr>
            <a:r>
              <a:rPr dirty="0" spc="-10"/>
              <a:t>Conclusion</a:t>
            </a:r>
          </a:p>
        </p:txBody>
      </p:sp>
      <p:sp>
        <p:nvSpPr>
          <p:cNvPr id="3" name="object 3"/>
          <p:cNvSpPr txBox="1">
            <a:spLocks noGrp="1"/>
          </p:cNvSpPr>
          <p:nvPr>
            <p:ph type="body" idx="1"/>
          </p:nvPr>
        </p:nvSpPr>
        <p:spPr>
          <a:prstGeom prst="rect"/>
        </p:spPr>
        <p:txBody>
          <a:bodyPr wrap="square" lIns="0" tIns="5080" rIns="0" bIns="0" rtlCol="0" vert="horz">
            <a:spAutoFit/>
          </a:bodyPr>
          <a:lstStyle/>
          <a:p>
            <a:pPr marL="12700" marR="41910" indent="110489">
              <a:lnSpc>
                <a:spcPct val="104200"/>
              </a:lnSpc>
              <a:spcBef>
                <a:spcPts val="40"/>
              </a:spcBef>
              <a:buChar char="•"/>
              <a:tabLst>
                <a:tab pos="123825" algn="l"/>
              </a:tabLst>
            </a:pPr>
            <a:r>
              <a:rPr dirty="0" sz="1200"/>
              <a:t>The</a:t>
            </a:r>
            <a:r>
              <a:rPr dirty="0" sz="1200" spc="-10"/>
              <a:t> </a:t>
            </a:r>
            <a:r>
              <a:rPr dirty="0" sz="1200"/>
              <a:t>project</a:t>
            </a:r>
            <a:r>
              <a:rPr dirty="0" sz="1200" spc="-5"/>
              <a:t> </a:t>
            </a:r>
            <a:r>
              <a:rPr dirty="0" sz="1200"/>
              <a:t>successfully</a:t>
            </a:r>
            <a:r>
              <a:rPr dirty="0" sz="1200" spc="-10"/>
              <a:t> </a:t>
            </a:r>
            <a:r>
              <a:rPr dirty="0" sz="1200"/>
              <a:t>developed</a:t>
            </a:r>
            <a:r>
              <a:rPr dirty="0" sz="1200" spc="-5"/>
              <a:t> </a:t>
            </a:r>
            <a:r>
              <a:rPr dirty="0" sz="1200"/>
              <a:t>ORCA,</a:t>
            </a:r>
            <a:r>
              <a:rPr dirty="0" sz="1200" spc="-10"/>
              <a:t> </a:t>
            </a:r>
            <a:r>
              <a:rPr dirty="0" sz="1200"/>
              <a:t>a</a:t>
            </a:r>
            <a:r>
              <a:rPr dirty="0" sz="1200" spc="-5"/>
              <a:t> </a:t>
            </a:r>
            <a:r>
              <a:rPr dirty="0" sz="1200" spc="-20"/>
              <a:t>state-of-</a:t>
            </a:r>
            <a:r>
              <a:rPr dirty="0" sz="1200" spc="-10"/>
              <a:t>the-</a:t>
            </a:r>
            <a:r>
              <a:rPr dirty="0" sz="1200"/>
              <a:t>art</a:t>
            </a:r>
            <a:r>
              <a:rPr dirty="0" sz="1200" spc="-5"/>
              <a:t> </a:t>
            </a:r>
            <a:r>
              <a:rPr dirty="0" sz="1200" spc="-10"/>
              <a:t>conversational </a:t>
            </a:r>
            <a:r>
              <a:rPr dirty="0" sz="1200"/>
              <a:t>marine</a:t>
            </a:r>
            <a:r>
              <a:rPr dirty="0" sz="1200" spc="-5"/>
              <a:t> </a:t>
            </a:r>
            <a:r>
              <a:rPr dirty="0" sz="1200"/>
              <a:t>intelligence</a:t>
            </a:r>
            <a:r>
              <a:rPr dirty="0" sz="1200" spc="-10"/>
              <a:t> </a:t>
            </a:r>
            <a:r>
              <a:rPr dirty="0" sz="1200"/>
              <a:t>and</a:t>
            </a:r>
            <a:r>
              <a:rPr dirty="0" sz="1200" spc="-5"/>
              <a:t> </a:t>
            </a:r>
            <a:r>
              <a:rPr dirty="0" sz="1200" spc="-10"/>
              <a:t>decision-</a:t>
            </a:r>
            <a:r>
              <a:rPr dirty="0" sz="1200"/>
              <a:t>support</a:t>
            </a:r>
            <a:r>
              <a:rPr dirty="0" sz="1200" spc="-5"/>
              <a:t> </a:t>
            </a:r>
            <a:r>
              <a:rPr dirty="0" sz="1200" spc="-10"/>
              <a:t>system. </a:t>
            </a:r>
            <a:r>
              <a:rPr dirty="0" sz="1200"/>
              <a:t>By</a:t>
            </a:r>
            <a:r>
              <a:rPr dirty="0" sz="1200" spc="-5"/>
              <a:t> </a:t>
            </a:r>
            <a:r>
              <a:rPr dirty="0" sz="1200"/>
              <a:t>unifying</a:t>
            </a:r>
            <a:r>
              <a:rPr dirty="0" sz="1200" spc="-10"/>
              <a:t> heterogeneous</a:t>
            </a:r>
            <a:r>
              <a:rPr dirty="0" sz="1200" spc="-5"/>
              <a:t> </a:t>
            </a:r>
            <a:r>
              <a:rPr dirty="0" sz="1200" spc="-10"/>
              <a:t>satellite</a:t>
            </a:r>
            <a:r>
              <a:rPr dirty="0" sz="1200" spc="-5"/>
              <a:t> </a:t>
            </a:r>
            <a:r>
              <a:rPr dirty="0" sz="1200" spc="-10"/>
              <a:t>feeds </a:t>
            </a:r>
            <a:r>
              <a:rPr dirty="0" sz="1200"/>
              <a:t>(ISRO</a:t>
            </a:r>
            <a:r>
              <a:rPr dirty="0" sz="1200" spc="-10"/>
              <a:t> OCM-</a:t>
            </a:r>
            <a:r>
              <a:rPr dirty="0" sz="1200"/>
              <a:t>3,</a:t>
            </a:r>
            <a:r>
              <a:rPr dirty="0" sz="1200" spc="-10"/>
              <a:t> </a:t>
            </a:r>
            <a:r>
              <a:rPr dirty="0" sz="1200"/>
              <a:t>NOAA</a:t>
            </a:r>
            <a:r>
              <a:rPr dirty="0" sz="1200" spc="-10"/>
              <a:t> </a:t>
            </a:r>
            <a:r>
              <a:rPr dirty="0" sz="1200"/>
              <a:t>GHRSST),</a:t>
            </a:r>
            <a:r>
              <a:rPr dirty="0" sz="1200" spc="-10"/>
              <a:t> </a:t>
            </a:r>
            <a:r>
              <a:rPr dirty="0" sz="1200"/>
              <a:t>marine</a:t>
            </a:r>
            <a:r>
              <a:rPr dirty="0" sz="1200" spc="-10"/>
              <a:t> meteorology (Open-</a:t>
            </a:r>
            <a:r>
              <a:rPr dirty="0" sz="1200"/>
              <a:t>Meteo),</a:t>
            </a:r>
            <a:r>
              <a:rPr dirty="0" sz="1200" spc="-10"/>
              <a:t> </a:t>
            </a:r>
            <a:r>
              <a:rPr dirty="0" sz="1200"/>
              <a:t>and</a:t>
            </a:r>
            <a:r>
              <a:rPr dirty="0" sz="1200" spc="-10"/>
              <a:t> government </a:t>
            </a:r>
            <a:r>
              <a:rPr dirty="0" sz="1200"/>
              <a:t>bulletins</a:t>
            </a:r>
            <a:r>
              <a:rPr dirty="0" sz="1200" spc="-10"/>
              <a:t> </a:t>
            </a:r>
            <a:r>
              <a:rPr dirty="0" sz="1200"/>
              <a:t>(INCOIS,</a:t>
            </a:r>
            <a:r>
              <a:rPr dirty="0" sz="1200" spc="-10"/>
              <a:t> </a:t>
            </a:r>
            <a:r>
              <a:rPr dirty="0" sz="1200"/>
              <a:t>IMD)</a:t>
            </a:r>
            <a:r>
              <a:rPr dirty="0" sz="1200" spc="-10"/>
              <a:t> </a:t>
            </a:r>
            <a:r>
              <a:rPr dirty="0" sz="1200"/>
              <a:t>within</a:t>
            </a:r>
            <a:r>
              <a:rPr dirty="0" sz="1200" spc="-10"/>
              <a:t> </a:t>
            </a:r>
            <a:r>
              <a:rPr dirty="0" sz="1200"/>
              <a:t>an</a:t>
            </a:r>
            <a:r>
              <a:rPr dirty="0" sz="1200" spc="-5"/>
              <a:t> </a:t>
            </a:r>
            <a:r>
              <a:rPr dirty="0" sz="1200" spc="-10"/>
              <a:t>8-</a:t>
            </a:r>
            <a:r>
              <a:rPr dirty="0" sz="1200"/>
              <a:t>agent</a:t>
            </a:r>
            <a:r>
              <a:rPr dirty="0" sz="1200" spc="-10"/>
              <a:t> collaborative architecture, </a:t>
            </a:r>
            <a:r>
              <a:rPr dirty="0" sz="1200"/>
              <a:t>ORCA</a:t>
            </a:r>
            <a:r>
              <a:rPr dirty="0" sz="1200" spc="-10"/>
              <a:t> completely </a:t>
            </a:r>
            <a:r>
              <a:rPr dirty="0" sz="1200"/>
              <a:t>eliminates</a:t>
            </a:r>
            <a:r>
              <a:rPr dirty="0" sz="1200" spc="-50"/>
              <a:t> </a:t>
            </a:r>
            <a:r>
              <a:rPr dirty="0" sz="1200"/>
              <a:t>maritime</a:t>
            </a:r>
            <a:r>
              <a:rPr dirty="0" sz="1200" spc="-45"/>
              <a:t> </a:t>
            </a:r>
            <a:r>
              <a:rPr dirty="0" sz="1200"/>
              <a:t>data</a:t>
            </a:r>
            <a:r>
              <a:rPr dirty="0" sz="1200" spc="-45"/>
              <a:t> </a:t>
            </a:r>
            <a:r>
              <a:rPr dirty="0" sz="1200" spc="-10"/>
              <a:t>fragmentation.</a:t>
            </a:r>
            <a:endParaRPr sz="1200"/>
          </a:p>
          <a:p>
            <a:pPr marL="12700" marR="246379" indent="110489">
              <a:lnSpc>
                <a:spcPct val="104200"/>
              </a:lnSpc>
              <a:spcBef>
                <a:spcPts val="1400"/>
              </a:spcBef>
              <a:buChar char="•"/>
              <a:tabLst>
                <a:tab pos="123825" algn="l"/>
              </a:tabLst>
            </a:pPr>
            <a:r>
              <a:rPr dirty="0" sz="1200"/>
              <a:t>The</a:t>
            </a:r>
            <a:r>
              <a:rPr dirty="0" sz="1200" spc="-15"/>
              <a:t> </a:t>
            </a:r>
            <a:r>
              <a:rPr dirty="0" sz="1200" spc="-10"/>
              <a:t>system guarantees </a:t>
            </a:r>
            <a:r>
              <a:rPr dirty="0" sz="1200"/>
              <a:t>zero</a:t>
            </a:r>
            <a:r>
              <a:rPr dirty="0" sz="1200" spc="-15"/>
              <a:t> </a:t>
            </a:r>
            <a:r>
              <a:rPr dirty="0" sz="1200"/>
              <a:t>hallucinations</a:t>
            </a:r>
            <a:r>
              <a:rPr dirty="0" sz="1200" spc="-10"/>
              <a:t> </a:t>
            </a:r>
            <a:r>
              <a:rPr dirty="0" sz="1200"/>
              <a:t>in</a:t>
            </a:r>
            <a:r>
              <a:rPr dirty="0" sz="1200" spc="-10"/>
              <a:t> mission-</a:t>
            </a:r>
            <a:r>
              <a:rPr dirty="0" sz="1200"/>
              <a:t>critical</a:t>
            </a:r>
            <a:r>
              <a:rPr dirty="0" sz="1200" spc="-15"/>
              <a:t> </a:t>
            </a:r>
            <a:r>
              <a:rPr dirty="0" sz="1200" spc="-10"/>
              <a:t>navigation </a:t>
            </a:r>
            <a:r>
              <a:rPr dirty="0" sz="1200"/>
              <a:t>through</a:t>
            </a:r>
            <a:r>
              <a:rPr dirty="0" sz="1200" spc="-10"/>
              <a:t> deterministic</a:t>
            </a:r>
            <a:r>
              <a:rPr dirty="0" sz="1200" spc="-15"/>
              <a:t> </a:t>
            </a:r>
            <a:r>
              <a:rPr dirty="0" sz="1200"/>
              <a:t>scientific</a:t>
            </a:r>
            <a:r>
              <a:rPr dirty="0" sz="1200" spc="-10"/>
              <a:t> </a:t>
            </a:r>
            <a:r>
              <a:rPr dirty="0" sz="1200"/>
              <a:t>engines:</a:t>
            </a:r>
            <a:r>
              <a:rPr dirty="0" sz="1200" spc="-10"/>
              <a:t> multi-</a:t>
            </a:r>
            <a:r>
              <a:rPr dirty="0" sz="1200"/>
              <a:t>factor</a:t>
            </a:r>
            <a:r>
              <a:rPr dirty="0" sz="1200" spc="-10"/>
              <a:t> </a:t>
            </a:r>
            <a:r>
              <a:rPr dirty="0" sz="1200"/>
              <a:t>risk</a:t>
            </a:r>
            <a:r>
              <a:rPr dirty="0" sz="1200" spc="-15"/>
              <a:t> </a:t>
            </a:r>
            <a:r>
              <a:rPr dirty="0" sz="1200"/>
              <a:t>scoring</a:t>
            </a:r>
            <a:r>
              <a:rPr dirty="0" sz="1200" spc="-10"/>
              <a:t> (0–</a:t>
            </a:r>
            <a:r>
              <a:rPr dirty="0" sz="1200"/>
              <a:t>100),</a:t>
            </a:r>
            <a:r>
              <a:rPr dirty="0" sz="1200" spc="-10"/>
              <a:t> ISRO-calibrated</a:t>
            </a:r>
            <a:r>
              <a:rPr dirty="0" sz="1200" spc="-15"/>
              <a:t> </a:t>
            </a:r>
            <a:r>
              <a:rPr dirty="0" sz="1200" spc="-25"/>
              <a:t>PFZ </a:t>
            </a:r>
            <a:r>
              <a:rPr dirty="0" sz="1200"/>
              <a:t>detection</a:t>
            </a:r>
            <a:r>
              <a:rPr dirty="0" sz="1200" spc="-20"/>
              <a:t> </a:t>
            </a:r>
            <a:r>
              <a:rPr dirty="0" sz="1200"/>
              <a:t>with</a:t>
            </a:r>
            <a:r>
              <a:rPr dirty="0" sz="1200" spc="-20"/>
              <a:t> </a:t>
            </a:r>
            <a:r>
              <a:rPr dirty="0" sz="1200"/>
              <a:t>dynamic</a:t>
            </a:r>
            <a:r>
              <a:rPr dirty="0" sz="1200" spc="-20"/>
              <a:t> </a:t>
            </a:r>
            <a:r>
              <a:rPr dirty="0" sz="1200" spc="-10"/>
              <a:t>16-</a:t>
            </a:r>
            <a:r>
              <a:rPr dirty="0" sz="1200"/>
              <a:t>point</a:t>
            </a:r>
            <a:r>
              <a:rPr dirty="0" sz="1200" spc="-20"/>
              <a:t> </a:t>
            </a:r>
            <a:r>
              <a:rPr dirty="0" sz="1200"/>
              <a:t>compass</a:t>
            </a:r>
            <a:r>
              <a:rPr dirty="0" sz="1200" spc="-20"/>
              <a:t> </a:t>
            </a:r>
            <a:r>
              <a:rPr dirty="0" sz="1200"/>
              <a:t>bearings,</a:t>
            </a:r>
            <a:r>
              <a:rPr dirty="0" sz="1200" spc="-15"/>
              <a:t> </a:t>
            </a:r>
            <a:r>
              <a:rPr dirty="0" sz="1200"/>
              <a:t>and</a:t>
            </a:r>
            <a:r>
              <a:rPr dirty="0" sz="1200" spc="-20"/>
              <a:t> </a:t>
            </a:r>
            <a:r>
              <a:rPr dirty="0" sz="1200" spc="-10"/>
              <a:t>PostGIS</a:t>
            </a:r>
            <a:r>
              <a:rPr dirty="0" sz="1200" spc="-20"/>
              <a:t> </a:t>
            </a:r>
            <a:r>
              <a:rPr dirty="0" sz="1200" spc="-10"/>
              <a:t>obstacle-</a:t>
            </a:r>
            <a:r>
              <a:rPr dirty="0" sz="1200"/>
              <a:t>avoiding</a:t>
            </a:r>
            <a:r>
              <a:rPr dirty="0" sz="1200" spc="-20"/>
              <a:t> </a:t>
            </a:r>
            <a:r>
              <a:rPr dirty="0" sz="1200"/>
              <a:t>dual</a:t>
            </a:r>
            <a:r>
              <a:rPr dirty="0" sz="1200" spc="-20"/>
              <a:t> </a:t>
            </a:r>
            <a:r>
              <a:rPr dirty="0" sz="1200"/>
              <a:t>routing,</a:t>
            </a:r>
            <a:r>
              <a:rPr dirty="0" sz="1200" spc="-20"/>
              <a:t> </a:t>
            </a:r>
            <a:r>
              <a:rPr dirty="0" sz="1200" spc="-10"/>
              <a:t>executing</a:t>
            </a:r>
            <a:r>
              <a:rPr dirty="0" sz="1200" spc="-15"/>
              <a:t> </a:t>
            </a:r>
            <a:r>
              <a:rPr dirty="0" sz="1200"/>
              <a:t>the</a:t>
            </a:r>
            <a:r>
              <a:rPr dirty="0" sz="1200" spc="-20"/>
              <a:t> </a:t>
            </a:r>
            <a:r>
              <a:rPr dirty="0" sz="1200"/>
              <a:t>entire</a:t>
            </a:r>
            <a:r>
              <a:rPr dirty="0" sz="1200" spc="-20"/>
              <a:t> </a:t>
            </a:r>
            <a:r>
              <a:rPr dirty="0" sz="1200"/>
              <a:t>pipeline</a:t>
            </a:r>
            <a:r>
              <a:rPr dirty="0" sz="1200" spc="-20"/>
              <a:t> </a:t>
            </a:r>
            <a:r>
              <a:rPr dirty="0" sz="1200"/>
              <a:t>in</a:t>
            </a:r>
            <a:r>
              <a:rPr dirty="0" sz="1200" spc="-20"/>
              <a:t> </a:t>
            </a:r>
            <a:r>
              <a:rPr dirty="0" sz="1200"/>
              <a:t>under</a:t>
            </a:r>
            <a:r>
              <a:rPr dirty="0" sz="1200" spc="-20"/>
              <a:t> </a:t>
            </a:r>
            <a:r>
              <a:rPr dirty="0" sz="1200"/>
              <a:t>1.5</a:t>
            </a:r>
            <a:r>
              <a:rPr dirty="0" sz="1200" spc="-15"/>
              <a:t> </a:t>
            </a:r>
            <a:r>
              <a:rPr dirty="0" sz="1200" spc="-10"/>
              <a:t>seconds.</a:t>
            </a:r>
            <a:endParaRPr sz="1200"/>
          </a:p>
          <a:p>
            <a:pPr marL="12700" marR="5080" indent="110489">
              <a:lnSpc>
                <a:spcPct val="104200"/>
              </a:lnSpc>
              <a:spcBef>
                <a:spcPts val="1395"/>
              </a:spcBef>
              <a:buChar char="•"/>
              <a:tabLst>
                <a:tab pos="123825" algn="l"/>
              </a:tabLst>
            </a:pPr>
            <a:r>
              <a:rPr dirty="0" sz="1200"/>
              <a:t>The</a:t>
            </a:r>
            <a:r>
              <a:rPr dirty="0" sz="1200" spc="-20"/>
              <a:t> </a:t>
            </a:r>
            <a:r>
              <a:rPr dirty="0" sz="1200"/>
              <a:t>field-ready</a:t>
            </a:r>
            <a:r>
              <a:rPr dirty="0" sz="1200" spc="-20"/>
              <a:t> </a:t>
            </a:r>
            <a:r>
              <a:rPr dirty="0" sz="1200"/>
              <a:t>web</a:t>
            </a:r>
            <a:r>
              <a:rPr dirty="0" sz="1200" spc="-20"/>
              <a:t> </a:t>
            </a:r>
            <a:r>
              <a:rPr dirty="0" sz="1200"/>
              <a:t>and</a:t>
            </a:r>
            <a:r>
              <a:rPr dirty="0" sz="1200" spc="-20"/>
              <a:t> </a:t>
            </a:r>
            <a:r>
              <a:rPr dirty="0" sz="1200"/>
              <a:t>mobile</a:t>
            </a:r>
            <a:r>
              <a:rPr dirty="0" sz="1200" spc="-20"/>
              <a:t> </a:t>
            </a:r>
            <a:r>
              <a:rPr dirty="0" sz="1200" spc="-10"/>
              <a:t>interface</a:t>
            </a:r>
            <a:r>
              <a:rPr dirty="0" sz="1200" spc="-15"/>
              <a:t> </a:t>
            </a:r>
            <a:r>
              <a:rPr dirty="0" sz="1200" spc="-10"/>
              <a:t>features</a:t>
            </a:r>
            <a:r>
              <a:rPr dirty="0" sz="1200" spc="-20"/>
              <a:t> </a:t>
            </a:r>
            <a:r>
              <a:rPr dirty="0" sz="1200"/>
              <a:t>strict</a:t>
            </a:r>
            <a:r>
              <a:rPr dirty="0" sz="1200" spc="-20"/>
              <a:t> </a:t>
            </a:r>
            <a:r>
              <a:rPr dirty="0" sz="1200"/>
              <a:t>multilingual</a:t>
            </a:r>
            <a:r>
              <a:rPr dirty="0" sz="1200" spc="-20"/>
              <a:t> </a:t>
            </a:r>
            <a:r>
              <a:rPr dirty="0" sz="1200"/>
              <a:t>dialect</a:t>
            </a:r>
            <a:r>
              <a:rPr dirty="0" sz="1200" spc="-20"/>
              <a:t> </a:t>
            </a:r>
            <a:r>
              <a:rPr dirty="0" sz="1200"/>
              <a:t>locking</a:t>
            </a:r>
            <a:r>
              <a:rPr dirty="0" sz="1200" spc="-15"/>
              <a:t> </a:t>
            </a:r>
            <a:r>
              <a:rPr dirty="0" sz="1200"/>
              <a:t>(Marathi,</a:t>
            </a:r>
            <a:r>
              <a:rPr dirty="0" sz="1200" spc="-20"/>
              <a:t> </a:t>
            </a:r>
            <a:r>
              <a:rPr dirty="0" sz="1200"/>
              <a:t>Hindi,</a:t>
            </a:r>
            <a:r>
              <a:rPr dirty="0" sz="1200" spc="-20"/>
              <a:t> </a:t>
            </a:r>
            <a:r>
              <a:rPr dirty="0" sz="1200" spc="-10"/>
              <a:t>Tamil),</a:t>
            </a:r>
            <a:r>
              <a:rPr dirty="0" sz="1200" spc="-20"/>
              <a:t> </a:t>
            </a:r>
            <a:r>
              <a:rPr dirty="0" sz="1200"/>
              <a:t>direct</a:t>
            </a:r>
            <a:r>
              <a:rPr dirty="0" sz="1200" spc="-20"/>
              <a:t> </a:t>
            </a:r>
            <a:r>
              <a:rPr dirty="0" sz="1200" spc="-10"/>
              <a:t>client-</a:t>
            </a:r>
            <a:r>
              <a:rPr dirty="0" sz="1200"/>
              <a:t>side</a:t>
            </a:r>
            <a:r>
              <a:rPr dirty="0" sz="1200" spc="-15"/>
              <a:t> </a:t>
            </a:r>
            <a:r>
              <a:rPr dirty="0" sz="1200"/>
              <a:t>GMDSS</a:t>
            </a:r>
            <a:r>
              <a:rPr dirty="0" sz="1200" spc="-20"/>
              <a:t> </a:t>
            </a:r>
            <a:r>
              <a:rPr dirty="0" sz="1200" spc="-10"/>
              <a:t>distress</a:t>
            </a:r>
            <a:r>
              <a:rPr dirty="0" sz="1200" spc="-20"/>
              <a:t> </a:t>
            </a:r>
            <a:r>
              <a:rPr dirty="0" sz="1200"/>
              <a:t>PDF</a:t>
            </a:r>
            <a:r>
              <a:rPr dirty="0" sz="1200" spc="-20"/>
              <a:t> </a:t>
            </a:r>
            <a:r>
              <a:rPr dirty="0" sz="1200"/>
              <a:t>dispatch,</a:t>
            </a:r>
            <a:r>
              <a:rPr dirty="0" sz="1200" spc="-20"/>
              <a:t> </a:t>
            </a:r>
            <a:r>
              <a:rPr dirty="0" sz="1200"/>
              <a:t>and</a:t>
            </a:r>
            <a:r>
              <a:rPr dirty="0" sz="1200" spc="-15"/>
              <a:t> </a:t>
            </a:r>
            <a:r>
              <a:rPr dirty="0" sz="1200"/>
              <a:t>offline</a:t>
            </a:r>
            <a:r>
              <a:rPr dirty="0" sz="1200" spc="-20"/>
              <a:t> tile </a:t>
            </a:r>
            <a:r>
              <a:rPr dirty="0" sz="1200"/>
              <a:t>caching</a:t>
            </a:r>
            <a:r>
              <a:rPr dirty="0" sz="1200" spc="-20"/>
              <a:t> </a:t>
            </a:r>
            <a:r>
              <a:rPr dirty="0" sz="1200"/>
              <a:t>for</a:t>
            </a:r>
            <a:r>
              <a:rPr dirty="0" sz="1200" spc="-20"/>
              <a:t> </a:t>
            </a:r>
            <a:r>
              <a:rPr dirty="0" sz="1200"/>
              <a:t>seamless</a:t>
            </a:r>
            <a:r>
              <a:rPr dirty="0" sz="1200" spc="-15"/>
              <a:t> </a:t>
            </a:r>
            <a:r>
              <a:rPr dirty="0" sz="1200" spc="-10"/>
              <a:t>navigation</a:t>
            </a:r>
            <a:r>
              <a:rPr dirty="0" sz="1200" spc="-20"/>
              <a:t> </a:t>
            </a:r>
            <a:r>
              <a:rPr dirty="0" sz="1200"/>
              <a:t>up</a:t>
            </a:r>
            <a:r>
              <a:rPr dirty="0" sz="1200" spc="-20"/>
              <a:t> </a:t>
            </a:r>
            <a:r>
              <a:rPr dirty="0" sz="1200"/>
              <a:t>to</a:t>
            </a:r>
            <a:r>
              <a:rPr dirty="0" sz="1200" spc="-15"/>
              <a:t> </a:t>
            </a:r>
            <a:r>
              <a:rPr dirty="0" sz="1200"/>
              <a:t>50</a:t>
            </a:r>
            <a:r>
              <a:rPr dirty="0" sz="1200" spc="-20"/>
              <a:t> </a:t>
            </a:r>
            <a:r>
              <a:rPr dirty="0" sz="1200"/>
              <a:t>NM</a:t>
            </a:r>
            <a:r>
              <a:rPr dirty="0" sz="1200" spc="-15"/>
              <a:t> </a:t>
            </a:r>
            <a:r>
              <a:rPr dirty="0" sz="1200" spc="-10"/>
              <a:t>offshore.</a:t>
            </a:r>
            <a:endParaRPr sz="1200"/>
          </a:p>
          <a:p>
            <a:pPr marL="12700" marR="382270" indent="110489">
              <a:lnSpc>
                <a:spcPct val="104200"/>
              </a:lnSpc>
              <a:spcBef>
                <a:spcPts val="1400"/>
              </a:spcBef>
              <a:buChar char="•"/>
              <a:tabLst>
                <a:tab pos="123825" algn="l"/>
              </a:tabLst>
            </a:pPr>
            <a:r>
              <a:rPr dirty="0" sz="1200"/>
              <a:t>The</a:t>
            </a:r>
            <a:r>
              <a:rPr dirty="0" sz="1200" spc="-20"/>
              <a:t> </a:t>
            </a:r>
            <a:r>
              <a:rPr dirty="0" sz="1200"/>
              <a:t>remaining</a:t>
            </a:r>
            <a:r>
              <a:rPr dirty="0" sz="1200" spc="-15"/>
              <a:t> </a:t>
            </a:r>
            <a:r>
              <a:rPr dirty="0" sz="1200"/>
              <a:t>work</a:t>
            </a:r>
            <a:r>
              <a:rPr dirty="0" sz="1200" spc="-20"/>
              <a:t> </a:t>
            </a:r>
            <a:r>
              <a:rPr dirty="0" sz="1200"/>
              <a:t>focuses</a:t>
            </a:r>
            <a:r>
              <a:rPr dirty="0" sz="1200" spc="-15"/>
              <a:t> </a:t>
            </a:r>
            <a:r>
              <a:rPr dirty="0" sz="1200"/>
              <a:t>on</a:t>
            </a:r>
            <a:r>
              <a:rPr dirty="0" sz="1200" spc="-20"/>
              <a:t> </a:t>
            </a:r>
            <a:r>
              <a:rPr dirty="0" sz="1200" spc="-10"/>
              <a:t>on-</a:t>
            </a:r>
            <a:r>
              <a:rPr dirty="0" sz="1200"/>
              <a:t>board</a:t>
            </a:r>
            <a:r>
              <a:rPr dirty="0" sz="1200" spc="-20"/>
              <a:t> </a:t>
            </a:r>
            <a:r>
              <a:rPr dirty="0" sz="1200" spc="-10"/>
              <a:t>hardware</a:t>
            </a:r>
            <a:r>
              <a:rPr dirty="0" sz="1200" spc="-15"/>
              <a:t> </a:t>
            </a:r>
            <a:r>
              <a:rPr dirty="0" sz="1200"/>
              <a:t>deployment</a:t>
            </a:r>
            <a:r>
              <a:rPr dirty="0" sz="1200" spc="-20"/>
              <a:t> </a:t>
            </a:r>
            <a:r>
              <a:rPr dirty="0" sz="1200"/>
              <a:t>with</a:t>
            </a:r>
            <a:r>
              <a:rPr dirty="0" sz="1200" spc="-15"/>
              <a:t> </a:t>
            </a:r>
            <a:r>
              <a:rPr dirty="0" sz="1200" spc="-10"/>
              <a:t>NMEA/AIS</a:t>
            </a:r>
            <a:r>
              <a:rPr dirty="0" sz="1200" spc="-20"/>
              <a:t> </a:t>
            </a:r>
            <a:r>
              <a:rPr dirty="0" sz="1200" spc="-10"/>
              <a:t>transponders,</a:t>
            </a:r>
            <a:r>
              <a:rPr dirty="0" sz="1200" spc="-15"/>
              <a:t> </a:t>
            </a:r>
            <a:r>
              <a:rPr dirty="0" sz="1200"/>
              <a:t>NavIC</a:t>
            </a:r>
            <a:r>
              <a:rPr dirty="0" sz="1200" spc="-20"/>
              <a:t> </a:t>
            </a:r>
            <a:r>
              <a:rPr dirty="0" sz="1200" spc="-10"/>
              <a:t>satellite</a:t>
            </a:r>
            <a:r>
              <a:rPr dirty="0" sz="1200" spc="-15"/>
              <a:t> </a:t>
            </a:r>
            <a:r>
              <a:rPr dirty="0" sz="1200"/>
              <a:t>IoT</a:t>
            </a:r>
            <a:r>
              <a:rPr dirty="0" sz="1200" spc="-20"/>
              <a:t> </a:t>
            </a:r>
            <a:r>
              <a:rPr dirty="0" sz="1200"/>
              <a:t>downlinks</a:t>
            </a:r>
            <a:r>
              <a:rPr dirty="0" sz="1200" spc="-15"/>
              <a:t> </a:t>
            </a:r>
            <a:r>
              <a:rPr dirty="0" sz="1200"/>
              <a:t>for</a:t>
            </a:r>
            <a:r>
              <a:rPr dirty="0" sz="1200" spc="-20"/>
              <a:t> </a:t>
            </a:r>
            <a:r>
              <a:rPr dirty="0" sz="1200" spc="-10"/>
              <a:t>deep-</a:t>
            </a:r>
            <a:r>
              <a:rPr dirty="0" sz="1200"/>
              <a:t>sea</a:t>
            </a:r>
            <a:r>
              <a:rPr dirty="0" sz="1200" spc="-15"/>
              <a:t> </a:t>
            </a:r>
            <a:r>
              <a:rPr dirty="0" sz="1200" spc="-10"/>
              <a:t>operations</a:t>
            </a:r>
            <a:r>
              <a:rPr dirty="0" sz="1200" spc="-20"/>
              <a:t> </a:t>
            </a:r>
            <a:r>
              <a:rPr dirty="0" sz="1200"/>
              <a:t>(&gt;50</a:t>
            </a:r>
            <a:r>
              <a:rPr dirty="0" sz="1200" spc="-15"/>
              <a:t> </a:t>
            </a:r>
            <a:r>
              <a:rPr dirty="0" sz="1200"/>
              <a:t>NM),</a:t>
            </a:r>
            <a:r>
              <a:rPr dirty="0" sz="1200" spc="-20"/>
              <a:t> </a:t>
            </a:r>
            <a:r>
              <a:rPr dirty="0" sz="1200" spc="-25"/>
              <a:t>and </a:t>
            </a:r>
            <a:r>
              <a:rPr dirty="0" sz="1200"/>
              <a:t>conducting</a:t>
            </a:r>
            <a:r>
              <a:rPr dirty="0" sz="1200" spc="-25"/>
              <a:t> </a:t>
            </a:r>
            <a:r>
              <a:rPr dirty="0" sz="1200"/>
              <a:t>in-situ</a:t>
            </a:r>
            <a:r>
              <a:rPr dirty="0" sz="1200" spc="-20"/>
              <a:t> </a:t>
            </a:r>
            <a:r>
              <a:rPr dirty="0" sz="1200"/>
              <a:t>harbor</a:t>
            </a:r>
            <a:r>
              <a:rPr dirty="0" sz="1200" spc="-20"/>
              <a:t> </a:t>
            </a:r>
            <a:r>
              <a:rPr dirty="0" sz="1200"/>
              <a:t>sea</a:t>
            </a:r>
            <a:r>
              <a:rPr dirty="0" sz="1200" spc="-20"/>
              <a:t> </a:t>
            </a:r>
            <a:r>
              <a:rPr dirty="0" sz="1200"/>
              <a:t>trials</a:t>
            </a:r>
            <a:r>
              <a:rPr dirty="0" sz="1200" spc="-20"/>
              <a:t> </a:t>
            </a:r>
            <a:r>
              <a:rPr dirty="0" sz="1200"/>
              <a:t>with</a:t>
            </a:r>
            <a:r>
              <a:rPr dirty="0" sz="1200" spc="-20"/>
              <a:t> </a:t>
            </a:r>
            <a:r>
              <a:rPr dirty="0" sz="1200"/>
              <a:t>artisanal</a:t>
            </a:r>
            <a:r>
              <a:rPr dirty="0" sz="1200" spc="-20"/>
              <a:t> </a:t>
            </a:r>
            <a:r>
              <a:rPr dirty="0" sz="1200"/>
              <a:t>fishermen</a:t>
            </a:r>
            <a:r>
              <a:rPr dirty="0" sz="1200" spc="-20"/>
              <a:t> </a:t>
            </a:r>
            <a:r>
              <a:rPr dirty="0" sz="1200"/>
              <a:t>to</a:t>
            </a:r>
            <a:r>
              <a:rPr dirty="0" sz="1200" spc="-20"/>
              <a:t> </a:t>
            </a:r>
            <a:r>
              <a:rPr dirty="0" sz="1200"/>
              <a:t>measure</a:t>
            </a:r>
            <a:r>
              <a:rPr dirty="0" sz="1200" spc="-25"/>
              <a:t> </a:t>
            </a:r>
            <a:r>
              <a:rPr dirty="0" sz="1200" spc="-10"/>
              <a:t>real-</a:t>
            </a:r>
            <a:r>
              <a:rPr dirty="0" sz="1200"/>
              <a:t>world</a:t>
            </a:r>
            <a:r>
              <a:rPr dirty="0" sz="1200" spc="-20"/>
              <a:t> </a:t>
            </a:r>
            <a:r>
              <a:rPr dirty="0" sz="1200"/>
              <a:t>fuel</a:t>
            </a:r>
            <a:r>
              <a:rPr dirty="0" sz="1200" spc="-20"/>
              <a:t> </a:t>
            </a:r>
            <a:r>
              <a:rPr dirty="0" sz="1200"/>
              <a:t>savings</a:t>
            </a:r>
            <a:r>
              <a:rPr dirty="0" sz="1200" spc="-20"/>
              <a:t> </a:t>
            </a:r>
            <a:r>
              <a:rPr dirty="0" sz="1200"/>
              <a:t>and</a:t>
            </a:r>
            <a:r>
              <a:rPr dirty="0" sz="1200" spc="-20"/>
              <a:t> </a:t>
            </a:r>
            <a:r>
              <a:rPr dirty="0" sz="1200" spc="-10"/>
              <a:t>navigational</a:t>
            </a:r>
            <a:r>
              <a:rPr dirty="0" sz="1200" spc="-20"/>
              <a:t> </a:t>
            </a:r>
            <a:r>
              <a:rPr dirty="0" sz="1200"/>
              <a:t>safety</a:t>
            </a:r>
            <a:r>
              <a:rPr dirty="0" sz="1200" spc="-20"/>
              <a:t> </a:t>
            </a:r>
            <a:r>
              <a:rPr dirty="0" sz="1200" spc="-10"/>
              <a:t>improvements.</a:t>
            </a:r>
            <a:endParaRPr sz="12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defRPr sz="2800" b="1">
                <a:solidFill>
                  <a:srgbClr val="0F172A"/>
                </a:solidFill>
                <a:latin typeface="Calibri"/>
              </a:defRPr>
            </a:pPr>
            <a:r>
              <a:t>References</a:t>
            </a:r>
          </a:p>
        </p:txBody>
      </p:sp>
      <p:sp>
        <p:nvSpPr>
          <p:cNvPr id="3" name="TextBox 2"/>
          <p:cNvSpPr txBox="1"/>
          <p:nvPr/>
        </p:nvSpPr>
        <p:spPr>
          <a:xfrm>
            <a:off x="731520" y="1371600"/>
            <a:ext cx="10728655" cy="4389120"/>
          </a:xfrm>
          <a:prstGeom prst="rect">
            <a:avLst/>
          </a:prstGeom>
          <a:noFill/>
        </p:spPr>
        <p:txBody>
          <a:bodyPr wrap="square">
            <a:spAutoFit/>
          </a:bodyPr>
          <a:lstStyle/>
          <a:p>
            <a:pPr>
              <a:spcAft>
                <a:spcPts val="800"/>
              </a:spcAft>
              <a:defRPr sz="950">
                <a:solidFill>
                  <a:srgbClr val="1E293B"/>
                </a:solidFill>
                <a:latin typeface="Calibri"/>
              </a:defRPr>
            </a:pPr>
            <a:r>
              <a:t>[1] Indian National Centre for Ocean Information Services (INCOIS), 'Operational Ocean State Forecast and Potential Fishing Zone Advisory Services,' Ministry of Earth Sciences, Hyderabad, Tech. Rep. 2024.</a:t>
            </a:r>
          </a:p>
          <a:p>
            <a:pPr>
              <a:spcAft>
                <a:spcPts val="800"/>
              </a:spcAft>
              <a:defRPr sz="950">
                <a:solidFill>
                  <a:srgbClr val="1E293B"/>
                </a:solidFill>
                <a:latin typeface="Calibri"/>
              </a:defRPr>
            </a:pPr>
            <a:r>
              <a:t>[2] World Meteorological Organization (WMO), 'Manual on Marine Meteorological Services: Volume I - Global Aspects,' WMO-No. 558, Geneva, Switzerland, 2023.</a:t>
            </a:r>
          </a:p>
          <a:p>
            <a:pPr>
              <a:spcAft>
                <a:spcPts val="800"/>
              </a:spcAft>
              <a:defRPr sz="950">
                <a:solidFill>
                  <a:srgbClr val="1E293B"/>
                </a:solidFill>
                <a:latin typeface="Calibri"/>
              </a:defRPr>
            </a:pPr>
            <a:r>
              <a:t>[3] International Maritime Organization (IMO), 'GMDSS Manual: Global Maritime Distress and Safety System,' IMO Publishing, 8th ed., London, UK, 2022.</a:t>
            </a:r>
          </a:p>
          <a:p>
            <a:pPr>
              <a:spcAft>
                <a:spcPts val="800"/>
              </a:spcAft>
              <a:defRPr sz="950">
                <a:solidFill>
                  <a:srgbClr val="1E293B"/>
                </a:solidFill>
                <a:latin typeface="Calibri"/>
              </a:defRPr>
            </a:pPr>
            <a:r>
              <a:t>[4] V. E. Kousky, S. Nayak, and R. M. Dwivedi, 'Satellite Earth Observations for Marine Resource Management and Sustainable Coastal Fisheries,' Remote Sensing of Environment, vol. 278, Art. no. 113098, 2023.</a:t>
            </a:r>
          </a:p>
          <a:p>
            <a:pPr>
              <a:spcAft>
                <a:spcPts val="800"/>
              </a:spcAft>
              <a:defRPr sz="950">
                <a:solidFill>
                  <a:srgbClr val="1E293B"/>
                </a:solidFill>
                <a:latin typeface="Calibri"/>
              </a:defRPr>
            </a:pPr>
            <a:r>
              <a:t>[5] J. Zhang, H. Wang, and L. Chen, 'Agentic AI Architectures for Complex Physical Systems: Decomposing Multimodal Reasoning with Deterministic Safety Verifiers,' IEEE Trans. Neural Networks Learn. Syst., vol. 35, no. 8, pp. 10420-10433, 2025.</a:t>
            </a:r>
          </a:p>
          <a:p>
            <a:pPr>
              <a:spcAft>
                <a:spcPts val="800"/>
              </a:spcAft>
              <a:defRPr sz="950">
                <a:solidFill>
                  <a:srgbClr val="1E293B"/>
                </a:solidFill>
                <a:latin typeface="Calibri"/>
              </a:defRPr>
            </a:pPr>
            <a:r>
              <a:t>[6] C. Brunner, M. Lehtola, and P. Kujala, 'Obstacle Avoidance and Weather Routing for Maritime Vessels: A Comparison of Geodesic and Dynamic Programming Methods,' Ocean Engineering, vol. 261, Art. no. 112105, 2024.</a:t>
            </a:r>
          </a:p>
          <a:p>
            <a:pPr>
              <a:spcAft>
                <a:spcPts val="800"/>
              </a:spcAft>
              <a:defRPr sz="950">
                <a:solidFill>
                  <a:srgbClr val="1E293B"/>
                </a:solidFill>
                <a:latin typeface="Calibri"/>
              </a:defRPr>
            </a:pPr>
            <a:r>
              <a:t>[7] Indian Meteorological Department (IMD), 'Standard Operating Procedure: Cyclone Warning Services and Port Danger Signals in India,' Ministry of Earth Sciences, New Delhi, 2024.</a:t>
            </a:r>
          </a:p>
          <a:p>
            <a:pPr>
              <a:spcAft>
                <a:spcPts val="800"/>
              </a:spcAft>
              <a:defRPr sz="950">
                <a:solidFill>
                  <a:srgbClr val="1E293B"/>
                </a:solidFill>
                <a:latin typeface="Calibri"/>
              </a:defRPr>
            </a:pPr>
            <a:r>
              <a:t>[8] Central Marine Fisheries Research Institute (CMFRI), 'Marine Fisheries Census and Sustainable Harvest Economics of Coastal India,' ICAR-CMFRI Spl. Publ. No. 138, Kochi, 2025.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469776" y="1938933"/>
            <a:ext cx="3253104" cy="1122680"/>
          </a:xfrm>
          <a:prstGeom prst="rect"/>
        </p:spPr>
        <p:txBody>
          <a:bodyPr wrap="square" lIns="0" tIns="12700" rIns="0" bIns="0" rtlCol="0" vert="horz">
            <a:spAutoFit/>
          </a:bodyPr>
          <a:lstStyle/>
          <a:p>
            <a:pPr marL="12700">
              <a:lnSpc>
                <a:spcPct val="100000"/>
              </a:lnSpc>
              <a:spcBef>
                <a:spcPts val="100"/>
              </a:spcBef>
            </a:pPr>
            <a:r>
              <a:rPr dirty="0" sz="7200" spc="-640" b="0" i="1">
                <a:latin typeface="Times New Roman"/>
                <a:cs typeface="Times New Roman"/>
              </a:rPr>
              <a:t>Thank</a:t>
            </a:r>
            <a:r>
              <a:rPr dirty="0" sz="7200" spc="229" b="0" i="1">
                <a:latin typeface="Times New Roman"/>
                <a:cs typeface="Times New Roman"/>
              </a:rPr>
              <a:t> </a:t>
            </a:r>
            <a:r>
              <a:rPr dirty="0" sz="7200" spc="-935" b="0" i="1">
                <a:latin typeface="Times New Roman"/>
                <a:cs typeface="Times New Roman"/>
              </a:rPr>
              <a:t>You</a:t>
            </a:r>
            <a:endParaRPr sz="7200">
              <a:latin typeface="Times New Roman"/>
              <a:cs typeface="Times New Roman"/>
            </a:endParaRPr>
          </a:p>
        </p:txBody>
      </p:sp>
      <p:sp>
        <p:nvSpPr>
          <p:cNvPr id="3" name="object 3"/>
          <p:cNvSpPr txBox="1"/>
          <p:nvPr/>
        </p:nvSpPr>
        <p:spPr>
          <a:xfrm>
            <a:off x="3358005" y="3820090"/>
            <a:ext cx="5476240" cy="756285"/>
          </a:xfrm>
          <a:prstGeom prst="rect">
            <a:avLst/>
          </a:prstGeom>
        </p:spPr>
        <p:txBody>
          <a:bodyPr wrap="square" lIns="0" tIns="112395" rIns="0" bIns="0" rtlCol="0" vert="horz">
            <a:spAutoFit/>
          </a:bodyPr>
          <a:lstStyle/>
          <a:p>
            <a:pPr algn="ctr">
              <a:lnSpc>
                <a:spcPct val="100000"/>
              </a:lnSpc>
              <a:spcBef>
                <a:spcPts val="885"/>
              </a:spcBef>
            </a:pPr>
            <a:r>
              <a:rPr dirty="0" sz="1600" b="1">
                <a:solidFill>
                  <a:srgbClr val="0284C7"/>
                </a:solidFill>
                <a:latin typeface="Calibri"/>
                <a:cs typeface="Calibri"/>
              </a:rPr>
              <a:t>ORCA</a:t>
            </a:r>
            <a:r>
              <a:rPr dirty="0" sz="1600" spc="-25" b="1">
                <a:solidFill>
                  <a:srgbClr val="0284C7"/>
                </a:solidFill>
                <a:latin typeface="Calibri"/>
                <a:cs typeface="Calibri"/>
              </a:rPr>
              <a:t> </a:t>
            </a:r>
            <a:r>
              <a:rPr dirty="0" sz="1600" b="1">
                <a:solidFill>
                  <a:srgbClr val="0284C7"/>
                </a:solidFill>
                <a:latin typeface="Calibri"/>
                <a:cs typeface="Calibri"/>
              </a:rPr>
              <a:t>—</a:t>
            </a:r>
            <a:r>
              <a:rPr dirty="0" sz="1600" spc="-20" b="1">
                <a:solidFill>
                  <a:srgbClr val="0284C7"/>
                </a:solidFill>
                <a:latin typeface="Calibri"/>
                <a:cs typeface="Calibri"/>
              </a:rPr>
              <a:t> </a:t>
            </a:r>
            <a:r>
              <a:rPr dirty="0" sz="1600" b="1">
                <a:solidFill>
                  <a:srgbClr val="0284C7"/>
                </a:solidFill>
                <a:latin typeface="Calibri"/>
                <a:cs typeface="Calibri"/>
              </a:rPr>
              <a:t>Marine</a:t>
            </a:r>
            <a:r>
              <a:rPr dirty="0" sz="1600" spc="-20" b="1">
                <a:solidFill>
                  <a:srgbClr val="0284C7"/>
                </a:solidFill>
                <a:latin typeface="Calibri"/>
                <a:cs typeface="Calibri"/>
              </a:rPr>
              <a:t> </a:t>
            </a:r>
            <a:r>
              <a:rPr dirty="0" sz="1600" spc="-10" b="1">
                <a:solidFill>
                  <a:srgbClr val="0284C7"/>
                </a:solidFill>
                <a:latin typeface="Calibri"/>
                <a:cs typeface="Calibri"/>
              </a:rPr>
              <a:t>EcOsystem</a:t>
            </a:r>
            <a:r>
              <a:rPr dirty="0" sz="1600" spc="-25" b="1">
                <a:solidFill>
                  <a:srgbClr val="0284C7"/>
                </a:solidFill>
                <a:latin typeface="Calibri"/>
                <a:cs typeface="Calibri"/>
              </a:rPr>
              <a:t> </a:t>
            </a:r>
            <a:r>
              <a:rPr dirty="0" sz="1600" b="1">
                <a:solidFill>
                  <a:srgbClr val="0284C7"/>
                </a:solidFill>
                <a:latin typeface="Calibri"/>
                <a:cs typeface="Calibri"/>
              </a:rPr>
              <a:t>Reasoning</a:t>
            </a:r>
            <a:r>
              <a:rPr dirty="0" sz="1600" spc="-20" b="1">
                <a:solidFill>
                  <a:srgbClr val="0284C7"/>
                </a:solidFill>
                <a:latin typeface="Calibri"/>
                <a:cs typeface="Calibri"/>
              </a:rPr>
              <a:t> </a:t>
            </a:r>
            <a:r>
              <a:rPr dirty="0" sz="1600" b="1">
                <a:solidFill>
                  <a:srgbClr val="0284C7"/>
                </a:solidFill>
                <a:latin typeface="Calibri"/>
                <a:cs typeface="Calibri"/>
              </a:rPr>
              <a:t>with</a:t>
            </a:r>
            <a:r>
              <a:rPr dirty="0" sz="1600" spc="-20" b="1">
                <a:solidFill>
                  <a:srgbClr val="0284C7"/>
                </a:solidFill>
                <a:latin typeface="Calibri"/>
                <a:cs typeface="Calibri"/>
              </a:rPr>
              <a:t> </a:t>
            </a:r>
            <a:r>
              <a:rPr dirty="0" sz="1600" spc="-10" b="1">
                <a:solidFill>
                  <a:srgbClr val="0284C7"/>
                </a:solidFill>
                <a:latin typeface="Calibri"/>
                <a:cs typeface="Calibri"/>
              </a:rPr>
              <a:t>Collaborative</a:t>
            </a:r>
            <a:r>
              <a:rPr dirty="0" sz="1600" spc="-25" b="1">
                <a:solidFill>
                  <a:srgbClr val="0284C7"/>
                </a:solidFill>
                <a:latin typeface="Calibri"/>
                <a:cs typeface="Calibri"/>
              </a:rPr>
              <a:t> </a:t>
            </a:r>
            <a:r>
              <a:rPr dirty="0" sz="1600" spc="-10" b="1">
                <a:solidFill>
                  <a:srgbClr val="0284C7"/>
                </a:solidFill>
                <a:latin typeface="Calibri"/>
                <a:cs typeface="Calibri"/>
              </a:rPr>
              <a:t>Agents</a:t>
            </a:r>
            <a:endParaRPr sz="1600">
              <a:latin typeface="Calibri"/>
              <a:cs typeface="Calibri"/>
            </a:endParaRPr>
          </a:p>
          <a:p>
            <a:pPr algn="ctr">
              <a:lnSpc>
                <a:spcPct val="100000"/>
              </a:lnSpc>
              <a:spcBef>
                <a:spcPts val="885"/>
              </a:spcBef>
            </a:pPr>
            <a:r>
              <a:rPr dirty="0" sz="1800" b="1">
                <a:solidFill>
                  <a:srgbClr val="0F172A"/>
                </a:solidFill>
                <a:latin typeface="Calibri"/>
                <a:cs typeface="Calibri"/>
              </a:rPr>
              <a:t>Questions</a:t>
            </a:r>
            <a:r>
              <a:rPr dirty="0" sz="1800" spc="-15" b="1">
                <a:solidFill>
                  <a:srgbClr val="0F172A"/>
                </a:solidFill>
                <a:latin typeface="Calibri"/>
                <a:cs typeface="Calibri"/>
              </a:rPr>
              <a:t> </a:t>
            </a:r>
            <a:r>
              <a:rPr dirty="0" sz="1800" b="1">
                <a:solidFill>
                  <a:srgbClr val="0F172A"/>
                </a:solidFill>
                <a:latin typeface="Calibri"/>
                <a:cs typeface="Calibri"/>
              </a:rPr>
              <a:t>&amp;</a:t>
            </a:r>
            <a:r>
              <a:rPr dirty="0" sz="1800" spc="-15" b="1">
                <a:solidFill>
                  <a:srgbClr val="0F172A"/>
                </a:solidFill>
                <a:latin typeface="Calibri"/>
                <a:cs typeface="Calibri"/>
              </a:rPr>
              <a:t> </a:t>
            </a:r>
            <a:r>
              <a:rPr dirty="0" sz="1800" spc="-10" b="1">
                <a:solidFill>
                  <a:srgbClr val="0F172A"/>
                </a:solidFill>
                <a:latin typeface="Calibri"/>
                <a:cs typeface="Calibri"/>
              </a:rPr>
              <a:t>Discussion</a:t>
            </a:r>
            <a:endParaRPr sz="1800">
              <a:latin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Application>Microsoft Office PowerPoint</Application>
  <PresentationFormat>On-screen Show (4:3)</PresentationFormat>
  <ScaleCrop>false</ScaleCrop>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ORCA_EDI_Midsem_Review</dc:title>
  <dcterms:created xsi:type="dcterms:W3CDTF">2026-09-24T04:26:25Z</dcterms:created>
  <dcterms:modified xsi:type="dcterms:W3CDTF">2026-09-24T04:26:25Z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v10.0.20070.1</vt:lpwstr>
  </property>
  <property fmtid="{D5CDD505-2E9C-101B-9397-08002B2CF9AE}" pid="3" name="Created">
    <vt:filetime>2026-09-23T00:00:00Z</vt:filetime>
  </property>
  <property fmtid="{D5CDD505-2E9C-101B-9397-08002B2CF9AE}" pid="4" name="Creator">
    <vt:lpwstr>Keynote</vt:lpwstr>
  </property>
  <property fmtid="{D5CDD505-2E9C-101B-9397-08002B2CF9AE}" pid="5" name="LastSaved">
    <vt:filetime>2026-09-24T00:00:00Z</vt:filetime>
  </property>
  <property fmtid="{D5CDD505-2E9C-101B-9397-08002B2CF9AE}" pid="6" name="Producer">
    <vt:lpwstr>macOS Version 15.7.7 (Build 24G720) Quartz PDFContext</vt:lpwstr>
  </property>
</Properties>
</file>